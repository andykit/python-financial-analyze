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colors3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drawing3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diagrams/quickStyle3.xml" ContentType="application/vnd.openxmlformats-officedocument.drawingml.diagram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3"/>
  </p:handoutMasterIdLst>
  <p:sldIdLst>
    <p:sldId id="826" r:id="rId3"/>
    <p:sldId id="828" r:id="rId5"/>
    <p:sldId id="914" r:id="rId6"/>
    <p:sldId id="933" r:id="rId7"/>
    <p:sldId id="855" r:id="rId8"/>
    <p:sldId id="928" r:id="rId9"/>
    <p:sldId id="922" r:id="rId10"/>
    <p:sldId id="924" r:id="rId11"/>
    <p:sldId id="934" r:id="rId12"/>
  </p:sldIdLst>
  <p:sldSz cx="12196445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张 尚佳" initials="张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8F8"/>
    <a:srgbClr val="006BBC"/>
    <a:srgbClr val="00AAA2"/>
    <a:srgbClr val="000000"/>
    <a:srgbClr val="17DCF1"/>
    <a:srgbClr val="0DC2D5"/>
    <a:srgbClr val="EFEFEF"/>
    <a:srgbClr val="FFFFFF"/>
    <a:srgbClr val="F0F0F0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6765" autoAdjust="0"/>
    <p:restoredTop sz="94270" autoAdjust="0"/>
  </p:normalViewPr>
  <p:slideViewPr>
    <p:cSldViewPr snapToObjects="1">
      <p:cViewPr varScale="1">
        <p:scale>
          <a:sx n="72" d="100"/>
          <a:sy n="72" d="100"/>
        </p:scale>
        <p:origin x="-180" y="-102"/>
      </p:cViewPr>
      <p:guideLst>
        <p:guide orient="horz" pos="2143"/>
        <p:guide pos="384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186"/>
    </p:cViewPr>
  </p:sorterViewPr>
  <p:notesViewPr>
    <p:cSldViewPr snapToObjects="1">
      <p:cViewPr varScale="1">
        <p:scale>
          <a:sx n="69" d="100"/>
          <a:sy n="69" d="100"/>
        </p:scale>
        <p:origin x="-2838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commentAuthors" Target="commentAuthors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handoutMaster" Target="handoutMasters/handoutMaster1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slide" Target="../slides/slide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BFED4AE-2E6A-45FB-AC81-1F449FD3FBB6}" type="doc">
      <dgm:prSet loTypeId="urn:microsoft.com/office/officeart/2005/8/layout/vProcess5" loCatId="process" qsTypeId="urn:microsoft.com/office/officeart/2005/8/quickstyle/simple3" qsCatId="simple" csTypeId="urn:microsoft.com/office/officeart/2005/8/colors/accent4_2" csCatId="accent4" phldr="1"/>
      <dgm:spPr/>
      <dgm:t>
        <a:bodyPr/>
        <a:lstStyle/>
        <a:p>
          <a:endParaRPr lang="zh-CN" altLang="en-US"/>
        </a:p>
      </dgm:t>
    </dgm:pt>
    <dgm:pt modelId="{E8F88EAA-C3D2-4AB3-A8E4-0F8AFC7BA2F4}">
      <dgm:prSet/>
      <dgm:spPr/>
      <dgm:t>
        <a:bodyPr/>
        <a:lstStyle/>
        <a:p>
          <a:pPr rtl="0"/>
          <a:r>
            <a:rPr lang="zh-CN" dirty="0" smtClean="0">
              <a:hlinkClick xmlns:r="http://schemas.openxmlformats.org/officeDocument/2006/relationships" r:id="rId1" action="ppaction://hlinksldjump"/>
            </a:rPr>
            <a:t>划分</a:t>
          </a:r>
          <a:r>
            <a:rPr lang="zh-CN" altLang="zh-CN" dirty="0" smtClean="0">
              <a:hlinkClick xmlns:r="http://schemas.openxmlformats.org/officeDocument/2006/relationships" r:id="rId1" action="ppaction://hlinksldjump"/>
            </a:rPr>
            <a:t>训练集和测试集</a:t>
          </a:r>
          <a:endParaRPr lang="zh-CN" dirty="0"/>
        </a:p>
      </dgm:t>
    </dgm:pt>
    <dgm:pt modelId="{786DC76A-D31D-4ADA-9135-4ED74D2A67E3}" cxnId="{7FC6E25E-E00B-4A2B-851C-AF2A2465666C}" type="parTrans">
      <dgm:prSet/>
      <dgm:spPr/>
      <dgm:t>
        <a:bodyPr/>
        <a:lstStyle/>
        <a:p>
          <a:endParaRPr lang="zh-CN" altLang="en-US"/>
        </a:p>
      </dgm:t>
    </dgm:pt>
    <dgm:pt modelId="{04F0D1B8-5623-42EE-B0D9-F936E8900ECF}" cxnId="{7FC6E25E-E00B-4A2B-851C-AF2A2465666C}" type="sibTrans">
      <dgm:prSet/>
      <dgm:spPr/>
      <dgm:t>
        <a:bodyPr/>
        <a:lstStyle/>
        <a:p>
          <a:endParaRPr lang="zh-CN" altLang="en-US"/>
        </a:p>
      </dgm:t>
    </dgm:pt>
    <dgm:pt modelId="{4F839167-3B4B-4C55-8901-466CB5182C93}">
      <dgm:prSet/>
      <dgm:spPr/>
      <dgm:t>
        <a:bodyPr/>
        <a:lstStyle/>
        <a:p>
          <a:pPr rtl="0"/>
          <a:r>
            <a:rPr lang="zh-CN" smtClean="0"/>
            <a:t>数据标准化处理</a:t>
          </a:r>
          <a:endParaRPr lang="zh-CN" dirty="0"/>
        </a:p>
      </dgm:t>
    </dgm:pt>
    <dgm:pt modelId="{47E553D5-C270-4B49-BF2B-42F0598C5A18}" cxnId="{2DAFAFFA-04EC-41CD-9783-81C852E890F9}" type="parTrans">
      <dgm:prSet/>
      <dgm:spPr/>
      <dgm:t>
        <a:bodyPr/>
        <a:lstStyle/>
        <a:p>
          <a:endParaRPr lang="zh-CN" altLang="en-US"/>
        </a:p>
      </dgm:t>
    </dgm:pt>
    <dgm:pt modelId="{C070D897-A35C-4448-9350-6A8917B732EA}" cxnId="{2DAFAFFA-04EC-41CD-9783-81C852E890F9}" type="sibTrans">
      <dgm:prSet/>
      <dgm:spPr/>
      <dgm:t>
        <a:bodyPr/>
        <a:lstStyle/>
        <a:p>
          <a:endParaRPr lang="zh-CN" altLang="en-US"/>
        </a:p>
      </dgm:t>
    </dgm:pt>
    <dgm:pt modelId="{89D833D4-5E8F-4A42-9080-2DE26B1B2D00}">
      <dgm:prSet/>
      <dgm:spPr/>
      <dgm:t>
        <a:bodyPr/>
        <a:lstStyle/>
        <a:p>
          <a:pPr rtl="0"/>
          <a:r>
            <a:rPr lang="zh-CN" smtClean="0"/>
            <a:t>模型求解</a:t>
          </a:r>
          <a:endParaRPr lang="zh-CN" dirty="0"/>
        </a:p>
      </dgm:t>
    </dgm:pt>
    <dgm:pt modelId="{E9816F68-F7AD-4876-89A5-440F66351799}" cxnId="{C90EF201-B3F3-4C85-95F1-A5B4B63B7732}" type="parTrans">
      <dgm:prSet/>
      <dgm:spPr/>
      <dgm:t>
        <a:bodyPr/>
        <a:lstStyle/>
        <a:p>
          <a:endParaRPr lang="zh-CN" altLang="en-US"/>
        </a:p>
      </dgm:t>
    </dgm:pt>
    <dgm:pt modelId="{6548805E-6166-47A1-896C-FF0FC84A962F}" cxnId="{C90EF201-B3F3-4C85-95F1-A5B4B63B7732}" type="sibTrans">
      <dgm:prSet/>
      <dgm:spPr/>
      <dgm:t>
        <a:bodyPr/>
        <a:lstStyle/>
        <a:p>
          <a:endParaRPr lang="zh-CN" altLang="en-US"/>
        </a:p>
      </dgm:t>
    </dgm:pt>
    <dgm:pt modelId="{1B2A3D6F-4311-4728-AA39-C994E01C9D27}" type="pres">
      <dgm:prSet presAssocID="{3BFED4AE-2E6A-45FB-AC81-1F449FD3FBB6}" presName="outerComposite" presStyleCnt="0">
        <dgm:presLayoutVars>
          <dgm:chMax val="5"/>
          <dgm:dir/>
          <dgm:resizeHandles val="exact"/>
        </dgm:presLayoutVars>
      </dgm:prSet>
      <dgm:spPr/>
    </dgm:pt>
    <dgm:pt modelId="{7CA39000-2391-4DF8-B41D-80248464B83B}" type="pres">
      <dgm:prSet presAssocID="{3BFED4AE-2E6A-45FB-AC81-1F449FD3FBB6}" presName="dummyMaxCanvas" presStyleCnt="0">
        <dgm:presLayoutVars/>
      </dgm:prSet>
      <dgm:spPr/>
    </dgm:pt>
    <dgm:pt modelId="{AAD21355-49E0-41C9-8A8D-5C6F51B14F90}" type="pres">
      <dgm:prSet presAssocID="{3BFED4AE-2E6A-45FB-AC81-1F449FD3FBB6}" presName="ThreeNodes_1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2D881232-3121-4089-9B8E-8A627B56F0F7}" type="pres">
      <dgm:prSet presAssocID="{3BFED4AE-2E6A-45FB-AC81-1F449FD3FBB6}" presName="ThreeNodes_2" presStyleLbl="node1" presStyleIdx="1" presStyleCnt="3">
        <dgm:presLayoutVars>
          <dgm:bulletEnabled val="1"/>
        </dgm:presLayoutVars>
      </dgm:prSet>
      <dgm:spPr/>
    </dgm:pt>
    <dgm:pt modelId="{1F80BE5A-7733-48D4-8B32-51A5D005AA01}" type="pres">
      <dgm:prSet presAssocID="{3BFED4AE-2E6A-45FB-AC81-1F449FD3FBB6}" presName="ThreeNodes_3" presStyleLbl="node1" presStyleIdx="2" presStyleCnt="3">
        <dgm:presLayoutVars>
          <dgm:bulletEnabled val="1"/>
        </dgm:presLayoutVars>
      </dgm:prSet>
      <dgm:spPr/>
    </dgm:pt>
    <dgm:pt modelId="{8290270C-D0C0-4871-B9CE-A998AAAE2E73}" type="pres">
      <dgm:prSet presAssocID="{3BFED4AE-2E6A-45FB-AC81-1F449FD3FBB6}" presName="ThreeConn_1-2" presStyleLbl="fgAccFollowNode1" presStyleIdx="0" presStyleCnt="2">
        <dgm:presLayoutVars>
          <dgm:bulletEnabled val="1"/>
        </dgm:presLayoutVars>
      </dgm:prSet>
      <dgm:spPr/>
    </dgm:pt>
    <dgm:pt modelId="{08BD8D6E-2BEE-4490-A103-A6B87E44B6AA}" type="pres">
      <dgm:prSet presAssocID="{3BFED4AE-2E6A-45FB-AC81-1F449FD3FBB6}" presName="ThreeConn_2-3" presStyleLbl="fgAccFollowNode1" presStyleIdx="1" presStyleCnt="2">
        <dgm:presLayoutVars>
          <dgm:bulletEnabled val="1"/>
        </dgm:presLayoutVars>
      </dgm:prSet>
      <dgm:spPr/>
    </dgm:pt>
    <dgm:pt modelId="{7191A986-49D7-4094-BCA3-1D766520A601}" type="pres">
      <dgm:prSet presAssocID="{3BFED4AE-2E6A-45FB-AC81-1F449FD3FBB6}" presName="ThreeNodes_1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D81C6AF-0D9F-4379-A084-AA731BCBF4C5}" type="pres">
      <dgm:prSet presAssocID="{3BFED4AE-2E6A-45FB-AC81-1F449FD3FBB6}" presName="ThreeNodes_2_text" presStyleLbl="node1" presStyleIdx="2" presStyleCnt="3">
        <dgm:presLayoutVars>
          <dgm:bulletEnabled val="1"/>
        </dgm:presLayoutVars>
      </dgm:prSet>
      <dgm:spPr/>
    </dgm:pt>
    <dgm:pt modelId="{A2D01290-833B-429B-8FA0-8641A31ECE15}" type="pres">
      <dgm:prSet presAssocID="{3BFED4AE-2E6A-45FB-AC81-1F449FD3FBB6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A7C6CA30-ADE1-4528-B8F1-2AFDF1C72A43}" type="presOf" srcId="{89D833D4-5E8F-4A42-9080-2DE26B1B2D00}" destId="{1F80BE5A-7733-48D4-8B32-51A5D005AA01}" srcOrd="0" destOrd="0" presId="urn:microsoft.com/office/officeart/2005/8/layout/vProcess5"/>
    <dgm:cxn modelId="{77A16F6A-84F3-42C8-B8C8-2A91080116A5}" type="presOf" srcId="{E8F88EAA-C3D2-4AB3-A8E4-0F8AFC7BA2F4}" destId="{7191A986-49D7-4094-BCA3-1D766520A601}" srcOrd="1" destOrd="0" presId="urn:microsoft.com/office/officeart/2005/8/layout/vProcess5"/>
    <dgm:cxn modelId="{AA8B2B70-A975-4654-9F7F-691D135427F5}" type="presOf" srcId="{E8F88EAA-C3D2-4AB3-A8E4-0F8AFC7BA2F4}" destId="{AAD21355-49E0-41C9-8A8D-5C6F51B14F90}" srcOrd="0" destOrd="0" presId="urn:microsoft.com/office/officeart/2005/8/layout/vProcess5"/>
    <dgm:cxn modelId="{E1DF4DC4-8C79-4916-BAAB-EBFCE2DF4C22}" type="presOf" srcId="{89D833D4-5E8F-4A42-9080-2DE26B1B2D00}" destId="{A2D01290-833B-429B-8FA0-8641A31ECE15}" srcOrd="1" destOrd="0" presId="urn:microsoft.com/office/officeart/2005/8/layout/vProcess5"/>
    <dgm:cxn modelId="{19EB1F08-2EB0-4B87-AE6D-787AF685604E}" type="presOf" srcId="{3BFED4AE-2E6A-45FB-AC81-1F449FD3FBB6}" destId="{1B2A3D6F-4311-4728-AA39-C994E01C9D27}" srcOrd="0" destOrd="0" presId="urn:microsoft.com/office/officeart/2005/8/layout/vProcess5"/>
    <dgm:cxn modelId="{520C437A-B9D9-495A-9322-7A166D5CCA20}" type="presOf" srcId="{04F0D1B8-5623-42EE-B0D9-F936E8900ECF}" destId="{8290270C-D0C0-4871-B9CE-A998AAAE2E73}" srcOrd="0" destOrd="0" presId="urn:microsoft.com/office/officeart/2005/8/layout/vProcess5"/>
    <dgm:cxn modelId="{53389024-91B8-4ED0-AD63-7567FAA781A6}" type="presOf" srcId="{4F839167-3B4B-4C55-8901-466CB5182C93}" destId="{2D881232-3121-4089-9B8E-8A627B56F0F7}" srcOrd="0" destOrd="0" presId="urn:microsoft.com/office/officeart/2005/8/layout/vProcess5"/>
    <dgm:cxn modelId="{456725F8-6F82-418A-8D40-CB5F576B5405}" type="presOf" srcId="{C070D897-A35C-4448-9350-6A8917B732EA}" destId="{08BD8D6E-2BEE-4490-A103-A6B87E44B6AA}" srcOrd="0" destOrd="0" presId="urn:microsoft.com/office/officeart/2005/8/layout/vProcess5"/>
    <dgm:cxn modelId="{2DAFAFFA-04EC-41CD-9783-81C852E890F9}" srcId="{3BFED4AE-2E6A-45FB-AC81-1F449FD3FBB6}" destId="{4F839167-3B4B-4C55-8901-466CB5182C93}" srcOrd="1" destOrd="0" parTransId="{47E553D5-C270-4B49-BF2B-42F0598C5A18}" sibTransId="{C070D897-A35C-4448-9350-6A8917B732EA}"/>
    <dgm:cxn modelId="{87C47C69-1D2A-4A28-8D00-7692DEF374AD}" type="presOf" srcId="{4F839167-3B4B-4C55-8901-466CB5182C93}" destId="{AD81C6AF-0D9F-4379-A084-AA731BCBF4C5}" srcOrd="1" destOrd="0" presId="urn:microsoft.com/office/officeart/2005/8/layout/vProcess5"/>
    <dgm:cxn modelId="{7FC6E25E-E00B-4A2B-851C-AF2A2465666C}" srcId="{3BFED4AE-2E6A-45FB-AC81-1F449FD3FBB6}" destId="{E8F88EAA-C3D2-4AB3-A8E4-0F8AFC7BA2F4}" srcOrd="0" destOrd="0" parTransId="{786DC76A-D31D-4ADA-9135-4ED74D2A67E3}" sibTransId="{04F0D1B8-5623-42EE-B0D9-F936E8900ECF}"/>
    <dgm:cxn modelId="{C90EF201-B3F3-4C85-95F1-A5B4B63B7732}" srcId="{3BFED4AE-2E6A-45FB-AC81-1F449FD3FBB6}" destId="{89D833D4-5E8F-4A42-9080-2DE26B1B2D00}" srcOrd="2" destOrd="0" parTransId="{E9816F68-F7AD-4876-89A5-440F66351799}" sibTransId="{6548805E-6166-47A1-896C-FF0FC84A962F}"/>
    <dgm:cxn modelId="{5D5A3D5D-6CF8-48FE-8C94-DCD06D877B3E}" type="presParOf" srcId="{1B2A3D6F-4311-4728-AA39-C994E01C9D27}" destId="{7CA39000-2391-4DF8-B41D-80248464B83B}" srcOrd="0" destOrd="0" presId="urn:microsoft.com/office/officeart/2005/8/layout/vProcess5"/>
    <dgm:cxn modelId="{E2B24876-99BE-4425-88F9-94C872423D76}" type="presParOf" srcId="{1B2A3D6F-4311-4728-AA39-C994E01C9D27}" destId="{AAD21355-49E0-41C9-8A8D-5C6F51B14F90}" srcOrd="1" destOrd="0" presId="urn:microsoft.com/office/officeart/2005/8/layout/vProcess5"/>
    <dgm:cxn modelId="{30062975-75AF-4D8E-8A7D-42B978F3276C}" type="presParOf" srcId="{1B2A3D6F-4311-4728-AA39-C994E01C9D27}" destId="{2D881232-3121-4089-9B8E-8A627B56F0F7}" srcOrd="2" destOrd="0" presId="urn:microsoft.com/office/officeart/2005/8/layout/vProcess5"/>
    <dgm:cxn modelId="{56A54879-F052-4798-A8DF-F32B1FAC4954}" type="presParOf" srcId="{1B2A3D6F-4311-4728-AA39-C994E01C9D27}" destId="{1F80BE5A-7733-48D4-8B32-51A5D005AA01}" srcOrd="3" destOrd="0" presId="urn:microsoft.com/office/officeart/2005/8/layout/vProcess5"/>
    <dgm:cxn modelId="{94569600-5CEA-4E1C-AA28-8F6F868EDD72}" type="presParOf" srcId="{1B2A3D6F-4311-4728-AA39-C994E01C9D27}" destId="{8290270C-D0C0-4871-B9CE-A998AAAE2E73}" srcOrd="4" destOrd="0" presId="urn:microsoft.com/office/officeart/2005/8/layout/vProcess5"/>
    <dgm:cxn modelId="{1D908F32-E142-4817-9CE1-07F910B10533}" type="presParOf" srcId="{1B2A3D6F-4311-4728-AA39-C994E01C9D27}" destId="{08BD8D6E-2BEE-4490-A103-A6B87E44B6AA}" srcOrd="5" destOrd="0" presId="urn:microsoft.com/office/officeart/2005/8/layout/vProcess5"/>
    <dgm:cxn modelId="{9FFA70DB-BD53-4581-8D96-48D489897D54}" type="presParOf" srcId="{1B2A3D6F-4311-4728-AA39-C994E01C9D27}" destId="{7191A986-49D7-4094-BCA3-1D766520A601}" srcOrd="6" destOrd="0" presId="urn:microsoft.com/office/officeart/2005/8/layout/vProcess5"/>
    <dgm:cxn modelId="{B3E85DAB-89D3-44D6-9095-AF9ED1DFE7A3}" type="presParOf" srcId="{1B2A3D6F-4311-4728-AA39-C994E01C9D27}" destId="{AD81C6AF-0D9F-4379-A084-AA731BCBF4C5}" srcOrd="7" destOrd="0" presId="urn:microsoft.com/office/officeart/2005/8/layout/vProcess5"/>
    <dgm:cxn modelId="{10610F84-5894-477E-B9F2-1DE3EC3B1441}" type="presParOf" srcId="{1B2A3D6F-4311-4728-AA39-C994E01C9D27}" destId="{A2D01290-833B-429B-8FA0-8641A31ECE15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AA61756-6A71-45E5-A5E2-A2CC5F7E3361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2FCF7317-0D1E-4C5A-9038-C97F392F66D2}">
      <dgm:prSet phldrT="[文本]"/>
      <dgm:spPr/>
      <dgm:t>
        <a:bodyPr/>
        <a:lstStyle/>
        <a:p>
          <a:r>
            <a:rPr lang="zh-CN" altLang="en-US" dirty="0" smtClean="0"/>
            <a:t>训练集</a:t>
          </a:r>
          <a:endParaRPr lang="zh-CN" altLang="en-US" dirty="0"/>
        </a:p>
      </dgm:t>
    </dgm:pt>
    <dgm:pt modelId="{10D3AB09-C015-41A1-AB6F-52315406AA81}" cxnId="{694E56D6-D38A-40D4-B0B3-D13564D44173}" type="parTrans">
      <dgm:prSet/>
      <dgm:spPr/>
      <dgm:t>
        <a:bodyPr/>
        <a:lstStyle/>
        <a:p>
          <a:endParaRPr lang="zh-CN" altLang="en-US"/>
        </a:p>
      </dgm:t>
    </dgm:pt>
    <dgm:pt modelId="{7138C5D6-B460-48EC-9458-01EABCC53DA0}" cxnId="{694E56D6-D38A-40D4-B0B3-D13564D44173}" type="sibTrans">
      <dgm:prSet/>
      <dgm:spPr/>
      <dgm:t>
        <a:bodyPr/>
        <a:lstStyle/>
        <a:p>
          <a:endParaRPr lang="zh-CN" altLang="en-US"/>
        </a:p>
      </dgm:t>
    </dgm:pt>
    <dgm:pt modelId="{A8A87BE9-3A93-48F1-953C-42C92CA718AA}">
      <dgm:prSet phldrT="[文本]" custT="1"/>
      <dgm:spPr/>
      <dgm:t>
        <a:bodyPr/>
        <a:lstStyle/>
        <a:p>
          <a:r>
            <a:rPr lang="en-US" sz="2400" dirty="0" smtClean="0"/>
            <a:t>2017</a:t>
          </a:r>
          <a:r>
            <a:rPr lang="zh-CN" sz="2400" dirty="0" smtClean="0"/>
            <a:t>年</a:t>
          </a:r>
          <a:r>
            <a:rPr lang="en-US" sz="2400" dirty="0" smtClean="0"/>
            <a:t>1</a:t>
          </a:r>
          <a:r>
            <a:rPr lang="zh-CN" sz="2400" dirty="0" smtClean="0"/>
            <a:t>月</a:t>
          </a:r>
          <a:r>
            <a:rPr lang="en-US" sz="2400" dirty="0" smtClean="0"/>
            <a:t>1</a:t>
          </a:r>
          <a:r>
            <a:rPr lang="zh-CN" sz="2400" dirty="0" smtClean="0"/>
            <a:t>日至</a:t>
          </a:r>
          <a:r>
            <a:rPr lang="en-US" sz="2400" dirty="0" smtClean="0"/>
            <a:t>2017</a:t>
          </a:r>
          <a:r>
            <a:rPr lang="zh-CN" sz="2400" dirty="0" smtClean="0"/>
            <a:t>年</a:t>
          </a:r>
          <a:r>
            <a:rPr lang="en-US" sz="2400" dirty="0" smtClean="0"/>
            <a:t>11</a:t>
          </a:r>
          <a:r>
            <a:rPr lang="zh-CN" sz="2400" dirty="0" smtClean="0"/>
            <a:t>月</a:t>
          </a:r>
          <a:r>
            <a:rPr lang="en-US" sz="2400" dirty="0" smtClean="0"/>
            <a:t>31</a:t>
          </a:r>
          <a:r>
            <a:rPr lang="zh-CN" sz="2400" dirty="0" smtClean="0"/>
            <a:t>日</a:t>
          </a:r>
          <a:endParaRPr lang="zh-CN" altLang="en-US" sz="2400" dirty="0"/>
        </a:p>
      </dgm:t>
    </dgm:pt>
    <dgm:pt modelId="{D015E42E-18E7-41D8-94C7-FAF394059549}" cxnId="{5CABD84C-6D00-4A57-86C0-19504FDB9184}" type="parTrans">
      <dgm:prSet/>
      <dgm:spPr/>
      <dgm:t>
        <a:bodyPr/>
        <a:lstStyle/>
        <a:p>
          <a:endParaRPr lang="zh-CN" altLang="en-US"/>
        </a:p>
      </dgm:t>
    </dgm:pt>
    <dgm:pt modelId="{BF527CBD-9BB3-43BC-8573-222F8844824C}" cxnId="{5CABD84C-6D00-4A57-86C0-19504FDB9184}" type="sibTrans">
      <dgm:prSet/>
      <dgm:spPr/>
      <dgm:t>
        <a:bodyPr/>
        <a:lstStyle/>
        <a:p>
          <a:endParaRPr lang="zh-CN" altLang="en-US"/>
        </a:p>
      </dgm:t>
    </dgm:pt>
    <dgm:pt modelId="{4C2BEA30-6E56-46F9-BAA5-AEED4EE24031}">
      <dgm:prSet phldrT="[文本]"/>
      <dgm:spPr/>
      <dgm:t>
        <a:bodyPr/>
        <a:lstStyle/>
        <a:p>
          <a:r>
            <a:rPr lang="zh-CN" altLang="en-US" dirty="0" smtClean="0"/>
            <a:t>测试集</a:t>
          </a:r>
          <a:endParaRPr lang="zh-CN" altLang="en-US" dirty="0"/>
        </a:p>
      </dgm:t>
    </dgm:pt>
    <dgm:pt modelId="{DF47525E-B600-442F-81A2-683ADF367767}" cxnId="{157CFA84-D197-407A-9978-01A138C7CAA7}" type="parTrans">
      <dgm:prSet/>
      <dgm:spPr/>
      <dgm:t>
        <a:bodyPr/>
        <a:lstStyle/>
        <a:p>
          <a:endParaRPr lang="zh-CN" altLang="en-US"/>
        </a:p>
      </dgm:t>
    </dgm:pt>
    <dgm:pt modelId="{EC255ABD-7A9E-4FDC-AECC-77C090B14556}" cxnId="{157CFA84-D197-407A-9978-01A138C7CAA7}" type="sibTrans">
      <dgm:prSet/>
      <dgm:spPr/>
      <dgm:t>
        <a:bodyPr/>
        <a:lstStyle/>
        <a:p>
          <a:endParaRPr lang="zh-CN" altLang="en-US"/>
        </a:p>
      </dgm:t>
    </dgm:pt>
    <dgm:pt modelId="{C0C9EA3D-1B20-438A-BAA0-8652DDF83184}">
      <dgm:prSet phldrT="[文本]" custT="1"/>
      <dgm:spPr/>
      <dgm:t>
        <a:bodyPr/>
        <a:lstStyle/>
        <a:p>
          <a:r>
            <a:rPr lang="en-US" sz="2400" dirty="0" smtClean="0"/>
            <a:t>2017</a:t>
          </a:r>
          <a:r>
            <a:rPr lang="zh-CN" sz="2400" dirty="0" smtClean="0"/>
            <a:t>年</a:t>
          </a:r>
          <a:r>
            <a:rPr lang="en-US" sz="2400" dirty="0" smtClean="0"/>
            <a:t>12</a:t>
          </a:r>
          <a:r>
            <a:rPr lang="zh-CN" sz="2400" dirty="0" smtClean="0"/>
            <a:t>月</a:t>
          </a:r>
          <a:r>
            <a:rPr lang="en-US" sz="2400" dirty="0" smtClean="0"/>
            <a:t>1</a:t>
          </a:r>
          <a:r>
            <a:rPr lang="zh-CN" sz="2400" dirty="0" smtClean="0"/>
            <a:t>日至</a:t>
          </a:r>
          <a:r>
            <a:rPr lang="en-US" sz="2400" dirty="0" smtClean="0"/>
            <a:t>2017</a:t>
          </a:r>
          <a:r>
            <a:rPr lang="zh-CN" sz="2400" dirty="0" smtClean="0"/>
            <a:t>年</a:t>
          </a:r>
          <a:r>
            <a:rPr lang="en-US" sz="2400" dirty="0" smtClean="0"/>
            <a:t>12</a:t>
          </a:r>
          <a:r>
            <a:rPr lang="zh-CN" sz="2400" dirty="0" smtClean="0"/>
            <a:t>月</a:t>
          </a:r>
          <a:r>
            <a:rPr lang="en-US" sz="2400" dirty="0" smtClean="0"/>
            <a:t>31</a:t>
          </a:r>
          <a:r>
            <a:rPr lang="zh-CN" sz="2400" dirty="0" smtClean="0"/>
            <a:t>日</a:t>
          </a:r>
          <a:endParaRPr lang="zh-CN" altLang="en-US" sz="2400" dirty="0"/>
        </a:p>
      </dgm:t>
    </dgm:pt>
    <dgm:pt modelId="{A82BCCFA-CA34-424E-8679-1590F4A02E1D}" cxnId="{D6F4A7E7-9B9A-4094-8042-59C7C08C5726}" type="parTrans">
      <dgm:prSet/>
      <dgm:spPr/>
      <dgm:t>
        <a:bodyPr/>
        <a:lstStyle/>
        <a:p>
          <a:endParaRPr lang="zh-CN" altLang="en-US"/>
        </a:p>
      </dgm:t>
    </dgm:pt>
    <dgm:pt modelId="{E52C0FC9-6070-4A75-AB3C-F2C2DB9467C0}" cxnId="{D6F4A7E7-9B9A-4094-8042-59C7C08C5726}" type="sibTrans">
      <dgm:prSet/>
      <dgm:spPr/>
      <dgm:t>
        <a:bodyPr/>
        <a:lstStyle/>
        <a:p>
          <a:endParaRPr lang="zh-CN" altLang="en-US"/>
        </a:p>
      </dgm:t>
    </dgm:pt>
    <dgm:pt modelId="{68591EFF-AFDD-48DE-AD18-424BB10C7ED0}" type="pres">
      <dgm:prSet presAssocID="{0AA61756-6A71-45E5-A5E2-A2CC5F7E3361}" presName="Name0" presStyleCnt="0">
        <dgm:presLayoutVars>
          <dgm:dir/>
          <dgm:animLvl val="lvl"/>
          <dgm:resizeHandles val="exact"/>
        </dgm:presLayoutVars>
      </dgm:prSet>
      <dgm:spPr/>
    </dgm:pt>
    <dgm:pt modelId="{1CEB78FD-B52E-4AD6-AB17-258A399EC880}" type="pres">
      <dgm:prSet presAssocID="{2FCF7317-0D1E-4C5A-9038-C97F392F66D2}" presName="linNode" presStyleCnt="0"/>
      <dgm:spPr/>
    </dgm:pt>
    <dgm:pt modelId="{C605B06A-DDF1-4D9C-AC48-719C273C1B9F}" type="pres">
      <dgm:prSet presAssocID="{2FCF7317-0D1E-4C5A-9038-C97F392F66D2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B6D4FDEF-4A96-4971-A926-BE1F86803572}" type="pres">
      <dgm:prSet presAssocID="{2FCF7317-0D1E-4C5A-9038-C97F392F66D2}" presName="descendantText" presStyleLbl="alignAccFollowNode1" presStyleIdx="0" presStyleCnt="2">
        <dgm:presLayoutVars>
          <dgm:bulletEnabled val="1"/>
        </dgm:presLayoutVars>
      </dgm:prSet>
      <dgm:spPr/>
    </dgm:pt>
    <dgm:pt modelId="{36A47CCB-D394-4F80-8FDD-50BB98388558}" type="pres">
      <dgm:prSet presAssocID="{7138C5D6-B460-48EC-9458-01EABCC53DA0}" presName="sp" presStyleCnt="0"/>
      <dgm:spPr/>
    </dgm:pt>
    <dgm:pt modelId="{CFF83AD0-8E64-447F-988F-E6B6456E3116}" type="pres">
      <dgm:prSet presAssocID="{4C2BEA30-6E56-46F9-BAA5-AEED4EE24031}" presName="linNode" presStyleCnt="0"/>
      <dgm:spPr/>
    </dgm:pt>
    <dgm:pt modelId="{86DE0FB6-7557-4D25-B8FC-F37834B84790}" type="pres">
      <dgm:prSet presAssocID="{4C2BEA30-6E56-46F9-BAA5-AEED4EE24031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27A49D32-0C71-4E41-B6FE-743D6A438A60}" type="pres">
      <dgm:prSet presAssocID="{4C2BEA30-6E56-46F9-BAA5-AEED4EE24031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694E56D6-D38A-40D4-B0B3-D13564D44173}" srcId="{0AA61756-6A71-45E5-A5E2-A2CC5F7E3361}" destId="{2FCF7317-0D1E-4C5A-9038-C97F392F66D2}" srcOrd="0" destOrd="0" parTransId="{10D3AB09-C015-41A1-AB6F-52315406AA81}" sibTransId="{7138C5D6-B460-48EC-9458-01EABCC53DA0}"/>
    <dgm:cxn modelId="{304E1161-4A3C-4C53-B78A-2D180C63A144}" type="presOf" srcId="{0AA61756-6A71-45E5-A5E2-A2CC5F7E3361}" destId="{68591EFF-AFDD-48DE-AD18-424BB10C7ED0}" srcOrd="0" destOrd="0" presId="urn:microsoft.com/office/officeart/2005/8/layout/vList5"/>
    <dgm:cxn modelId="{8E2423F4-D053-4394-B0AE-7C9D312023B9}" type="presOf" srcId="{A8A87BE9-3A93-48F1-953C-42C92CA718AA}" destId="{B6D4FDEF-4A96-4971-A926-BE1F86803572}" srcOrd="0" destOrd="0" presId="urn:microsoft.com/office/officeart/2005/8/layout/vList5"/>
    <dgm:cxn modelId="{157CFA84-D197-407A-9978-01A138C7CAA7}" srcId="{0AA61756-6A71-45E5-A5E2-A2CC5F7E3361}" destId="{4C2BEA30-6E56-46F9-BAA5-AEED4EE24031}" srcOrd="1" destOrd="0" parTransId="{DF47525E-B600-442F-81A2-683ADF367767}" sibTransId="{EC255ABD-7A9E-4FDC-AECC-77C090B14556}"/>
    <dgm:cxn modelId="{53E365BE-1163-4CB8-A2BC-C908616B5394}" type="presOf" srcId="{2FCF7317-0D1E-4C5A-9038-C97F392F66D2}" destId="{C605B06A-DDF1-4D9C-AC48-719C273C1B9F}" srcOrd="0" destOrd="0" presId="urn:microsoft.com/office/officeart/2005/8/layout/vList5"/>
    <dgm:cxn modelId="{5CABD84C-6D00-4A57-86C0-19504FDB9184}" srcId="{2FCF7317-0D1E-4C5A-9038-C97F392F66D2}" destId="{A8A87BE9-3A93-48F1-953C-42C92CA718AA}" srcOrd="0" destOrd="0" parTransId="{D015E42E-18E7-41D8-94C7-FAF394059549}" sibTransId="{BF527CBD-9BB3-43BC-8573-222F8844824C}"/>
    <dgm:cxn modelId="{AF82ED39-6507-442F-B9BC-79458B95EBB0}" type="presOf" srcId="{4C2BEA30-6E56-46F9-BAA5-AEED4EE24031}" destId="{86DE0FB6-7557-4D25-B8FC-F37834B84790}" srcOrd="0" destOrd="0" presId="urn:microsoft.com/office/officeart/2005/8/layout/vList5"/>
    <dgm:cxn modelId="{D6F4A7E7-9B9A-4094-8042-59C7C08C5726}" srcId="{4C2BEA30-6E56-46F9-BAA5-AEED4EE24031}" destId="{C0C9EA3D-1B20-438A-BAA0-8652DDF83184}" srcOrd="0" destOrd="0" parTransId="{A82BCCFA-CA34-424E-8679-1590F4A02E1D}" sibTransId="{E52C0FC9-6070-4A75-AB3C-F2C2DB9467C0}"/>
    <dgm:cxn modelId="{077626EF-467D-4CFA-A6EC-BFAD80DA70C6}" type="presOf" srcId="{C0C9EA3D-1B20-438A-BAA0-8652DDF83184}" destId="{27A49D32-0C71-4E41-B6FE-743D6A438A60}" srcOrd="0" destOrd="0" presId="urn:microsoft.com/office/officeart/2005/8/layout/vList5"/>
    <dgm:cxn modelId="{E485DD84-616A-47C0-B9F3-131C8AFE06DA}" type="presParOf" srcId="{68591EFF-AFDD-48DE-AD18-424BB10C7ED0}" destId="{1CEB78FD-B52E-4AD6-AB17-258A399EC880}" srcOrd="0" destOrd="0" presId="urn:microsoft.com/office/officeart/2005/8/layout/vList5"/>
    <dgm:cxn modelId="{6576A584-75D8-4BDA-86F9-F4E0915A8F08}" type="presParOf" srcId="{1CEB78FD-B52E-4AD6-AB17-258A399EC880}" destId="{C605B06A-DDF1-4D9C-AC48-719C273C1B9F}" srcOrd="0" destOrd="0" presId="urn:microsoft.com/office/officeart/2005/8/layout/vList5"/>
    <dgm:cxn modelId="{6EEB6E61-B30B-4BEE-8437-D64E027FB7ED}" type="presParOf" srcId="{1CEB78FD-B52E-4AD6-AB17-258A399EC880}" destId="{B6D4FDEF-4A96-4971-A926-BE1F86803572}" srcOrd="1" destOrd="0" presId="urn:microsoft.com/office/officeart/2005/8/layout/vList5"/>
    <dgm:cxn modelId="{1617FDFA-2C66-4037-B05D-99B8D17B776A}" type="presParOf" srcId="{68591EFF-AFDD-48DE-AD18-424BB10C7ED0}" destId="{36A47CCB-D394-4F80-8FDD-50BB98388558}" srcOrd="1" destOrd="0" presId="urn:microsoft.com/office/officeart/2005/8/layout/vList5"/>
    <dgm:cxn modelId="{5EA62571-6063-4045-9B7F-039FD192B363}" type="presParOf" srcId="{68591EFF-AFDD-48DE-AD18-424BB10C7ED0}" destId="{CFF83AD0-8E64-447F-988F-E6B6456E3116}" srcOrd="2" destOrd="0" presId="urn:microsoft.com/office/officeart/2005/8/layout/vList5"/>
    <dgm:cxn modelId="{ECD5020E-8DE2-4B90-848E-00FC349455A3}" type="presParOf" srcId="{CFF83AD0-8E64-447F-988F-E6B6456E3116}" destId="{86DE0FB6-7557-4D25-B8FC-F37834B84790}" srcOrd="0" destOrd="0" presId="urn:microsoft.com/office/officeart/2005/8/layout/vList5"/>
    <dgm:cxn modelId="{514C1C4C-C4E4-45BF-93EB-2D25668C1680}" type="presParOf" srcId="{CFF83AD0-8E64-447F-988F-E6B6456E3116}" destId="{27A49D32-0C71-4E41-B6FE-743D6A438A60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54C7C67-53B9-40C3-BBA1-90EFA43B47F6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85E69D9B-6AC1-4857-84EF-2B27724FAC55}">
      <dgm:prSet phldrT="[文本]"/>
      <dgm:spPr/>
      <dgm:t>
        <a:bodyPr/>
        <a:lstStyle/>
        <a:p>
          <a:r>
            <a:rPr lang="zh-CN" b="1" dirty="0" smtClean="0"/>
            <a:t>支持向量机模型</a:t>
          </a:r>
          <a:endParaRPr lang="zh-CN" altLang="en-US" dirty="0"/>
        </a:p>
      </dgm:t>
    </dgm:pt>
    <dgm:pt modelId="{D7D48024-1763-4E0C-AD6A-B6E88A62C35D}" cxnId="{0C0B2C91-2819-436F-AB73-286ACCAD8E15}" type="parTrans">
      <dgm:prSet/>
      <dgm:spPr/>
      <dgm:t>
        <a:bodyPr/>
        <a:lstStyle/>
        <a:p>
          <a:endParaRPr lang="zh-CN" altLang="en-US"/>
        </a:p>
      </dgm:t>
    </dgm:pt>
    <dgm:pt modelId="{B7478A9C-698E-47A7-8CBA-7DFE53395B4F}" cxnId="{0C0B2C91-2819-436F-AB73-286ACCAD8E15}" type="sibTrans">
      <dgm:prSet/>
      <dgm:spPr/>
      <dgm:t>
        <a:bodyPr/>
        <a:lstStyle/>
        <a:p>
          <a:endParaRPr lang="zh-CN" altLang="en-US"/>
        </a:p>
      </dgm:t>
    </dgm:pt>
    <dgm:pt modelId="{D95CA106-6A0A-4A81-BAF9-BCA24F9AADFD}">
      <dgm:prSet phldrT="[文本]" custT="1"/>
      <dgm:spPr/>
      <dgm:t>
        <a:bodyPr/>
        <a:lstStyle/>
        <a:p>
          <a:r>
            <a:rPr lang="en-US" sz="1800" dirty="0" smtClean="0"/>
            <a:t>#</a:t>
          </a:r>
          <a:r>
            <a:rPr lang="zh-CN" sz="1800" dirty="0" smtClean="0"/>
            <a:t>支持向量机模型</a:t>
          </a:r>
          <a:endParaRPr lang="zh-CN" altLang="en-US" sz="1800" dirty="0"/>
        </a:p>
      </dgm:t>
    </dgm:pt>
    <dgm:pt modelId="{E65A3EC8-C6EA-4674-813E-F2F7F9BD03F9}" cxnId="{7A0747E4-F02A-4565-B2FC-934B9207DF83}" type="parTrans">
      <dgm:prSet/>
      <dgm:spPr/>
      <dgm:t>
        <a:bodyPr/>
        <a:lstStyle/>
        <a:p>
          <a:endParaRPr lang="zh-CN" altLang="en-US"/>
        </a:p>
      </dgm:t>
    </dgm:pt>
    <dgm:pt modelId="{665F070D-430D-448C-8069-C3C2AAF1CFD5}" cxnId="{7A0747E4-F02A-4565-B2FC-934B9207DF83}" type="sibTrans">
      <dgm:prSet/>
      <dgm:spPr/>
      <dgm:t>
        <a:bodyPr/>
        <a:lstStyle/>
        <a:p>
          <a:endParaRPr lang="zh-CN" altLang="en-US"/>
        </a:p>
      </dgm:t>
    </dgm:pt>
    <dgm:pt modelId="{2F6403BF-D863-48DB-A1C3-4B807A98BBD4}">
      <dgm:prSet phldrT="[文本]"/>
      <dgm:spPr/>
      <dgm:t>
        <a:bodyPr/>
        <a:lstStyle/>
        <a:p>
          <a:r>
            <a:rPr lang="zh-CN" b="1" dirty="0" smtClean="0"/>
            <a:t>神经网络模型</a:t>
          </a:r>
          <a:endParaRPr lang="zh-CN" altLang="en-US" dirty="0"/>
        </a:p>
      </dgm:t>
    </dgm:pt>
    <dgm:pt modelId="{7156F5F2-1637-4D1C-B503-CC918D468DD5}" cxnId="{4BB4D33C-F10C-40AE-ABDC-8191514740AB}" type="parTrans">
      <dgm:prSet/>
      <dgm:spPr/>
      <dgm:t>
        <a:bodyPr/>
        <a:lstStyle/>
        <a:p>
          <a:endParaRPr lang="zh-CN" altLang="en-US"/>
        </a:p>
      </dgm:t>
    </dgm:pt>
    <dgm:pt modelId="{80485F3F-F00F-4344-ACC2-9CDBF9152919}" cxnId="{4BB4D33C-F10C-40AE-ABDC-8191514740AB}" type="sibTrans">
      <dgm:prSet/>
      <dgm:spPr/>
      <dgm:t>
        <a:bodyPr/>
        <a:lstStyle/>
        <a:p>
          <a:endParaRPr lang="zh-CN" altLang="en-US"/>
        </a:p>
      </dgm:t>
    </dgm:pt>
    <dgm:pt modelId="{04DE7548-4864-4B33-BF3A-C63033E05CEA}">
      <dgm:prSet phldrT="[文本]" custT="1"/>
      <dgm:spPr/>
      <dgm:t>
        <a:bodyPr/>
        <a:lstStyle/>
        <a:p>
          <a:r>
            <a:rPr lang="en-US" sz="1800" dirty="0" smtClean="0"/>
            <a:t>#</a:t>
          </a:r>
          <a:r>
            <a:rPr lang="zh-CN" sz="1800" dirty="0" smtClean="0"/>
            <a:t>神经网络模型</a:t>
          </a:r>
          <a:endParaRPr lang="zh-CN" altLang="en-US" sz="1800" dirty="0"/>
        </a:p>
      </dgm:t>
    </dgm:pt>
    <dgm:pt modelId="{AD4C56F8-D3F6-45DA-AC1D-B2050DF33CA6}" cxnId="{EBFB0FF9-DB32-4492-94F5-DD6E87676476}" type="parTrans">
      <dgm:prSet/>
      <dgm:spPr/>
      <dgm:t>
        <a:bodyPr/>
        <a:lstStyle/>
        <a:p>
          <a:endParaRPr lang="zh-CN" altLang="en-US"/>
        </a:p>
      </dgm:t>
    </dgm:pt>
    <dgm:pt modelId="{23A3E144-3A54-4FB1-93F1-5F863CDFD914}" cxnId="{EBFB0FF9-DB32-4492-94F5-DD6E87676476}" type="sibTrans">
      <dgm:prSet/>
      <dgm:spPr/>
      <dgm:t>
        <a:bodyPr/>
        <a:lstStyle/>
        <a:p>
          <a:endParaRPr lang="zh-CN" altLang="en-US"/>
        </a:p>
      </dgm:t>
    </dgm:pt>
    <dgm:pt modelId="{21BE12F4-DDE5-44F9-B2B7-862F4F2CC675}">
      <dgm:prSet phldrT="[文本]" custT="1"/>
      <dgm:spPr/>
      <dgm:t>
        <a:bodyPr/>
        <a:lstStyle/>
        <a:p>
          <a:r>
            <a:rPr lang="en-US" sz="1800" dirty="0" smtClean="0"/>
            <a:t>#</a:t>
          </a:r>
          <a:r>
            <a:rPr lang="zh-CN" sz="1800" dirty="0" smtClean="0"/>
            <a:t>逻辑回归模型</a:t>
          </a:r>
          <a:endParaRPr lang="zh-CN" altLang="en-US" sz="1800" dirty="0"/>
        </a:p>
      </dgm:t>
    </dgm:pt>
    <dgm:pt modelId="{68BD5491-5A25-4663-9EA1-BDEAA7F71A58}" cxnId="{132E3546-A192-4891-8F90-2185D3F69A65}" type="parTrans">
      <dgm:prSet/>
      <dgm:spPr/>
      <dgm:t>
        <a:bodyPr/>
        <a:lstStyle/>
        <a:p>
          <a:endParaRPr lang="zh-CN" altLang="en-US"/>
        </a:p>
      </dgm:t>
    </dgm:pt>
    <dgm:pt modelId="{E302E3C6-17AA-47E0-ACA7-38173EDD421D}" cxnId="{132E3546-A192-4891-8F90-2185D3F69A65}" type="sibTrans">
      <dgm:prSet/>
      <dgm:spPr/>
      <dgm:t>
        <a:bodyPr/>
        <a:lstStyle/>
        <a:p>
          <a:endParaRPr lang="zh-CN" altLang="en-US"/>
        </a:p>
      </dgm:t>
    </dgm:pt>
    <dgm:pt modelId="{3F076B10-8D01-446E-8DDD-3AD3010653AF}">
      <dgm:prSet phldrT="[文本]"/>
      <dgm:spPr/>
      <dgm:t>
        <a:bodyPr/>
        <a:lstStyle/>
        <a:p>
          <a:r>
            <a:rPr lang="zh-CN" b="1" dirty="0" smtClean="0"/>
            <a:t>逻辑回归模型</a:t>
          </a:r>
          <a:endParaRPr lang="zh-CN" altLang="en-US" dirty="0"/>
        </a:p>
      </dgm:t>
    </dgm:pt>
    <dgm:pt modelId="{5F9FE8F8-CC19-4981-9667-D94B19354ED2}" cxnId="{7B6FEA4D-EA8A-4B00-A339-10EB2D9E0A29}" type="sibTrans">
      <dgm:prSet/>
      <dgm:spPr/>
      <dgm:t>
        <a:bodyPr/>
        <a:lstStyle/>
        <a:p>
          <a:endParaRPr lang="zh-CN" altLang="en-US"/>
        </a:p>
      </dgm:t>
    </dgm:pt>
    <dgm:pt modelId="{65DFEA60-76C2-4DB9-839C-2B10836A0F0A}" cxnId="{7B6FEA4D-EA8A-4B00-A339-10EB2D9E0A29}" type="parTrans">
      <dgm:prSet/>
      <dgm:spPr/>
      <dgm:t>
        <a:bodyPr/>
        <a:lstStyle/>
        <a:p>
          <a:endParaRPr lang="zh-CN" altLang="en-US"/>
        </a:p>
      </dgm:t>
    </dgm:pt>
    <dgm:pt modelId="{97280B5B-03FE-43FB-9E09-8C24025DC468}">
      <dgm:prSet custT="1"/>
      <dgm:spPr/>
      <dgm:t>
        <a:bodyPr/>
        <a:lstStyle/>
        <a:p>
          <a:r>
            <a:rPr lang="en-US" sz="1800" dirty="0" smtClean="0"/>
            <a:t>from </a:t>
          </a:r>
          <a:r>
            <a:rPr lang="en-US" sz="1800" dirty="0" err="1" smtClean="0"/>
            <a:t>sklearn</a:t>
          </a:r>
          <a:r>
            <a:rPr lang="en-US" sz="1800" dirty="0" smtClean="0"/>
            <a:t> import </a:t>
          </a:r>
          <a:r>
            <a:rPr lang="en-US" sz="1800" dirty="0" err="1" smtClean="0"/>
            <a:t>svm</a:t>
          </a:r>
          <a:endParaRPr lang="zh-CN" sz="1800" dirty="0"/>
        </a:p>
      </dgm:t>
    </dgm:pt>
    <dgm:pt modelId="{6244548C-3168-42F5-AB10-D84366198D06}" cxnId="{C902F97A-2C30-449F-8494-09840C384D6F}" type="parTrans">
      <dgm:prSet/>
      <dgm:spPr/>
      <dgm:t>
        <a:bodyPr/>
        <a:lstStyle/>
        <a:p>
          <a:endParaRPr lang="zh-CN" altLang="en-US"/>
        </a:p>
      </dgm:t>
    </dgm:pt>
    <dgm:pt modelId="{2312B217-97B3-47A6-84EC-151F85116E5D}" cxnId="{C902F97A-2C30-449F-8494-09840C384D6F}" type="sibTrans">
      <dgm:prSet/>
      <dgm:spPr/>
      <dgm:t>
        <a:bodyPr/>
        <a:lstStyle/>
        <a:p>
          <a:endParaRPr lang="zh-CN" altLang="en-US"/>
        </a:p>
      </dgm:t>
    </dgm:pt>
    <dgm:pt modelId="{A92F39BD-27FD-450A-BADA-0F57BEF30475}">
      <dgm:prSet custT="1"/>
      <dgm:spPr/>
      <dgm:t>
        <a:bodyPr/>
        <a:lstStyle/>
        <a:p>
          <a:r>
            <a:rPr lang="en-US" sz="1800" dirty="0" err="1" smtClean="0"/>
            <a:t>clf</a:t>
          </a:r>
          <a:r>
            <a:rPr lang="en-US" sz="1800" dirty="0" smtClean="0"/>
            <a:t> = </a:t>
          </a:r>
          <a:r>
            <a:rPr lang="en-US" sz="1800" dirty="0" err="1" smtClean="0"/>
            <a:t>svm.SVC</a:t>
          </a:r>
          <a:r>
            <a:rPr lang="en-US" sz="1800" dirty="0" smtClean="0"/>
            <a:t>()</a:t>
          </a:r>
          <a:endParaRPr lang="zh-CN" sz="1800" dirty="0"/>
        </a:p>
      </dgm:t>
    </dgm:pt>
    <dgm:pt modelId="{FC1712C0-8EBD-4BD8-B52A-96B94E2D20B5}" cxnId="{DA9E87CA-FEDE-46BC-9B00-7C4F388952AD}" type="parTrans">
      <dgm:prSet/>
      <dgm:spPr/>
      <dgm:t>
        <a:bodyPr/>
        <a:lstStyle/>
        <a:p>
          <a:endParaRPr lang="zh-CN" altLang="en-US"/>
        </a:p>
      </dgm:t>
    </dgm:pt>
    <dgm:pt modelId="{960B68BC-99C9-4647-A1D0-74280ED670B0}" cxnId="{DA9E87CA-FEDE-46BC-9B00-7C4F388952AD}" type="sibTrans">
      <dgm:prSet/>
      <dgm:spPr/>
      <dgm:t>
        <a:bodyPr/>
        <a:lstStyle/>
        <a:p>
          <a:endParaRPr lang="zh-CN" altLang="en-US"/>
        </a:p>
      </dgm:t>
    </dgm:pt>
    <dgm:pt modelId="{88735485-7960-41C4-B57F-E9692443A54B}">
      <dgm:prSet custT="1"/>
      <dgm:spPr/>
      <dgm:t>
        <a:bodyPr/>
        <a:lstStyle/>
        <a:p>
          <a:r>
            <a:rPr lang="en-US" sz="1800" dirty="0" err="1" smtClean="0"/>
            <a:t>clf.fit</a:t>
          </a:r>
          <a:r>
            <a:rPr lang="en-US" sz="1800" dirty="0" smtClean="0"/>
            <a:t>(</a:t>
          </a:r>
          <a:r>
            <a:rPr lang="en-US" sz="1800" dirty="0" err="1" smtClean="0"/>
            <a:t>x_train</a:t>
          </a:r>
          <a:r>
            <a:rPr lang="en-US" sz="1800" dirty="0" smtClean="0"/>
            <a:t>, </a:t>
          </a:r>
          <a:r>
            <a:rPr lang="en-US" sz="1800" dirty="0" err="1" smtClean="0"/>
            <a:t>y_train</a:t>
          </a:r>
          <a:r>
            <a:rPr lang="en-US" sz="1800" dirty="0" smtClean="0"/>
            <a:t>) </a:t>
          </a:r>
          <a:endParaRPr lang="zh-CN" sz="1800" dirty="0"/>
        </a:p>
      </dgm:t>
    </dgm:pt>
    <dgm:pt modelId="{704EE540-096C-4674-A52F-0CB6CD05AB86}" cxnId="{AE8403AE-0663-4CC0-8AEA-8F9154ADAC2F}" type="parTrans">
      <dgm:prSet/>
      <dgm:spPr/>
      <dgm:t>
        <a:bodyPr/>
        <a:lstStyle/>
        <a:p>
          <a:endParaRPr lang="zh-CN" altLang="en-US"/>
        </a:p>
      </dgm:t>
    </dgm:pt>
    <dgm:pt modelId="{700738B6-53F1-4425-81B1-C41E9CE24F3A}" cxnId="{AE8403AE-0663-4CC0-8AEA-8F9154ADAC2F}" type="sibTrans">
      <dgm:prSet/>
      <dgm:spPr/>
      <dgm:t>
        <a:bodyPr/>
        <a:lstStyle/>
        <a:p>
          <a:endParaRPr lang="zh-CN" altLang="en-US"/>
        </a:p>
      </dgm:t>
    </dgm:pt>
    <dgm:pt modelId="{4A04FCFA-6B74-4901-9D78-1C29933CDEB3}">
      <dgm:prSet custT="1"/>
      <dgm:spPr/>
      <dgm:t>
        <a:bodyPr/>
        <a:lstStyle/>
        <a:p>
          <a:r>
            <a:rPr lang="en-US" sz="1800" dirty="0" smtClean="0"/>
            <a:t>result=</a:t>
          </a:r>
          <a:r>
            <a:rPr lang="en-US" sz="1800" dirty="0" err="1" smtClean="0"/>
            <a:t>clf.predict</a:t>
          </a:r>
          <a:r>
            <a:rPr lang="en-US" sz="1800" dirty="0" smtClean="0"/>
            <a:t>(</a:t>
          </a:r>
          <a:r>
            <a:rPr lang="en-US" sz="1800" dirty="0" err="1" smtClean="0"/>
            <a:t>x_test</a:t>
          </a:r>
          <a:r>
            <a:rPr lang="en-US" sz="1800" dirty="0" smtClean="0"/>
            <a:t>)</a:t>
          </a:r>
          <a:endParaRPr lang="zh-CN" sz="1800" dirty="0"/>
        </a:p>
      </dgm:t>
    </dgm:pt>
    <dgm:pt modelId="{A56DEA7B-7819-469D-AF4B-08C4AA16F24C}" cxnId="{289A29BE-D3CC-48C2-B091-0D2AC09BDD3B}" type="parTrans">
      <dgm:prSet/>
      <dgm:spPr/>
      <dgm:t>
        <a:bodyPr/>
        <a:lstStyle/>
        <a:p>
          <a:endParaRPr lang="zh-CN" altLang="en-US"/>
        </a:p>
      </dgm:t>
    </dgm:pt>
    <dgm:pt modelId="{10C14CDA-A230-4CDD-8450-345C11C1BC6A}" cxnId="{289A29BE-D3CC-48C2-B091-0D2AC09BDD3B}" type="sibTrans">
      <dgm:prSet/>
      <dgm:spPr/>
      <dgm:t>
        <a:bodyPr/>
        <a:lstStyle/>
        <a:p>
          <a:endParaRPr lang="zh-CN" altLang="en-US"/>
        </a:p>
      </dgm:t>
    </dgm:pt>
    <dgm:pt modelId="{66C5C7D3-411D-485D-AF9D-91CDEC14BD27}">
      <dgm:prSet custT="1"/>
      <dgm:spPr/>
      <dgm:t>
        <a:bodyPr/>
        <a:lstStyle/>
        <a:p>
          <a:r>
            <a:rPr lang="en-US" sz="1800" dirty="0" err="1" smtClean="0"/>
            <a:t>sc</a:t>
          </a:r>
          <a:r>
            <a:rPr lang="en-US" sz="1800" dirty="0" smtClean="0"/>
            <a:t>=</a:t>
          </a:r>
          <a:r>
            <a:rPr lang="en-US" sz="1800" dirty="0" err="1" smtClean="0"/>
            <a:t>clf.score</a:t>
          </a:r>
          <a:r>
            <a:rPr lang="en-US" sz="1800" dirty="0" smtClean="0"/>
            <a:t>(</a:t>
          </a:r>
          <a:r>
            <a:rPr lang="en-US" sz="1800" dirty="0" err="1" smtClean="0"/>
            <a:t>x_train</a:t>
          </a:r>
          <a:r>
            <a:rPr lang="en-US" sz="1800" dirty="0" smtClean="0"/>
            <a:t>, </a:t>
          </a:r>
          <a:r>
            <a:rPr lang="en-US" sz="1800" dirty="0" err="1" smtClean="0"/>
            <a:t>y_train</a:t>
          </a:r>
          <a:r>
            <a:rPr lang="en-US" sz="1800" dirty="0" smtClean="0"/>
            <a:t>)</a:t>
          </a:r>
          <a:endParaRPr lang="zh-CN" sz="1800" dirty="0"/>
        </a:p>
      </dgm:t>
    </dgm:pt>
    <dgm:pt modelId="{BA32F644-943F-4637-A064-A842B0C5ED57}" cxnId="{68170A26-DAE0-4036-BB54-D60A6E948538}" type="parTrans">
      <dgm:prSet/>
      <dgm:spPr/>
      <dgm:t>
        <a:bodyPr/>
        <a:lstStyle/>
        <a:p>
          <a:endParaRPr lang="zh-CN" altLang="en-US"/>
        </a:p>
      </dgm:t>
    </dgm:pt>
    <dgm:pt modelId="{636B7725-4359-4F9A-8EB4-1F461E93BD77}" cxnId="{68170A26-DAE0-4036-BB54-D60A6E948538}" type="sibTrans">
      <dgm:prSet/>
      <dgm:spPr/>
      <dgm:t>
        <a:bodyPr/>
        <a:lstStyle/>
        <a:p>
          <a:endParaRPr lang="zh-CN" altLang="en-US"/>
        </a:p>
      </dgm:t>
    </dgm:pt>
    <dgm:pt modelId="{84B0EF2C-047B-4DED-A702-A68656C9E6FC}">
      <dgm:prSet custT="1"/>
      <dgm:spPr/>
      <dgm:t>
        <a:bodyPr/>
        <a:lstStyle/>
        <a:p>
          <a:r>
            <a:rPr lang="en-US" sz="1800" dirty="0" smtClean="0"/>
            <a:t>from </a:t>
          </a:r>
          <a:r>
            <a:rPr lang="en-US" sz="1800" dirty="0" err="1" smtClean="0"/>
            <a:t>sklearn.neural_network</a:t>
          </a:r>
          <a:r>
            <a:rPr lang="en-US" sz="1800" dirty="0" smtClean="0"/>
            <a:t> import </a:t>
          </a:r>
          <a:r>
            <a:rPr lang="en-US" sz="1800" dirty="0" err="1" smtClean="0"/>
            <a:t>MLPClassifier</a:t>
          </a:r>
          <a:endParaRPr lang="zh-CN" sz="1800" dirty="0"/>
        </a:p>
      </dgm:t>
    </dgm:pt>
    <dgm:pt modelId="{852E2D34-18DA-4CCC-B5BB-99D31BF0AFCA}" cxnId="{0074BEF2-4AB1-49DF-BE77-310A2D9DEBB0}" type="parTrans">
      <dgm:prSet/>
      <dgm:spPr/>
      <dgm:t>
        <a:bodyPr/>
        <a:lstStyle/>
        <a:p>
          <a:endParaRPr lang="zh-CN" altLang="en-US"/>
        </a:p>
      </dgm:t>
    </dgm:pt>
    <dgm:pt modelId="{AF504E26-32D9-486A-AF1D-AA59C1635D83}" cxnId="{0074BEF2-4AB1-49DF-BE77-310A2D9DEBB0}" type="sibTrans">
      <dgm:prSet/>
      <dgm:spPr/>
      <dgm:t>
        <a:bodyPr/>
        <a:lstStyle/>
        <a:p>
          <a:endParaRPr lang="zh-CN" altLang="en-US"/>
        </a:p>
      </dgm:t>
    </dgm:pt>
    <dgm:pt modelId="{3E4D0F5C-9DBF-4D85-ACEB-3935BE039EE7}">
      <dgm:prSet custT="1"/>
      <dgm:spPr/>
      <dgm:t>
        <a:bodyPr/>
        <a:lstStyle/>
        <a:p>
          <a:r>
            <a:rPr lang="en-US" sz="1800" dirty="0" err="1" smtClean="0"/>
            <a:t>clf</a:t>
          </a:r>
          <a:r>
            <a:rPr lang="en-US" sz="1800" dirty="0" smtClean="0"/>
            <a:t> = </a:t>
          </a:r>
          <a:r>
            <a:rPr lang="en-US" sz="1800" dirty="0" err="1" smtClean="0"/>
            <a:t>MLPClassifier</a:t>
          </a:r>
          <a:r>
            <a:rPr lang="en-US" sz="1800" dirty="0" smtClean="0"/>
            <a:t>(solver='</a:t>
          </a:r>
          <a:r>
            <a:rPr lang="en-US" sz="1800" dirty="0" err="1" smtClean="0"/>
            <a:t>lbfgs</a:t>
          </a:r>
          <a:r>
            <a:rPr lang="en-US" sz="1800" dirty="0" smtClean="0"/>
            <a:t>', alpha=1e-5,hidden_layer_sizes=8, </a:t>
          </a:r>
          <a:r>
            <a:rPr lang="en-US" sz="1800" dirty="0" err="1" smtClean="0"/>
            <a:t>random_state</a:t>
          </a:r>
          <a:r>
            <a:rPr lang="en-US" sz="1800" dirty="0" smtClean="0"/>
            <a:t>=1)</a:t>
          </a:r>
          <a:endParaRPr lang="zh-CN" sz="1800" dirty="0"/>
        </a:p>
      </dgm:t>
    </dgm:pt>
    <dgm:pt modelId="{56008777-FE86-4D43-B3A9-6B80F2A209C9}" cxnId="{34FCD4DB-EB96-4E93-B3BF-D5594FB8DA9E}" type="parTrans">
      <dgm:prSet/>
      <dgm:spPr/>
      <dgm:t>
        <a:bodyPr/>
        <a:lstStyle/>
        <a:p>
          <a:endParaRPr lang="zh-CN" altLang="en-US"/>
        </a:p>
      </dgm:t>
    </dgm:pt>
    <dgm:pt modelId="{5143C010-F5FC-4BC4-8BEA-296D07390BCD}" cxnId="{34FCD4DB-EB96-4E93-B3BF-D5594FB8DA9E}" type="sibTrans">
      <dgm:prSet/>
      <dgm:spPr/>
      <dgm:t>
        <a:bodyPr/>
        <a:lstStyle/>
        <a:p>
          <a:endParaRPr lang="zh-CN" altLang="en-US"/>
        </a:p>
      </dgm:t>
    </dgm:pt>
    <dgm:pt modelId="{2A0A681C-258F-4423-8863-EBDFDBC8E788}">
      <dgm:prSet custT="1"/>
      <dgm:spPr/>
      <dgm:t>
        <a:bodyPr/>
        <a:lstStyle/>
        <a:p>
          <a:r>
            <a:rPr lang="en-US" sz="1800" dirty="0" err="1" smtClean="0"/>
            <a:t>clf.fit</a:t>
          </a:r>
          <a:r>
            <a:rPr lang="en-US" sz="1800" dirty="0" smtClean="0"/>
            <a:t>(</a:t>
          </a:r>
          <a:r>
            <a:rPr lang="en-US" sz="1800" dirty="0" err="1" smtClean="0"/>
            <a:t>x_train</a:t>
          </a:r>
          <a:r>
            <a:rPr lang="en-US" sz="1800" dirty="0" smtClean="0"/>
            <a:t>, </a:t>
          </a:r>
          <a:r>
            <a:rPr lang="en-US" sz="1800" dirty="0" err="1" smtClean="0"/>
            <a:t>y_train</a:t>
          </a:r>
          <a:r>
            <a:rPr lang="en-US" sz="1800" dirty="0" smtClean="0"/>
            <a:t>) </a:t>
          </a:r>
          <a:endParaRPr lang="zh-CN" sz="1800" dirty="0"/>
        </a:p>
      </dgm:t>
    </dgm:pt>
    <dgm:pt modelId="{CF72A1E8-FDEF-4A8A-974D-7EA3DA78C5CC}" cxnId="{FD865777-2040-419F-9331-5CE03BA9D819}" type="parTrans">
      <dgm:prSet/>
      <dgm:spPr/>
      <dgm:t>
        <a:bodyPr/>
        <a:lstStyle/>
        <a:p>
          <a:endParaRPr lang="zh-CN" altLang="en-US"/>
        </a:p>
      </dgm:t>
    </dgm:pt>
    <dgm:pt modelId="{A9411DA8-0F28-49AC-8259-C6094715DDA7}" cxnId="{FD865777-2040-419F-9331-5CE03BA9D819}" type="sibTrans">
      <dgm:prSet/>
      <dgm:spPr/>
      <dgm:t>
        <a:bodyPr/>
        <a:lstStyle/>
        <a:p>
          <a:endParaRPr lang="zh-CN" altLang="en-US"/>
        </a:p>
      </dgm:t>
    </dgm:pt>
    <dgm:pt modelId="{D2C2C9BB-E02F-45F9-8069-898FA1190286}">
      <dgm:prSet custT="1"/>
      <dgm:spPr/>
      <dgm:t>
        <a:bodyPr/>
        <a:lstStyle/>
        <a:p>
          <a:r>
            <a:rPr lang="en-US" sz="1800" dirty="0" smtClean="0"/>
            <a:t>result=</a:t>
          </a:r>
          <a:r>
            <a:rPr lang="en-US" sz="1800" dirty="0" err="1" smtClean="0"/>
            <a:t>clf.predict</a:t>
          </a:r>
          <a:r>
            <a:rPr lang="en-US" sz="1800" dirty="0" smtClean="0"/>
            <a:t>(</a:t>
          </a:r>
          <a:r>
            <a:rPr lang="en-US" sz="1800" dirty="0" err="1" smtClean="0"/>
            <a:t>x_test</a:t>
          </a:r>
          <a:r>
            <a:rPr lang="en-US" sz="1800" dirty="0" smtClean="0"/>
            <a:t>)</a:t>
          </a:r>
          <a:endParaRPr lang="zh-CN" sz="1800" dirty="0"/>
        </a:p>
      </dgm:t>
    </dgm:pt>
    <dgm:pt modelId="{1927B3AE-86F1-4D19-96F1-65D5F9EC4D49}" cxnId="{C5DF95E5-242D-4B46-A6C8-E764C793B766}" type="parTrans">
      <dgm:prSet/>
      <dgm:spPr/>
      <dgm:t>
        <a:bodyPr/>
        <a:lstStyle/>
        <a:p>
          <a:endParaRPr lang="zh-CN" altLang="en-US"/>
        </a:p>
      </dgm:t>
    </dgm:pt>
    <dgm:pt modelId="{C97282EC-B669-4B03-9B78-9820BBFCAC6B}" cxnId="{C5DF95E5-242D-4B46-A6C8-E764C793B766}" type="sibTrans">
      <dgm:prSet/>
      <dgm:spPr/>
      <dgm:t>
        <a:bodyPr/>
        <a:lstStyle/>
        <a:p>
          <a:endParaRPr lang="zh-CN" altLang="en-US"/>
        </a:p>
      </dgm:t>
    </dgm:pt>
    <dgm:pt modelId="{21FD9504-D5AC-44BE-9FE6-389B4DE90AA2}">
      <dgm:prSet custT="1"/>
      <dgm:spPr/>
      <dgm:t>
        <a:bodyPr/>
        <a:lstStyle/>
        <a:p>
          <a:r>
            <a:rPr lang="en-US" sz="1800" dirty="0" err="1" smtClean="0"/>
            <a:t>sc</a:t>
          </a:r>
          <a:r>
            <a:rPr lang="en-US" sz="1800" dirty="0" smtClean="0"/>
            <a:t>=</a:t>
          </a:r>
          <a:r>
            <a:rPr lang="en-US" sz="1800" dirty="0" err="1" smtClean="0"/>
            <a:t>clf.score</a:t>
          </a:r>
          <a:r>
            <a:rPr lang="en-US" sz="1800" dirty="0" smtClean="0"/>
            <a:t>(</a:t>
          </a:r>
          <a:r>
            <a:rPr lang="en-US" sz="1800" dirty="0" err="1" smtClean="0"/>
            <a:t>x_train</a:t>
          </a:r>
          <a:r>
            <a:rPr lang="en-US" sz="1800" dirty="0" smtClean="0"/>
            <a:t>, </a:t>
          </a:r>
          <a:r>
            <a:rPr lang="en-US" sz="1800" dirty="0" err="1" smtClean="0"/>
            <a:t>y_train</a:t>
          </a:r>
          <a:r>
            <a:rPr lang="en-US" sz="1800" dirty="0" smtClean="0"/>
            <a:t>)</a:t>
          </a:r>
          <a:endParaRPr lang="zh-CN" sz="1800" dirty="0"/>
        </a:p>
      </dgm:t>
    </dgm:pt>
    <dgm:pt modelId="{6AB57311-3054-4EE5-8B5B-32C20760B8CE}" cxnId="{F47799B9-3687-4BF3-B839-9DE80AD97B42}" type="parTrans">
      <dgm:prSet/>
      <dgm:spPr/>
      <dgm:t>
        <a:bodyPr/>
        <a:lstStyle/>
        <a:p>
          <a:endParaRPr lang="zh-CN" altLang="en-US"/>
        </a:p>
      </dgm:t>
    </dgm:pt>
    <dgm:pt modelId="{C262785A-FF58-4D67-8AEA-9A2255AD6D5F}" cxnId="{F47799B9-3687-4BF3-B839-9DE80AD97B42}" type="sibTrans">
      <dgm:prSet/>
      <dgm:spPr/>
      <dgm:t>
        <a:bodyPr/>
        <a:lstStyle/>
        <a:p>
          <a:endParaRPr lang="zh-CN" altLang="en-US"/>
        </a:p>
      </dgm:t>
    </dgm:pt>
    <dgm:pt modelId="{E16107E4-A91B-4070-A083-969D77D52AF1}">
      <dgm:prSet custT="1"/>
      <dgm:spPr/>
      <dgm:t>
        <a:bodyPr/>
        <a:lstStyle/>
        <a:p>
          <a:r>
            <a:rPr lang="en-US" sz="1800" dirty="0" smtClean="0"/>
            <a:t>from </a:t>
          </a:r>
          <a:r>
            <a:rPr lang="en-US" sz="1800" dirty="0" err="1" smtClean="0"/>
            <a:t>sklearn.linear_model</a:t>
          </a:r>
          <a:r>
            <a:rPr lang="en-US" sz="1800" dirty="0" smtClean="0"/>
            <a:t> import </a:t>
          </a:r>
          <a:r>
            <a:rPr lang="en-US" sz="1800" dirty="0" err="1" smtClean="0"/>
            <a:t>LogisticRegression</a:t>
          </a:r>
          <a:r>
            <a:rPr lang="en-US" sz="1800" dirty="0" smtClean="0"/>
            <a:t> as LR</a:t>
          </a:r>
          <a:endParaRPr lang="zh-CN" sz="1800" dirty="0"/>
        </a:p>
      </dgm:t>
    </dgm:pt>
    <dgm:pt modelId="{88257B0D-63A2-4FDC-A36D-B636489697A0}" cxnId="{05E51F4F-8CF1-4B0B-96EB-A967E103C82B}" type="parTrans">
      <dgm:prSet/>
      <dgm:spPr/>
      <dgm:t>
        <a:bodyPr/>
        <a:lstStyle/>
        <a:p>
          <a:endParaRPr lang="zh-CN" altLang="en-US"/>
        </a:p>
      </dgm:t>
    </dgm:pt>
    <dgm:pt modelId="{EA445EE6-0D3C-4BCC-A2DA-3B43B396C1F1}" cxnId="{05E51F4F-8CF1-4B0B-96EB-A967E103C82B}" type="sibTrans">
      <dgm:prSet/>
      <dgm:spPr/>
      <dgm:t>
        <a:bodyPr/>
        <a:lstStyle/>
        <a:p>
          <a:endParaRPr lang="zh-CN" altLang="en-US"/>
        </a:p>
      </dgm:t>
    </dgm:pt>
    <dgm:pt modelId="{57F8C8B0-52B7-4D65-B9A0-61A534DA5E5A}">
      <dgm:prSet custT="1"/>
      <dgm:spPr/>
      <dgm:t>
        <a:bodyPr/>
        <a:lstStyle/>
        <a:p>
          <a:r>
            <a:rPr lang="en-US" sz="1800" dirty="0" err="1" smtClean="0"/>
            <a:t>clf</a:t>
          </a:r>
          <a:r>
            <a:rPr lang="en-US" sz="1800" dirty="0" smtClean="0"/>
            <a:t> = LR()</a:t>
          </a:r>
          <a:endParaRPr lang="zh-CN" sz="1800" dirty="0"/>
        </a:p>
      </dgm:t>
    </dgm:pt>
    <dgm:pt modelId="{4F3B4ECF-50A6-4432-8E01-8F588F9803C1}" cxnId="{FD92272E-D7A8-402A-AC69-998A0531F9EB}" type="parTrans">
      <dgm:prSet/>
      <dgm:spPr/>
      <dgm:t>
        <a:bodyPr/>
        <a:lstStyle/>
        <a:p>
          <a:endParaRPr lang="zh-CN" altLang="en-US"/>
        </a:p>
      </dgm:t>
    </dgm:pt>
    <dgm:pt modelId="{727ECBF1-98EE-479F-942A-E6DC4724E700}" cxnId="{FD92272E-D7A8-402A-AC69-998A0531F9EB}" type="sibTrans">
      <dgm:prSet/>
      <dgm:spPr/>
      <dgm:t>
        <a:bodyPr/>
        <a:lstStyle/>
        <a:p>
          <a:endParaRPr lang="zh-CN" altLang="en-US"/>
        </a:p>
      </dgm:t>
    </dgm:pt>
    <dgm:pt modelId="{03A3454D-7D04-42AB-BFE8-B77055C4F583}">
      <dgm:prSet custT="1"/>
      <dgm:spPr/>
      <dgm:t>
        <a:bodyPr/>
        <a:lstStyle/>
        <a:p>
          <a:r>
            <a:rPr lang="en-US" sz="1800" dirty="0" err="1" smtClean="0"/>
            <a:t>clf.fit</a:t>
          </a:r>
          <a:r>
            <a:rPr lang="en-US" sz="1800" dirty="0" smtClean="0"/>
            <a:t>(</a:t>
          </a:r>
          <a:r>
            <a:rPr lang="en-US" sz="1800" dirty="0" err="1" smtClean="0"/>
            <a:t>x_train</a:t>
          </a:r>
          <a:r>
            <a:rPr lang="en-US" sz="1800" dirty="0" smtClean="0"/>
            <a:t>, </a:t>
          </a:r>
          <a:r>
            <a:rPr lang="en-US" sz="1800" dirty="0" err="1" smtClean="0"/>
            <a:t>y_train</a:t>
          </a:r>
          <a:r>
            <a:rPr lang="en-US" sz="1800" dirty="0" smtClean="0"/>
            <a:t>) </a:t>
          </a:r>
          <a:endParaRPr lang="zh-CN" sz="1800" dirty="0"/>
        </a:p>
      </dgm:t>
    </dgm:pt>
    <dgm:pt modelId="{C261C17A-D2D2-457C-8D1F-88EF7C99668E}" cxnId="{45E5E3D0-F55D-43DC-BAEB-EEBEAD3C636F}" type="parTrans">
      <dgm:prSet/>
      <dgm:spPr/>
      <dgm:t>
        <a:bodyPr/>
        <a:lstStyle/>
        <a:p>
          <a:endParaRPr lang="zh-CN" altLang="en-US"/>
        </a:p>
      </dgm:t>
    </dgm:pt>
    <dgm:pt modelId="{47C846A0-78AF-4C81-9F1E-AC58B775464D}" cxnId="{45E5E3D0-F55D-43DC-BAEB-EEBEAD3C636F}" type="sibTrans">
      <dgm:prSet/>
      <dgm:spPr/>
      <dgm:t>
        <a:bodyPr/>
        <a:lstStyle/>
        <a:p>
          <a:endParaRPr lang="zh-CN" altLang="en-US"/>
        </a:p>
      </dgm:t>
    </dgm:pt>
    <dgm:pt modelId="{D455308C-2E1C-4650-B277-B8E7ADBD72C0}">
      <dgm:prSet custT="1"/>
      <dgm:spPr/>
      <dgm:t>
        <a:bodyPr/>
        <a:lstStyle/>
        <a:p>
          <a:r>
            <a:rPr lang="en-US" sz="1800" dirty="0" smtClean="0"/>
            <a:t>result=</a:t>
          </a:r>
          <a:r>
            <a:rPr lang="en-US" sz="1800" dirty="0" err="1" smtClean="0"/>
            <a:t>clf.predict</a:t>
          </a:r>
          <a:r>
            <a:rPr lang="en-US" sz="1800" dirty="0" smtClean="0"/>
            <a:t>(</a:t>
          </a:r>
          <a:r>
            <a:rPr lang="en-US" sz="1800" dirty="0" err="1" smtClean="0"/>
            <a:t>x_test</a:t>
          </a:r>
          <a:r>
            <a:rPr lang="en-US" sz="1800" dirty="0" smtClean="0"/>
            <a:t>)</a:t>
          </a:r>
          <a:endParaRPr lang="zh-CN" sz="1800" dirty="0"/>
        </a:p>
      </dgm:t>
    </dgm:pt>
    <dgm:pt modelId="{A1781D9C-4DD6-4870-BCC2-F12146DAA26F}" cxnId="{60D083B7-3A02-4512-9348-883AF6AA9657}" type="parTrans">
      <dgm:prSet/>
      <dgm:spPr/>
      <dgm:t>
        <a:bodyPr/>
        <a:lstStyle/>
        <a:p>
          <a:endParaRPr lang="zh-CN" altLang="en-US"/>
        </a:p>
      </dgm:t>
    </dgm:pt>
    <dgm:pt modelId="{F8855AF2-0CE9-454A-8AB0-B0472FEA4E8B}" cxnId="{60D083B7-3A02-4512-9348-883AF6AA9657}" type="sibTrans">
      <dgm:prSet/>
      <dgm:spPr/>
      <dgm:t>
        <a:bodyPr/>
        <a:lstStyle/>
        <a:p>
          <a:endParaRPr lang="zh-CN" altLang="en-US"/>
        </a:p>
      </dgm:t>
    </dgm:pt>
    <dgm:pt modelId="{2FD8267C-E3C7-48B1-B10C-70280B17BA11}">
      <dgm:prSet custT="1"/>
      <dgm:spPr/>
      <dgm:t>
        <a:bodyPr/>
        <a:lstStyle/>
        <a:p>
          <a:r>
            <a:rPr lang="en-US" sz="1800" dirty="0" err="1" smtClean="0"/>
            <a:t>sc</a:t>
          </a:r>
          <a:r>
            <a:rPr lang="en-US" sz="1800" dirty="0" smtClean="0"/>
            <a:t>=</a:t>
          </a:r>
          <a:r>
            <a:rPr lang="en-US" sz="1800" dirty="0" err="1" smtClean="0"/>
            <a:t>clf.score</a:t>
          </a:r>
          <a:r>
            <a:rPr lang="en-US" sz="1800" dirty="0" smtClean="0"/>
            <a:t>(</a:t>
          </a:r>
          <a:r>
            <a:rPr lang="en-US" sz="1800" dirty="0" err="1" smtClean="0"/>
            <a:t>x_train</a:t>
          </a:r>
          <a:r>
            <a:rPr lang="en-US" sz="1800" dirty="0" smtClean="0"/>
            <a:t>, </a:t>
          </a:r>
          <a:r>
            <a:rPr lang="en-US" sz="1800" dirty="0" err="1" smtClean="0"/>
            <a:t>y_train</a:t>
          </a:r>
          <a:r>
            <a:rPr lang="en-US" sz="1800" dirty="0" smtClean="0"/>
            <a:t>)</a:t>
          </a:r>
          <a:endParaRPr lang="zh-CN" sz="1800" dirty="0"/>
        </a:p>
      </dgm:t>
    </dgm:pt>
    <dgm:pt modelId="{BACA5DA7-6BB1-4916-A6CB-2708458362F3}" cxnId="{9D5DB282-AEBE-4CA1-BBC9-C45B9F43C646}" type="parTrans">
      <dgm:prSet/>
      <dgm:spPr/>
      <dgm:t>
        <a:bodyPr/>
        <a:lstStyle/>
        <a:p>
          <a:endParaRPr lang="zh-CN" altLang="en-US"/>
        </a:p>
      </dgm:t>
    </dgm:pt>
    <dgm:pt modelId="{F3C5322D-8BF8-437A-9830-25F74B80087D}" cxnId="{9D5DB282-AEBE-4CA1-BBC9-C45B9F43C646}" type="sibTrans">
      <dgm:prSet/>
      <dgm:spPr/>
      <dgm:t>
        <a:bodyPr/>
        <a:lstStyle/>
        <a:p>
          <a:endParaRPr lang="zh-CN" altLang="en-US"/>
        </a:p>
      </dgm:t>
    </dgm:pt>
    <dgm:pt modelId="{0070EBCA-5AB3-4BAC-ACE0-4DE028F4BBE2}" type="pres">
      <dgm:prSet presAssocID="{254C7C67-53B9-40C3-BBA1-90EFA43B47F6}" presName="Name0" presStyleCnt="0">
        <dgm:presLayoutVars>
          <dgm:dir/>
          <dgm:animLvl val="lvl"/>
          <dgm:resizeHandles val="exact"/>
        </dgm:presLayoutVars>
      </dgm:prSet>
      <dgm:spPr/>
    </dgm:pt>
    <dgm:pt modelId="{AC7D8DFD-3B53-4FF8-8751-9703E72518EE}" type="pres">
      <dgm:prSet presAssocID="{85E69D9B-6AC1-4857-84EF-2B27724FAC55}" presName="composite" presStyleCnt="0"/>
      <dgm:spPr/>
    </dgm:pt>
    <dgm:pt modelId="{E145FC47-9FD4-4EAC-BCAD-2ACC7107D5DE}" type="pres">
      <dgm:prSet presAssocID="{85E69D9B-6AC1-4857-84EF-2B27724FAC55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CA92471D-105A-45F2-B979-7EC70754B6F4}" type="pres">
      <dgm:prSet presAssocID="{85E69D9B-6AC1-4857-84EF-2B27724FAC55}" presName="desTx" presStyleLbl="alignAccFollowNode1" presStyleIdx="0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39FCD7D2-8A63-474C-9E8B-E0725D3E9CDA}" type="pres">
      <dgm:prSet presAssocID="{B7478A9C-698E-47A7-8CBA-7DFE53395B4F}" presName="space" presStyleCnt="0"/>
      <dgm:spPr/>
    </dgm:pt>
    <dgm:pt modelId="{3FBDD448-F46A-409F-B14B-74A19FC470DE}" type="pres">
      <dgm:prSet presAssocID="{2F6403BF-D863-48DB-A1C3-4B807A98BBD4}" presName="composite" presStyleCnt="0"/>
      <dgm:spPr/>
    </dgm:pt>
    <dgm:pt modelId="{94DF15DC-2732-4B25-BCF8-4DEEA6621FF9}" type="pres">
      <dgm:prSet presAssocID="{2F6403BF-D863-48DB-A1C3-4B807A98BBD4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695B4257-213C-4707-BD39-B778CDB3E27A}" type="pres">
      <dgm:prSet presAssocID="{2F6403BF-D863-48DB-A1C3-4B807A98BBD4}" presName="desTx" presStyleLbl="alignAccFollowNode1" presStyleIdx="1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8C94FE12-D11E-4616-BFE1-5AE73E5770C8}" type="pres">
      <dgm:prSet presAssocID="{80485F3F-F00F-4344-ACC2-9CDBF9152919}" presName="space" presStyleCnt="0"/>
      <dgm:spPr/>
    </dgm:pt>
    <dgm:pt modelId="{40489A2A-9F19-448C-87A5-4EC1C0B4E0CD}" type="pres">
      <dgm:prSet presAssocID="{3F076B10-8D01-446E-8DDD-3AD3010653AF}" presName="composite" presStyleCnt="0"/>
      <dgm:spPr/>
    </dgm:pt>
    <dgm:pt modelId="{54F64B5F-94B9-4812-AF24-F66819BF5452}" type="pres">
      <dgm:prSet presAssocID="{3F076B10-8D01-446E-8DDD-3AD3010653AF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CD4B7617-68A5-4793-B347-FA1828954F22}" type="pres">
      <dgm:prSet presAssocID="{3F076B10-8D01-446E-8DDD-3AD3010653AF}" presName="desTx" presStyleLbl="alignAccFollowNode1" presStyleIdx="2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8837D4CF-F98A-41D4-A744-6EAFBBC2D375}" type="presOf" srcId="{D455308C-2E1C-4650-B277-B8E7ADBD72C0}" destId="{CD4B7617-68A5-4793-B347-FA1828954F22}" srcOrd="0" destOrd="4" presId="urn:microsoft.com/office/officeart/2005/8/layout/hList1"/>
    <dgm:cxn modelId="{FB54B1D7-5C1C-43C4-8212-8A9744398487}" type="presOf" srcId="{21BE12F4-DDE5-44F9-B2B7-862F4F2CC675}" destId="{CD4B7617-68A5-4793-B347-FA1828954F22}" srcOrd="0" destOrd="0" presId="urn:microsoft.com/office/officeart/2005/8/layout/hList1"/>
    <dgm:cxn modelId="{D408E3EE-D2B5-4642-8591-11326014AA74}" type="presOf" srcId="{21FD9504-D5AC-44BE-9FE6-389B4DE90AA2}" destId="{695B4257-213C-4707-BD39-B778CDB3E27A}" srcOrd="0" destOrd="5" presId="urn:microsoft.com/office/officeart/2005/8/layout/hList1"/>
    <dgm:cxn modelId="{995CF0F4-1871-4519-BCD7-ED78442F857D}" type="presOf" srcId="{57F8C8B0-52B7-4D65-B9A0-61A534DA5E5A}" destId="{CD4B7617-68A5-4793-B347-FA1828954F22}" srcOrd="0" destOrd="2" presId="urn:microsoft.com/office/officeart/2005/8/layout/hList1"/>
    <dgm:cxn modelId="{2E833C73-8A07-4544-AB73-8312D9647C1D}" type="presOf" srcId="{2F6403BF-D863-48DB-A1C3-4B807A98BBD4}" destId="{94DF15DC-2732-4B25-BCF8-4DEEA6621FF9}" srcOrd="0" destOrd="0" presId="urn:microsoft.com/office/officeart/2005/8/layout/hList1"/>
    <dgm:cxn modelId="{0744880A-859C-430F-A3B5-841D9DA1DD5A}" type="presOf" srcId="{4A04FCFA-6B74-4901-9D78-1C29933CDEB3}" destId="{CA92471D-105A-45F2-B979-7EC70754B6F4}" srcOrd="0" destOrd="4" presId="urn:microsoft.com/office/officeart/2005/8/layout/hList1"/>
    <dgm:cxn modelId="{65D38A9E-EA5E-4813-8108-B00EE2557A8A}" type="presOf" srcId="{A92F39BD-27FD-450A-BADA-0F57BEF30475}" destId="{CA92471D-105A-45F2-B979-7EC70754B6F4}" srcOrd="0" destOrd="2" presId="urn:microsoft.com/office/officeart/2005/8/layout/hList1"/>
    <dgm:cxn modelId="{FD865777-2040-419F-9331-5CE03BA9D819}" srcId="{2F6403BF-D863-48DB-A1C3-4B807A98BBD4}" destId="{2A0A681C-258F-4423-8863-EBDFDBC8E788}" srcOrd="3" destOrd="0" parTransId="{CF72A1E8-FDEF-4A8A-974D-7EA3DA78C5CC}" sibTransId="{A9411DA8-0F28-49AC-8259-C6094715DDA7}"/>
    <dgm:cxn modelId="{68170A26-DAE0-4036-BB54-D60A6E948538}" srcId="{85E69D9B-6AC1-4857-84EF-2B27724FAC55}" destId="{66C5C7D3-411D-485D-AF9D-91CDEC14BD27}" srcOrd="5" destOrd="0" parTransId="{BA32F644-943F-4637-A064-A842B0C5ED57}" sibTransId="{636B7725-4359-4F9A-8EB4-1F461E93BD77}"/>
    <dgm:cxn modelId="{48E908BE-302F-4F62-BB8D-BDCFF7CB9FF5}" type="presOf" srcId="{03A3454D-7D04-42AB-BFE8-B77055C4F583}" destId="{CD4B7617-68A5-4793-B347-FA1828954F22}" srcOrd="0" destOrd="3" presId="urn:microsoft.com/office/officeart/2005/8/layout/hList1"/>
    <dgm:cxn modelId="{528C1541-473F-4E82-8911-4E9F12F47A42}" type="presOf" srcId="{2FD8267C-E3C7-48B1-B10C-70280B17BA11}" destId="{CD4B7617-68A5-4793-B347-FA1828954F22}" srcOrd="0" destOrd="5" presId="urn:microsoft.com/office/officeart/2005/8/layout/hList1"/>
    <dgm:cxn modelId="{434D4EBD-2E93-4BDC-BAE9-92EBD3FCF0D9}" type="presOf" srcId="{2A0A681C-258F-4423-8863-EBDFDBC8E788}" destId="{695B4257-213C-4707-BD39-B778CDB3E27A}" srcOrd="0" destOrd="3" presId="urn:microsoft.com/office/officeart/2005/8/layout/hList1"/>
    <dgm:cxn modelId="{C5DF95E5-242D-4B46-A6C8-E764C793B766}" srcId="{2F6403BF-D863-48DB-A1C3-4B807A98BBD4}" destId="{D2C2C9BB-E02F-45F9-8069-898FA1190286}" srcOrd="4" destOrd="0" parTransId="{1927B3AE-86F1-4D19-96F1-65D5F9EC4D49}" sibTransId="{C97282EC-B669-4B03-9B78-9820BBFCAC6B}"/>
    <dgm:cxn modelId="{DA9E87CA-FEDE-46BC-9B00-7C4F388952AD}" srcId="{85E69D9B-6AC1-4857-84EF-2B27724FAC55}" destId="{A92F39BD-27FD-450A-BADA-0F57BEF30475}" srcOrd="2" destOrd="0" parTransId="{FC1712C0-8EBD-4BD8-B52A-96B94E2D20B5}" sibTransId="{960B68BC-99C9-4647-A1D0-74280ED670B0}"/>
    <dgm:cxn modelId="{34FCD4DB-EB96-4E93-B3BF-D5594FB8DA9E}" srcId="{2F6403BF-D863-48DB-A1C3-4B807A98BBD4}" destId="{3E4D0F5C-9DBF-4D85-ACEB-3935BE039EE7}" srcOrd="2" destOrd="0" parTransId="{56008777-FE86-4D43-B3A9-6B80F2A209C9}" sibTransId="{5143C010-F5FC-4BC4-8BEA-296D07390BCD}"/>
    <dgm:cxn modelId="{289A29BE-D3CC-48C2-B091-0D2AC09BDD3B}" srcId="{85E69D9B-6AC1-4857-84EF-2B27724FAC55}" destId="{4A04FCFA-6B74-4901-9D78-1C29933CDEB3}" srcOrd="4" destOrd="0" parTransId="{A56DEA7B-7819-469D-AF4B-08C4AA16F24C}" sibTransId="{10C14CDA-A230-4CDD-8450-345C11C1BC6A}"/>
    <dgm:cxn modelId="{96F2D8C6-40A1-4FF1-8BE8-F33974B35B01}" type="presOf" srcId="{97280B5B-03FE-43FB-9E09-8C24025DC468}" destId="{CA92471D-105A-45F2-B979-7EC70754B6F4}" srcOrd="0" destOrd="1" presId="urn:microsoft.com/office/officeart/2005/8/layout/hList1"/>
    <dgm:cxn modelId="{C902F97A-2C30-449F-8494-09840C384D6F}" srcId="{85E69D9B-6AC1-4857-84EF-2B27724FAC55}" destId="{97280B5B-03FE-43FB-9E09-8C24025DC468}" srcOrd="1" destOrd="0" parTransId="{6244548C-3168-42F5-AB10-D84366198D06}" sibTransId="{2312B217-97B3-47A6-84EC-151F85116E5D}"/>
    <dgm:cxn modelId="{7B6FEA4D-EA8A-4B00-A339-10EB2D9E0A29}" srcId="{254C7C67-53B9-40C3-BBA1-90EFA43B47F6}" destId="{3F076B10-8D01-446E-8DDD-3AD3010653AF}" srcOrd="2" destOrd="0" parTransId="{65DFEA60-76C2-4DB9-839C-2B10836A0F0A}" sibTransId="{5F9FE8F8-CC19-4981-9667-D94B19354ED2}"/>
    <dgm:cxn modelId="{A8934E91-6EB6-4277-A79C-E0D259FB607B}" type="presOf" srcId="{04DE7548-4864-4B33-BF3A-C63033E05CEA}" destId="{695B4257-213C-4707-BD39-B778CDB3E27A}" srcOrd="0" destOrd="0" presId="urn:microsoft.com/office/officeart/2005/8/layout/hList1"/>
    <dgm:cxn modelId="{1289CD9F-4397-4725-9A3C-0D54225B7B39}" type="presOf" srcId="{66C5C7D3-411D-485D-AF9D-91CDEC14BD27}" destId="{CA92471D-105A-45F2-B979-7EC70754B6F4}" srcOrd="0" destOrd="5" presId="urn:microsoft.com/office/officeart/2005/8/layout/hList1"/>
    <dgm:cxn modelId="{33E9DDF9-76E4-472A-9296-70625D45DDFF}" type="presOf" srcId="{E16107E4-A91B-4070-A083-969D77D52AF1}" destId="{CD4B7617-68A5-4793-B347-FA1828954F22}" srcOrd="0" destOrd="1" presId="urn:microsoft.com/office/officeart/2005/8/layout/hList1"/>
    <dgm:cxn modelId="{FD92272E-D7A8-402A-AC69-998A0531F9EB}" srcId="{3F076B10-8D01-446E-8DDD-3AD3010653AF}" destId="{57F8C8B0-52B7-4D65-B9A0-61A534DA5E5A}" srcOrd="2" destOrd="0" parTransId="{4F3B4ECF-50A6-4432-8E01-8F588F9803C1}" sibTransId="{727ECBF1-98EE-479F-942A-E6DC4724E700}"/>
    <dgm:cxn modelId="{721BC564-C60A-4544-BD44-350D593A8DB4}" type="presOf" srcId="{84B0EF2C-047B-4DED-A702-A68656C9E6FC}" destId="{695B4257-213C-4707-BD39-B778CDB3E27A}" srcOrd="0" destOrd="1" presId="urn:microsoft.com/office/officeart/2005/8/layout/hList1"/>
    <dgm:cxn modelId="{89701BE0-5DC2-4F57-812A-D088B235DDD7}" type="presOf" srcId="{D95CA106-6A0A-4A81-BAF9-BCA24F9AADFD}" destId="{CA92471D-105A-45F2-B979-7EC70754B6F4}" srcOrd="0" destOrd="0" presId="urn:microsoft.com/office/officeart/2005/8/layout/hList1"/>
    <dgm:cxn modelId="{05E51F4F-8CF1-4B0B-96EB-A967E103C82B}" srcId="{3F076B10-8D01-446E-8DDD-3AD3010653AF}" destId="{E16107E4-A91B-4070-A083-969D77D52AF1}" srcOrd="1" destOrd="0" parTransId="{88257B0D-63A2-4FDC-A36D-B636489697A0}" sibTransId="{EA445EE6-0D3C-4BCC-A2DA-3B43B396C1F1}"/>
    <dgm:cxn modelId="{132E3546-A192-4891-8F90-2185D3F69A65}" srcId="{3F076B10-8D01-446E-8DDD-3AD3010653AF}" destId="{21BE12F4-DDE5-44F9-B2B7-862F4F2CC675}" srcOrd="0" destOrd="0" parTransId="{68BD5491-5A25-4663-9EA1-BDEAA7F71A58}" sibTransId="{E302E3C6-17AA-47E0-ACA7-38173EDD421D}"/>
    <dgm:cxn modelId="{8C77D874-9C8E-45AB-A328-4C3A26FB25EF}" type="presOf" srcId="{88735485-7960-41C4-B57F-E9692443A54B}" destId="{CA92471D-105A-45F2-B979-7EC70754B6F4}" srcOrd="0" destOrd="3" presId="urn:microsoft.com/office/officeart/2005/8/layout/hList1"/>
    <dgm:cxn modelId="{4BB4D33C-F10C-40AE-ABDC-8191514740AB}" srcId="{254C7C67-53B9-40C3-BBA1-90EFA43B47F6}" destId="{2F6403BF-D863-48DB-A1C3-4B807A98BBD4}" srcOrd="1" destOrd="0" parTransId="{7156F5F2-1637-4D1C-B503-CC918D468DD5}" sibTransId="{80485F3F-F00F-4344-ACC2-9CDBF9152919}"/>
    <dgm:cxn modelId="{0C0B2C91-2819-436F-AB73-286ACCAD8E15}" srcId="{254C7C67-53B9-40C3-BBA1-90EFA43B47F6}" destId="{85E69D9B-6AC1-4857-84EF-2B27724FAC55}" srcOrd="0" destOrd="0" parTransId="{D7D48024-1763-4E0C-AD6A-B6E88A62C35D}" sibTransId="{B7478A9C-698E-47A7-8CBA-7DFE53395B4F}"/>
    <dgm:cxn modelId="{165E5D25-B74C-43C1-A92C-C91D0D3356FF}" type="presOf" srcId="{85E69D9B-6AC1-4857-84EF-2B27724FAC55}" destId="{E145FC47-9FD4-4EAC-BCAD-2ACC7107D5DE}" srcOrd="0" destOrd="0" presId="urn:microsoft.com/office/officeart/2005/8/layout/hList1"/>
    <dgm:cxn modelId="{45E5E3D0-F55D-43DC-BAEB-EEBEAD3C636F}" srcId="{3F076B10-8D01-446E-8DDD-3AD3010653AF}" destId="{03A3454D-7D04-42AB-BFE8-B77055C4F583}" srcOrd="3" destOrd="0" parTransId="{C261C17A-D2D2-457C-8D1F-88EF7C99668E}" sibTransId="{47C846A0-78AF-4C81-9F1E-AC58B775464D}"/>
    <dgm:cxn modelId="{EBFB0FF9-DB32-4492-94F5-DD6E87676476}" srcId="{2F6403BF-D863-48DB-A1C3-4B807A98BBD4}" destId="{04DE7548-4864-4B33-BF3A-C63033E05CEA}" srcOrd="0" destOrd="0" parTransId="{AD4C56F8-D3F6-45DA-AC1D-B2050DF33CA6}" sibTransId="{23A3E144-3A54-4FB1-93F1-5F863CDFD914}"/>
    <dgm:cxn modelId="{CB2610AE-61CC-4D2E-B99D-59FFAC3C3B88}" type="presOf" srcId="{D2C2C9BB-E02F-45F9-8069-898FA1190286}" destId="{695B4257-213C-4707-BD39-B778CDB3E27A}" srcOrd="0" destOrd="4" presId="urn:microsoft.com/office/officeart/2005/8/layout/hList1"/>
    <dgm:cxn modelId="{7A0747E4-F02A-4565-B2FC-934B9207DF83}" srcId="{85E69D9B-6AC1-4857-84EF-2B27724FAC55}" destId="{D95CA106-6A0A-4A81-BAF9-BCA24F9AADFD}" srcOrd="0" destOrd="0" parTransId="{E65A3EC8-C6EA-4674-813E-F2F7F9BD03F9}" sibTransId="{665F070D-430D-448C-8069-C3C2AAF1CFD5}"/>
    <dgm:cxn modelId="{458DC83F-A150-4FC4-9867-902557543DCC}" type="presOf" srcId="{254C7C67-53B9-40C3-BBA1-90EFA43B47F6}" destId="{0070EBCA-5AB3-4BAC-ACE0-4DE028F4BBE2}" srcOrd="0" destOrd="0" presId="urn:microsoft.com/office/officeart/2005/8/layout/hList1"/>
    <dgm:cxn modelId="{AE8403AE-0663-4CC0-8AEA-8F9154ADAC2F}" srcId="{85E69D9B-6AC1-4857-84EF-2B27724FAC55}" destId="{88735485-7960-41C4-B57F-E9692443A54B}" srcOrd="3" destOrd="0" parTransId="{704EE540-096C-4674-A52F-0CB6CD05AB86}" sibTransId="{700738B6-53F1-4425-81B1-C41E9CE24F3A}"/>
    <dgm:cxn modelId="{F47799B9-3687-4BF3-B839-9DE80AD97B42}" srcId="{2F6403BF-D863-48DB-A1C3-4B807A98BBD4}" destId="{21FD9504-D5AC-44BE-9FE6-389B4DE90AA2}" srcOrd="5" destOrd="0" parTransId="{6AB57311-3054-4EE5-8B5B-32C20760B8CE}" sibTransId="{C262785A-FF58-4D67-8AEA-9A2255AD6D5F}"/>
    <dgm:cxn modelId="{EB420FDF-082D-48F5-BEF5-CBB10AF0BCD6}" type="presOf" srcId="{3F076B10-8D01-446E-8DDD-3AD3010653AF}" destId="{54F64B5F-94B9-4812-AF24-F66819BF5452}" srcOrd="0" destOrd="0" presId="urn:microsoft.com/office/officeart/2005/8/layout/hList1"/>
    <dgm:cxn modelId="{0074BEF2-4AB1-49DF-BE77-310A2D9DEBB0}" srcId="{2F6403BF-D863-48DB-A1C3-4B807A98BBD4}" destId="{84B0EF2C-047B-4DED-A702-A68656C9E6FC}" srcOrd="1" destOrd="0" parTransId="{852E2D34-18DA-4CCC-B5BB-99D31BF0AFCA}" sibTransId="{AF504E26-32D9-486A-AF1D-AA59C1635D83}"/>
    <dgm:cxn modelId="{9D5DB282-AEBE-4CA1-BBC9-C45B9F43C646}" srcId="{3F076B10-8D01-446E-8DDD-3AD3010653AF}" destId="{2FD8267C-E3C7-48B1-B10C-70280B17BA11}" srcOrd="5" destOrd="0" parTransId="{BACA5DA7-6BB1-4916-A6CB-2708458362F3}" sibTransId="{F3C5322D-8BF8-437A-9830-25F74B80087D}"/>
    <dgm:cxn modelId="{60D083B7-3A02-4512-9348-883AF6AA9657}" srcId="{3F076B10-8D01-446E-8DDD-3AD3010653AF}" destId="{D455308C-2E1C-4650-B277-B8E7ADBD72C0}" srcOrd="4" destOrd="0" parTransId="{A1781D9C-4DD6-4870-BCC2-F12146DAA26F}" sibTransId="{F8855AF2-0CE9-454A-8AB0-B0472FEA4E8B}"/>
    <dgm:cxn modelId="{407CFEAA-7F29-4E70-9CCF-F32B77C073CA}" type="presOf" srcId="{3E4D0F5C-9DBF-4D85-ACEB-3935BE039EE7}" destId="{695B4257-213C-4707-BD39-B778CDB3E27A}" srcOrd="0" destOrd="2" presId="urn:microsoft.com/office/officeart/2005/8/layout/hList1"/>
    <dgm:cxn modelId="{06CF39D6-8189-41CD-9A07-2742C0A89994}" type="presParOf" srcId="{0070EBCA-5AB3-4BAC-ACE0-4DE028F4BBE2}" destId="{AC7D8DFD-3B53-4FF8-8751-9703E72518EE}" srcOrd="0" destOrd="0" presId="urn:microsoft.com/office/officeart/2005/8/layout/hList1"/>
    <dgm:cxn modelId="{938ECDC9-AD11-423E-A48E-D5B3C6A5BE8C}" type="presParOf" srcId="{AC7D8DFD-3B53-4FF8-8751-9703E72518EE}" destId="{E145FC47-9FD4-4EAC-BCAD-2ACC7107D5DE}" srcOrd="0" destOrd="0" presId="urn:microsoft.com/office/officeart/2005/8/layout/hList1"/>
    <dgm:cxn modelId="{5EFC169E-5690-4F3D-BAC3-40B2C6F70874}" type="presParOf" srcId="{AC7D8DFD-3B53-4FF8-8751-9703E72518EE}" destId="{CA92471D-105A-45F2-B979-7EC70754B6F4}" srcOrd="1" destOrd="0" presId="urn:microsoft.com/office/officeart/2005/8/layout/hList1"/>
    <dgm:cxn modelId="{DE6B8095-F341-44D4-ADC5-CFEDFBE7DC4C}" type="presParOf" srcId="{0070EBCA-5AB3-4BAC-ACE0-4DE028F4BBE2}" destId="{39FCD7D2-8A63-474C-9E8B-E0725D3E9CDA}" srcOrd="1" destOrd="0" presId="urn:microsoft.com/office/officeart/2005/8/layout/hList1"/>
    <dgm:cxn modelId="{A06661DC-98FD-4893-9DD3-6D740D4BB114}" type="presParOf" srcId="{0070EBCA-5AB3-4BAC-ACE0-4DE028F4BBE2}" destId="{3FBDD448-F46A-409F-B14B-74A19FC470DE}" srcOrd="2" destOrd="0" presId="urn:microsoft.com/office/officeart/2005/8/layout/hList1"/>
    <dgm:cxn modelId="{0124AA49-30AA-4AE0-A1EA-1F56D967DDCF}" type="presParOf" srcId="{3FBDD448-F46A-409F-B14B-74A19FC470DE}" destId="{94DF15DC-2732-4B25-BCF8-4DEEA6621FF9}" srcOrd="0" destOrd="0" presId="urn:microsoft.com/office/officeart/2005/8/layout/hList1"/>
    <dgm:cxn modelId="{6356CFB6-7DAD-4DFC-91BC-A419D9220442}" type="presParOf" srcId="{3FBDD448-F46A-409F-B14B-74A19FC470DE}" destId="{695B4257-213C-4707-BD39-B778CDB3E27A}" srcOrd="1" destOrd="0" presId="urn:microsoft.com/office/officeart/2005/8/layout/hList1"/>
    <dgm:cxn modelId="{7893D667-1A1E-4D4E-9B23-2EC99EC597FA}" type="presParOf" srcId="{0070EBCA-5AB3-4BAC-ACE0-4DE028F4BBE2}" destId="{8C94FE12-D11E-4616-BFE1-5AE73E5770C8}" srcOrd="3" destOrd="0" presId="urn:microsoft.com/office/officeart/2005/8/layout/hList1"/>
    <dgm:cxn modelId="{E967FC7D-5080-4BCF-B13C-636E994D9CE4}" type="presParOf" srcId="{0070EBCA-5AB3-4BAC-ACE0-4DE028F4BBE2}" destId="{40489A2A-9F19-448C-87A5-4EC1C0B4E0CD}" srcOrd="4" destOrd="0" presId="urn:microsoft.com/office/officeart/2005/8/layout/hList1"/>
    <dgm:cxn modelId="{00D4461E-D288-4C62-8E1D-578277656025}" type="presParOf" srcId="{40489A2A-9F19-448C-87A5-4EC1C0B4E0CD}" destId="{54F64B5F-94B9-4812-AF24-F66819BF5452}" srcOrd="0" destOrd="0" presId="urn:microsoft.com/office/officeart/2005/8/layout/hList1"/>
    <dgm:cxn modelId="{72DF1C67-8634-4E15-9553-5F3BC599E31E}" type="presParOf" srcId="{40489A2A-9F19-448C-87A5-4EC1C0B4E0CD}" destId="{CD4B7617-68A5-4793-B347-FA1828954F22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D21355-49E0-41C9-8A8D-5C6F51B14F90}">
      <dsp:nvSpPr>
        <dsp:cNvPr id="0" name=""/>
        <dsp:cNvSpPr/>
      </dsp:nvSpPr>
      <dsp:spPr>
        <a:xfrm>
          <a:off x="0" y="0"/>
          <a:ext cx="7528436" cy="120973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lvl="0" algn="l" defTabSz="18224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4100" kern="1200" dirty="0" smtClean="0">
              <a:hlinkClick xmlns:r="http://schemas.openxmlformats.org/officeDocument/2006/relationships" r:id="" action="ppaction://hlinksldjump"/>
            </a:rPr>
            <a:t>划分</a:t>
          </a:r>
          <a:r>
            <a:rPr lang="zh-CN" altLang="zh-CN" sz="4100" kern="1200" dirty="0" smtClean="0">
              <a:hlinkClick xmlns:r="http://schemas.openxmlformats.org/officeDocument/2006/relationships" r:id="" action="ppaction://hlinksldjump"/>
            </a:rPr>
            <a:t>训练集和测试集</a:t>
          </a:r>
          <a:endParaRPr lang="zh-CN" sz="4100" kern="1200" dirty="0"/>
        </a:p>
      </dsp:txBody>
      <dsp:txXfrm>
        <a:off x="35432" y="35432"/>
        <a:ext cx="6223038" cy="1138870"/>
      </dsp:txXfrm>
    </dsp:sp>
    <dsp:sp modelId="{2D881232-3121-4089-9B8E-8A627B56F0F7}">
      <dsp:nvSpPr>
        <dsp:cNvPr id="0" name=""/>
        <dsp:cNvSpPr/>
      </dsp:nvSpPr>
      <dsp:spPr>
        <a:xfrm>
          <a:off x="664273" y="1411356"/>
          <a:ext cx="7528436" cy="120973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lvl="0" algn="l" defTabSz="18224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4100" kern="1200" smtClean="0"/>
            <a:t>数据标准化处理</a:t>
          </a:r>
          <a:endParaRPr lang="zh-CN" sz="4100" kern="1200" dirty="0"/>
        </a:p>
      </dsp:txBody>
      <dsp:txXfrm>
        <a:off x="699705" y="1446788"/>
        <a:ext cx="6006971" cy="1138870"/>
      </dsp:txXfrm>
    </dsp:sp>
    <dsp:sp modelId="{1F80BE5A-7733-48D4-8B32-51A5D005AA01}">
      <dsp:nvSpPr>
        <dsp:cNvPr id="0" name=""/>
        <dsp:cNvSpPr/>
      </dsp:nvSpPr>
      <dsp:spPr>
        <a:xfrm>
          <a:off x="1328547" y="2822713"/>
          <a:ext cx="7528436" cy="120973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lvl="0" algn="l" defTabSz="18224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4100" kern="1200" smtClean="0"/>
            <a:t>模型求解</a:t>
          </a:r>
          <a:endParaRPr lang="zh-CN" sz="4100" kern="1200" dirty="0"/>
        </a:p>
      </dsp:txBody>
      <dsp:txXfrm>
        <a:off x="1363979" y="2858145"/>
        <a:ext cx="6006971" cy="1138870"/>
      </dsp:txXfrm>
    </dsp:sp>
    <dsp:sp modelId="{8290270C-D0C0-4871-B9CE-A998AAAE2E73}">
      <dsp:nvSpPr>
        <dsp:cNvPr id="0" name=""/>
        <dsp:cNvSpPr/>
      </dsp:nvSpPr>
      <dsp:spPr>
        <a:xfrm>
          <a:off x="6742109" y="917381"/>
          <a:ext cx="786327" cy="786327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3600" kern="1200"/>
        </a:p>
      </dsp:txBody>
      <dsp:txXfrm>
        <a:off x="6919033" y="917381"/>
        <a:ext cx="432479" cy="591711"/>
      </dsp:txXfrm>
    </dsp:sp>
    <dsp:sp modelId="{08BD8D6E-2BEE-4490-A103-A6B87E44B6AA}">
      <dsp:nvSpPr>
        <dsp:cNvPr id="0" name=""/>
        <dsp:cNvSpPr/>
      </dsp:nvSpPr>
      <dsp:spPr>
        <a:xfrm>
          <a:off x="7406382" y="2320673"/>
          <a:ext cx="786327" cy="786327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3600" kern="1200"/>
        </a:p>
      </dsp:txBody>
      <dsp:txXfrm>
        <a:off x="7583306" y="2320673"/>
        <a:ext cx="432479" cy="59171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D4FDEF-4A96-4971-A926-BE1F86803572}">
      <dsp:nvSpPr>
        <dsp:cNvPr id="0" name=""/>
        <dsp:cNvSpPr/>
      </dsp:nvSpPr>
      <dsp:spPr>
        <a:xfrm rot="5400000">
          <a:off x="3193982" y="-1185453"/>
          <a:ext cx="814899" cy="3389583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400" kern="1200" dirty="0" smtClean="0"/>
            <a:t>2017</a:t>
          </a:r>
          <a:r>
            <a:rPr lang="zh-CN" sz="2400" kern="1200" dirty="0" smtClean="0"/>
            <a:t>年</a:t>
          </a:r>
          <a:r>
            <a:rPr lang="en-US" sz="2400" kern="1200" dirty="0" smtClean="0"/>
            <a:t>1</a:t>
          </a:r>
          <a:r>
            <a:rPr lang="zh-CN" sz="2400" kern="1200" dirty="0" smtClean="0"/>
            <a:t>月</a:t>
          </a:r>
          <a:r>
            <a:rPr lang="en-US" sz="2400" kern="1200" dirty="0" smtClean="0"/>
            <a:t>1</a:t>
          </a:r>
          <a:r>
            <a:rPr lang="zh-CN" sz="2400" kern="1200" dirty="0" smtClean="0"/>
            <a:t>日至</a:t>
          </a:r>
          <a:r>
            <a:rPr lang="en-US" sz="2400" kern="1200" dirty="0" smtClean="0"/>
            <a:t>2017</a:t>
          </a:r>
          <a:r>
            <a:rPr lang="zh-CN" sz="2400" kern="1200" dirty="0" smtClean="0"/>
            <a:t>年</a:t>
          </a:r>
          <a:r>
            <a:rPr lang="en-US" sz="2400" kern="1200" dirty="0" smtClean="0"/>
            <a:t>11</a:t>
          </a:r>
          <a:r>
            <a:rPr lang="zh-CN" sz="2400" kern="1200" dirty="0" smtClean="0"/>
            <a:t>月</a:t>
          </a:r>
          <a:r>
            <a:rPr lang="en-US" sz="2400" kern="1200" dirty="0" smtClean="0"/>
            <a:t>31</a:t>
          </a:r>
          <a:r>
            <a:rPr lang="zh-CN" sz="2400" kern="1200" dirty="0" smtClean="0"/>
            <a:t>日</a:t>
          </a:r>
          <a:endParaRPr lang="zh-CN" altLang="en-US" sz="2400" kern="1200" dirty="0"/>
        </a:p>
      </dsp:txBody>
      <dsp:txXfrm rot="-5400000">
        <a:off x="1906640" y="141669"/>
        <a:ext cx="3349803" cy="735339"/>
      </dsp:txXfrm>
    </dsp:sp>
    <dsp:sp modelId="{C605B06A-DDF1-4D9C-AC48-719C273C1B9F}">
      <dsp:nvSpPr>
        <dsp:cNvPr id="0" name=""/>
        <dsp:cNvSpPr/>
      </dsp:nvSpPr>
      <dsp:spPr>
        <a:xfrm>
          <a:off x="0" y="25"/>
          <a:ext cx="1906640" cy="101862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72390" rIns="144780" bIns="72390" numCol="1" spcCol="1270" anchor="ctr" anchorCtr="0">
          <a:noAutofit/>
        </a:bodyPr>
        <a:lstStyle/>
        <a:p>
          <a:pPr lvl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800" kern="1200" dirty="0" smtClean="0"/>
            <a:t>训练集</a:t>
          </a:r>
          <a:endParaRPr lang="zh-CN" altLang="en-US" sz="3800" kern="1200" dirty="0"/>
        </a:p>
      </dsp:txBody>
      <dsp:txXfrm>
        <a:off x="49725" y="49750"/>
        <a:ext cx="1807190" cy="919174"/>
      </dsp:txXfrm>
    </dsp:sp>
    <dsp:sp modelId="{27A49D32-0C71-4E41-B6FE-743D6A438A60}">
      <dsp:nvSpPr>
        <dsp:cNvPr id="0" name=""/>
        <dsp:cNvSpPr/>
      </dsp:nvSpPr>
      <dsp:spPr>
        <a:xfrm rot="5400000">
          <a:off x="3193982" y="-115897"/>
          <a:ext cx="814899" cy="3389583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400" kern="1200" dirty="0" smtClean="0"/>
            <a:t>2017</a:t>
          </a:r>
          <a:r>
            <a:rPr lang="zh-CN" sz="2400" kern="1200" dirty="0" smtClean="0"/>
            <a:t>年</a:t>
          </a:r>
          <a:r>
            <a:rPr lang="en-US" sz="2400" kern="1200" dirty="0" smtClean="0"/>
            <a:t>12</a:t>
          </a:r>
          <a:r>
            <a:rPr lang="zh-CN" sz="2400" kern="1200" dirty="0" smtClean="0"/>
            <a:t>月</a:t>
          </a:r>
          <a:r>
            <a:rPr lang="en-US" sz="2400" kern="1200" dirty="0" smtClean="0"/>
            <a:t>1</a:t>
          </a:r>
          <a:r>
            <a:rPr lang="zh-CN" sz="2400" kern="1200" dirty="0" smtClean="0"/>
            <a:t>日至</a:t>
          </a:r>
          <a:r>
            <a:rPr lang="en-US" sz="2400" kern="1200" dirty="0" smtClean="0"/>
            <a:t>2017</a:t>
          </a:r>
          <a:r>
            <a:rPr lang="zh-CN" sz="2400" kern="1200" dirty="0" smtClean="0"/>
            <a:t>年</a:t>
          </a:r>
          <a:r>
            <a:rPr lang="en-US" sz="2400" kern="1200" dirty="0" smtClean="0"/>
            <a:t>12</a:t>
          </a:r>
          <a:r>
            <a:rPr lang="zh-CN" sz="2400" kern="1200" dirty="0" smtClean="0"/>
            <a:t>月</a:t>
          </a:r>
          <a:r>
            <a:rPr lang="en-US" sz="2400" kern="1200" dirty="0" smtClean="0"/>
            <a:t>31</a:t>
          </a:r>
          <a:r>
            <a:rPr lang="zh-CN" sz="2400" kern="1200" dirty="0" smtClean="0"/>
            <a:t>日</a:t>
          </a:r>
          <a:endParaRPr lang="zh-CN" altLang="en-US" sz="2400" kern="1200" dirty="0"/>
        </a:p>
      </dsp:txBody>
      <dsp:txXfrm rot="-5400000">
        <a:off x="1906640" y="1211225"/>
        <a:ext cx="3349803" cy="735339"/>
      </dsp:txXfrm>
    </dsp:sp>
    <dsp:sp modelId="{86DE0FB6-7557-4D25-B8FC-F37834B84790}">
      <dsp:nvSpPr>
        <dsp:cNvPr id="0" name=""/>
        <dsp:cNvSpPr/>
      </dsp:nvSpPr>
      <dsp:spPr>
        <a:xfrm>
          <a:off x="0" y="1069581"/>
          <a:ext cx="1906640" cy="101862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72390" rIns="144780" bIns="72390" numCol="1" spcCol="1270" anchor="ctr" anchorCtr="0">
          <a:noAutofit/>
        </a:bodyPr>
        <a:lstStyle/>
        <a:p>
          <a:pPr lvl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800" kern="1200" dirty="0" smtClean="0"/>
            <a:t>测试集</a:t>
          </a:r>
          <a:endParaRPr lang="zh-CN" altLang="en-US" sz="3800" kern="1200" dirty="0"/>
        </a:p>
      </dsp:txBody>
      <dsp:txXfrm>
        <a:off x="49725" y="1119306"/>
        <a:ext cx="1807190" cy="91917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45FC47-9FD4-4EAC-BCAD-2ACC7107D5DE}">
      <dsp:nvSpPr>
        <dsp:cNvPr id="0" name=""/>
        <dsp:cNvSpPr/>
      </dsp:nvSpPr>
      <dsp:spPr>
        <a:xfrm>
          <a:off x="3750" y="1486126"/>
          <a:ext cx="3657175" cy="1008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8920" tIns="142240" rIns="248920" bIns="142240" numCol="1" spcCol="1270" anchor="ctr" anchorCtr="0">
          <a:noAutofit/>
        </a:bodyPr>
        <a:lstStyle/>
        <a:p>
          <a:pPr lvl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3500" b="1" kern="1200" dirty="0" smtClean="0"/>
            <a:t>支持向量机模型</a:t>
          </a:r>
          <a:endParaRPr lang="zh-CN" altLang="en-US" sz="3500" kern="1200" dirty="0"/>
        </a:p>
      </dsp:txBody>
      <dsp:txXfrm>
        <a:off x="3750" y="1486126"/>
        <a:ext cx="3657175" cy="1008000"/>
      </dsp:txXfrm>
    </dsp:sp>
    <dsp:sp modelId="{CA92471D-105A-45F2-B979-7EC70754B6F4}">
      <dsp:nvSpPr>
        <dsp:cNvPr id="0" name=""/>
        <dsp:cNvSpPr/>
      </dsp:nvSpPr>
      <dsp:spPr>
        <a:xfrm>
          <a:off x="3750" y="2494126"/>
          <a:ext cx="3657175" cy="321551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smtClean="0"/>
            <a:t>#</a:t>
          </a:r>
          <a:r>
            <a:rPr lang="zh-CN" sz="1800" kern="1200" dirty="0" smtClean="0"/>
            <a:t>支持向量机模型</a:t>
          </a:r>
          <a:endParaRPr lang="zh-CN" alt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smtClean="0"/>
            <a:t>from </a:t>
          </a:r>
          <a:r>
            <a:rPr lang="en-US" sz="1800" kern="1200" dirty="0" err="1" smtClean="0"/>
            <a:t>sklearn</a:t>
          </a:r>
          <a:r>
            <a:rPr lang="en-US" sz="1800" kern="1200" dirty="0" smtClean="0"/>
            <a:t> import </a:t>
          </a:r>
          <a:r>
            <a:rPr lang="en-US" sz="1800" kern="1200" dirty="0" err="1" smtClean="0"/>
            <a:t>svm</a:t>
          </a:r>
          <a:endParaRPr lang="zh-CN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err="1" smtClean="0"/>
            <a:t>clf</a:t>
          </a:r>
          <a:r>
            <a:rPr lang="en-US" sz="1800" kern="1200" dirty="0" smtClean="0"/>
            <a:t> = </a:t>
          </a:r>
          <a:r>
            <a:rPr lang="en-US" sz="1800" kern="1200" dirty="0" err="1" smtClean="0"/>
            <a:t>svm.SVC</a:t>
          </a:r>
          <a:r>
            <a:rPr lang="en-US" sz="1800" kern="1200" dirty="0" smtClean="0"/>
            <a:t>()</a:t>
          </a:r>
          <a:endParaRPr lang="zh-CN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err="1" smtClean="0"/>
            <a:t>clf.fit</a:t>
          </a:r>
          <a:r>
            <a:rPr lang="en-US" sz="1800" kern="1200" dirty="0" smtClean="0"/>
            <a:t>(</a:t>
          </a:r>
          <a:r>
            <a:rPr lang="en-US" sz="1800" kern="1200" dirty="0" err="1" smtClean="0"/>
            <a:t>x_train</a:t>
          </a:r>
          <a:r>
            <a:rPr lang="en-US" sz="1800" kern="1200" dirty="0" smtClean="0"/>
            <a:t>, </a:t>
          </a:r>
          <a:r>
            <a:rPr lang="en-US" sz="1800" kern="1200" dirty="0" err="1" smtClean="0"/>
            <a:t>y_train</a:t>
          </a:r>
          <a:r>
            <a:rPr lang="en-US" sz="1800" kern="1200" dirty="0" smtClean="0"/>
            <a:t>) </a:t>
          </a:r>
          <a:endParaRPr lang="zh-CN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smtClean="0"/>
            <a:t>result=</a:t>
          </a:r>
          <a:r>
            <a:rPr lang="en-US" sz="1800" kern="1200" dirty="0" err="1" smtClean="0"/>
            <a:t>clf.predict</a:t>
          </a:r>
          <a:r>
            <a:rPr lang="en-US" sz="1800" kern="1200" dirty="0" smtClean="0"/>
            <a:t>(</a:t>
          </a:r>
          <a:r>
            <a:rPr lang="en-US" sz="1800" kern="1200" dirty="0" err="1" smtClean="0"/>
            <a:t>x_test</a:t>
          </a:r>
          <a:r>
            <a:rPr lang="en-US" sz="1800" kern="1200" dirty="0" smtClean="0"/>
            <a:t>)</a:t>
          </a:r>
          <a:endParaRPr lang="zh-CN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err="1" smtClean="0"/>
            <a:t>sc</a:t>
          </a:r>
          <a:r>
            <a:rPr lang="en-US" sz="1800" kern="1200" dirty="0" smtClean="0"/>
            <a:t>=</a:t>
          </a:r>
          <a:r>
            <a:rPr lang="en-US" sz="1800" kern="1200" dirty="0" err="1" smtClean="0"/>
            <a:t>clf.score</a:t>
          </a:r>
          <a:r>
            <a:rPr lang="en-US" sz="1800" kern="1200" dirty="0" smtClean="0"/>
            <a:t>(</a:t>
          </a:r>
          <a:r>
            <a:rPr lang="en-US" sz="1800" kern="1200" dirty="0" err="1" smtClean="0"/>
            <a:t>x_train</a:t>
          </a:r>
          <a:r>
            <a:rPr lang="en-US" sz="1800" kern="1200" dirty="0" smtClean="0"/>
            <a:t>, </a:t>
          </a:r>
          <a:r>
            <a:rPr lang="en-US" sz="1800" kern="1200" dirty="0" err="1" smtClean="0"/>
            <a:t>y_train</a:t>
          </a:r>
          <a:r>
            <a:rPr lang="en-US" sz="1800" kern="1200" dirty="0" smtClean="0"/>
            <a:t>)</a:t>
          </a:r>
          <a:endParaRPr lang="zh-CN" sz="1800" kern="1200" dirty="0"/>
        </a:p>
      </dsp:txBody>
      <dsp:txXfrm>
        <a:off x="3750" y="2494126"/>
        <a:ext cx="3657175" cy="3215510"/>
      </dsp:txXfrm>
    </dsp:sp>
    <dsp:sp modelId="{94DF15DC-2732-4B25-BCF8-4DEEA6621FF9}">
      <dsp:nvSpPr>
        <dsp:cNvPr id="0" name=""/>
        <dsp:cNvSpPr/>
      </dsp:nvSpPr>
      <dsp:spPr>
        <a:xfrm>
          <a:off x="4172930" y="1486126"/>
          <a:ext cx="3657175" cy="1008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8920" tIns="142240" rIns="248920" bIns="142240" numCol="1" spcCol="1270" anchor="ctr" anchorCtr="0">
          <a:noAutofit/>
        </a:bodyPr>
        <a:lstStyle/>
        <a:p>
          <a:pPr lvl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3500" b="1" kern="1200" dirty="0" smtClean="0"/>
            <a:t>神经网络模型</a:t>
          </a:r>
          <a:endParaRPr lang="zh-CN" altLang="en-US" sz="3500" kern="1200" dirty="0"/>
        </a:p>
      </dsp:txBody>
      <dsp:txXfrm>
        <a:off x="4172930" y="1486126"/>
        <a:ext cx="3657175" cy="1008000"/>
      </dsp:txXfrm>
    </dsp:sp>
    <dsp:sp modelId="{695B4257-213C-4707-BD39-B778CDB3E27A}">
      <dsp:nvSpPr>
        <dsp:cNvPr id="0" name=""/>
        <dsp:cNvSpPr/>
      </dsp:nvSpPr>
      <dsp:spPr>
        <a:xfrm>
          <a:off x="4172930" y="2494126"/>
          <a:ext cx="3657175" cy="321551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smtClean="0"/>
            <a:t>#</a:t>
          </a:r>
          <a:r>
            <a:rPr lang="zh-CN" sz="1800" kern="1200" dirty="0" smtClean="0"/>
            <a:t>神经网络模型</a:t>
          </a:r>
          <a:endParaRPr lang="zh-CN" alt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smtClean="0"/>
            <a:t>from </a:t>
          </a:r>
          <a:r>
            <a:rPr lang="en-US" sz="1800" kern="1200" dirty="0" err="1" smtClean="0"/>
            <a:t>sklearn.neural_network</a:t>
          </a:r>
          <a:r>
            <a:rPr lang="en-US" sz="1800" kern="1200" dirty="0" smtClean="0"/>
            <a:t> import </a:t>
          </a:r>
          <a:r>
            <a:rPr lang="en-US" sz="1800" kern="1200" dirty="0" err="1" smtClean="0"/>
            <a:t>MLPClassifier</a:t>
          </a:r>
          <a:endParaRPr lang="zh-CN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err="1" smtClean="0"/>
            <a:t>clf</a:t>
          </a:r>
          <a:r>
            <a:rPr lang="en-US" sz="1800" kern="1200" dirty="0" smtClean="0"/>
            <a:t> = </a:t>
          </a:r>
          <a:r>
            <a:rPr lang="en-US" sz="1800" kern="1200" dirty="0" err="1" smtClean="0"/>
            <a:t>MLPClassifier</a:t>
          </a:r>
          <a:r>
            <a:rPr lang="en-US" sz="1800" kern="1200" dirty="0" smtClean="0"/>
            <a:t>(solver='</a:t>
          </a:r>
          <a:r>
            <a:rPr lang="en-US" sz="1800" kern="1200" dirty="0" err="1" smtClean="0"/>
            <a:t>lbfgs</a:t>
          </a:r>
          <a:r>
            <a:rPr lang="en-US" sz="1800" kern="1200" dirty="0" smtClean="0"/>
            <a:t>', alpha=1e-5,hidden_layer_sizes=8, </a:t>
          </a:r>
          <a:r>
            <a:rPr lang="en-US" sz="1800" kern="1200" dirty="0" err="1" smtClean="0"/>
            <a:t>random_state</a:t>
          </a:r>
          <a:r>
            <a:rPr lang="en-US" sz="1800" kern="1200" dirty="0" smtClean="0"/>
            <a:t>=1)</a:t>
          </a:r>
          <a:endParaRPr lang="zh-CN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err="1" smtClean="0"/>
            <a:t>clf.fit</a:t>
          </a:r>
          <a:r>
            <a:rPr lang="en-US" sz="1800" kern="1200" dirty="0" smtClean="0"/>
            <a:t>(</a:t>
          </a:r>
          <a:r>
            <a:rPr lang="en-US" sz="1800" kern="1200" dirty="0" err="1" smtClean="0"/>
            <a:t>x_train</a:t>
          </a:r>
          <a:r>
            <a:rPr lang="en-US" sz="1800" kern="1200" dirty="0" smtClean="0"/>
            <a:t>, </a:t>
          </a:r>
          <a:r>
            <a:rPr lang="en-US" sz="1800" kern="1200" dirty="0" err="1" smtClean="0"/>
            <a:t>y_train</a:t>
          </a:r>
          <a:r>
            <a:rPr lang="en-US" sz="1800" kern="1200" dirty="0" smtClean="0"/>
            <a:t>) </a:t>
          </a:r>
          <a:endParaRPr lang="zh-CN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smtClean="0"/>
            <a:t>result=</a:t>
          </a:r>
          <a:r>
            <a:rPr lang="en-US" sz="1800" kern="1200" dirty="0" err="1" smtClean="0"/>
            <a:t>clf.predict</a:t>
          </a:r>
          <a:r>
            <a:rPr lang="en-US" sz="1800" kern="1200" dirty="0" smtClean="0"/>
            <a:t>(</a:t>
          </a:r>
          <a:r>
            <a:rPr lang="en-US" sz="1800" kern="1200" dirty="0" err="1" smtClean="0"/>
            <a:t>x_test</a:t>
          </a:r>
          <a:r>
            <a:rPr lang="en-US" sz="1800" kern="1200" dirty="0" smtClean="0"/>
            <a:t>)</a:t>
          </a:r>
          <a:endParaRPr lang="zh-CN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err="1" smtClean="0"/>
            <a:t>sc</a:t>
          </a:r>
          <a:r>
            <a:rPr lang="en-US" sz="1800" kern="1200" dirty="0" smtClean="0"/>
            <a:t>=</a:t>
          </a:r>
          <a:r>
            <a:rPr lang="en-US" sz="1800" kern="1200" dirty="0" err="1" smtClean="0"/>
            <a:t>clf.score</a:t>
          </a:r>
          <a:r>
            <a:rPr lang="en-US" sz="1800" kern="1200" dirty="0" smtClean="0"/>
            <a:t>(</a:t>
          </a:r>
          <a:r>
            <a:rPr lang="en-US" sz="1800" kern="1200" dirty="0" err="1" smtClean="0"/>
            <a:t>x_train</a:t>
          </a:r>
          <a:r>
            <a:rPr lang="en-US" sz="1800" kern="1200" dirty="0" smtClean="0"/>
            <a:t>, </a:t>
          </a:r>
          <a:r>
            <a:rPr lang="en-US" sz="1800" kern="1200" dirty="0" err="1" smtClean="0"/>
            <a:t>y_train</a:t>
          </a:r>
          <a:r>
            <a:rPr lang="en-US" sz="1800" kern="1200" dirty="0" smtClean="0"/>
            <a:t>)</a:t>
          </a:r>
          <a:endParaRPr lang="zh-CN" sz="1800" kern="1200" dirty="0"/>
        </a:p>
      </dsp:txBody>
      <dsp:txXfrm>
        <a:off x="4172930" y="2494126"/>
        <a:ext cx="3657175" cy="3215510"/>
      </dsp:txXfrm>
    </dsp:sp>
    <dsp:sp modelId="{54F64B5F-94B9-4812-AF24-F66819BF5452}">
      <dsp:nvSpPr>
        <dsp:cNvPr id="0" name=""/>
        <dsp:cNvSpPr/>
      </dsp:nvSpPr>
      <dsp:spPr>
        <a:xfrm>
          <a:off x="8342110" y="1486126"/>
          <a:ext cx="3657175" cy="1008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8920" tIns="142240" rIns="248920" bIns="142240" numCol="1" spcCol="1270" anchor="ctr" anchorCtr="0">
          <a:noAutofit/>
        </a:bodyPr>
        <a:lstStyle/>
        <a:p>
          <a:pPr lvl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3500" b="1" kern="1200" dirty="0" smtClean="0"/>
            <a:t>逻辑回归模型</a:t>
          </a:r>
          <a:endParaRPr lang="zh-CN" altLang="en-US" sz="3500" kern="1200" dirty="0"/>
        </a:p>
      </dsp:txBody>
      <dsp:txXfrm>
        <a:off x="8342110" y="1486126"/>
        <a:ext cx="3657175" cy="1008000"/>
      </dsp:txXfrm>
    </dsp:sp>
    <dsp:sp modelId="{CD4B7617-68A5-4793-B347-FA1828954F22}">
      <dsp:nvSpPr>
        <dsp:cNvPr id="0" name=""/>
        <dsp:cNvSpPr/>
      </dsp:nvSpPr>
      <dsp:spPr>
        <a:xfrm>
          <a:off x="8342110" y="2494126"/>
          <a:ext cx="3657175" cy="321551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smtClean="0"/>
            <a:t>#</a:t>
          </a:r>
          <a:r>
            <a:rPr lang="zh-CN" sz="1800" kern="1200" dirty="0" smtClean="0"/>
            <a:t>逻辑回归模型</a:t>
          </a:r>
          <a:endParaRPr lang="zh-CN" alt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smtClean="0"/>
            <a:t>from </a:t>
          </a:r>
          <a:r>
            <a:rPr lang="en-US" sz="1800" kern="1200" dirty="0" err="1" smtClean="0"/>
            <a:t>sklearn.linear_model</a:t>
          </a:r>
          <a:r>
            <a:rPr lang="en-US" sz="1800" kern="1200" dirty="0" smtClean="0"/>
            <a:t> import </a:t>
          </a:r>
          <a:r>
            <a:rPr lang="en-US" sz="1800" kern="1200" dirty="0" err="1" smtClean="0"/>
            <a:t>LogisticRegression</a:t>
          </a:r>
          <a:r>
            <a:rPr lang="en-US" sz="1800" kern="1200" dirty="0" smtClean="0"/>
            <a:t> as LR</a:t>
          </a:r>
          <a:endParaRPr lang="zh-CN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err="1" smtClean="0"/>
            <a:t>clf</a:t>
          </a:r>
          <a:r>
            <a:rPr lang="en-US" sz="1800" kern="1200" dirty="0" smtClean="0"/>
            <a:t> = LR()</a:t>
          </a:r>
          <a:endParaRPr lang="zh-CN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err="1" smtClean="0"/>
            <a:t>clf.fit</a:t>
          </a:r>
          <a:r>
            <a:rPr lang="en-US" sz="1800" kern="1200" dirty="0" smtClean="0"/>
            <a:t>(</a:t>
          </a:r>
          <a:r>
            <a:rPr lang="en-US" sz="1800" kern="1200" dirty="0" err="1" smtClean="0"/>
            <a:t>x_train</a:t>
          </a:r>
          <a:r>
            <a:rPr lang="en-US" sz="1800" kern="1200" dirty="0" smtClean="0"/>
            <a:t>, </a:t>
          </a:r>
          <a:r>
            <a:rPr lang="en-US" sz="1800" kern="1200" dirty="0" err="1" smtClean="0"/>
            <a:t>y_train</a:t>
          </a:r>
          <a:r>
            <a:rPr lang="en-US" sz="1800" kern="1200" dirty="0" smtClean="0"/>
            <a:t>) </a:t>
          </a:r>
          <a:endParaRPr lang="zh-CN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smtClean="0"/>
            <a:t>result=</a:t>
          </a:r>
          <a:r>
            <a:rPr lang="en-US" sz="1800" kern="1200" dirty="0" err="1" smtClean="0"/>
            <a:t>clf.predict</a:t>
          </a:r>
          <a:r>
            <a:rPr lang="en-US" sz="1800" kern="1200" dirty="0" smtClean="0"/>
            <a:t>(</a:t>
          </a:r>
          <a:r>
            <a:rPr lang="en-US" sz="1800" kern="1200" dirty="0" err="1" smtClean="0"/>
            <a:t>x_test</a:t>
          </a:r>
          <a:r>
            <a:rPr lang="en-US" sz="1800" kern="1200" dirty="0" smtClean="0"/>
            <a:t>)</a:t>
          </a:r>
          <a:endParaRPr lang="zh-CN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err="1" smtClean="0"/>
            <a:t>sc</a:t>
          </a:r>
          <a:r>
            <a:rPr lang="en-US" sz="1800" kern="1200" dirty="0" smtClean="0"/>
            <a:t>=</a:t>
          </a:r>
          <a:r>
            <a:rPr lang="en-US" sz="1800" kern="1200" dirty="0" err="1" smtClean="0"/>
            <a:t>clf.score</a:t>
          </a:r>
          <a:r>
            <a:rPr lang="en-US" sz="1800" kern="1200" dirty="0" smtClean="0"/>
            <a:t>(</a:t>
          </a:r>
          <a:r>
            <a:rPr lang="en-US" sz="1800" kern="1200" dirty="0" err="1" smtClean="0"/>
            <a:t>x_train</a:t>
          </a:r>
          <a:r>
            <a:rPr lang="en-US" sz="1800" kern="1200" dirty="0" smtClean="0"/>
            <a:t>, </a:t>
          </a:r>
          <a:r>
            <a:rPr lang="en-US" sz="1800" kern="1200" dirty="0" err="1" smtClean="0"/>
            <a:t>y_train</a:t>
          </a:r>
          <a:r>
            <a:rPr lang="en-US" sz="1800" kern="1200" dirty="0" smtClean="0"/>
            <a:t>)</a:t>
          </a:r>
          <a:endParaRPr lang="zh-CN" sz="1800" kern="1200" dirty="0"/>
        </a:p>
      </dsp:txBody>
      <dsp:txXfrm>
        <a:off x="8342110" y="2494126"/>
        <a:ext cx="3657175" cy="32155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type="round2SameRect" r:blip="" rot="90">
                    <dgm:adjLst/>
                  </dgm:shape>
                </dgm:if>
                <dgm:else name="Name12">
                  <dgm:shape xmlns:r="http://schemas.openxmlformats.org/officeDocument/2006/relationships" type="round2SameRect" r:blip="" rot="-90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callout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olid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610686-844B-4A1B-87C8-BB90DB4BAB8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 sz="1200"/>
            </a:lvl1pPr>
          </a:lstStyle>
          <a:p>
            <a:endParaRPr lang="zh-CN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defRPr sz="1200"/>
            </a:lvl1pPr>
          </a:lstStyle>
          <a:p>
            <a:fld id="{B9EEDA17-7CE7-49CA-897E-A1888A19DA62}" type="datetimeFigureOut">
              <a:rPr lang="zh-CN" altLang="en-US"/>
            </a:fld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0" hangingPunct="0">
              <a:defRPr sz="1200"/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0" hangingPunct="0">
              <a:defRPr sz="1200"/>
            </a:lvl1pPr>
          </a:lstStyle>
          <a:p>
            <a:fld id="{CE1689F0-D8FB-450F-A36F-553F26501FEE}" type="slidenum">
              <a:rPr lang="zh-CN" alt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image" Target="../media/image9.png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4" Type="http://schemas.openxmlformats.org/officeDocument/2006/relationships/image" Target="../media/image15.png"/><Relationship Id="rId13" Type="http://schemas.openxmlformats.org/officeDocument/2006/relationships/image" Target="../media/image14.png"/><Relationship Id="rId12" Type="http://schemas.openxmlformats.org/officeDocument/2006/relationships/image" Target="../media/image13.png"/><Relationship Id="rId11" Type="http://schemas.openxmlformats.org/officeDocument/2006/relationships/image" Target="../media/image12.png"/><Relationship Id="rId10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6170389" y="134946"/>
            <a:ext cx="775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www.1ppt.com/moban/   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www.1ppt.com/hangye/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www.1ppt.com/jieri/   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素材下载：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www.1ppt.com/sucai/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www.1ppt.com/beijing/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图表下载：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www.1ppt.com/tubiao/    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优秀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www.1ppt.com/powerpoint/    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Word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www.1ppt.com/word/              Excel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www.1ppt.com/excel/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资料下载：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www.1ppt.com/ziliao/        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课件下载：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www.1ppt.com/kejian/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范文下载：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www.1ppt.com/fanwen/           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试卷下载：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www.1ppt.com/shiti/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教案下载：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www.1ppt.com/jiaoan/      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字体下载：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www.1ppt.com/ziti/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endParaRPr lang="zh-CN" altLang="en-US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5625" y="908051"/>
            <a:ext cx="10601349" cy="6350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5625" y="1600201"/>
            <a:ext cx="10601349" cy="452596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8" name="Freeform 5"/>
          <p:cNvSpPr/>
          <p:nvPr userDrawn="1"/>
        </p:nvSpPr>
        <p:spPr bwMode="auto">
          <a:xfrm>
            <a:off x="63836" y="73173"/>
            <a:ext cx="1227153" cy="486467"/>
          </a:xfrm>
          <a:custGeom>
            <a:avLst/>
            <a:gdLst>
              <a:gd name="T0" fmla="*/ 0 w 1600"/>
              <a:gd name="T1" fmla="*/ 0 h 617"/>
              <a:gd name="T2" fmla="*/ 1429 w 1600"/>
              <a:gd name="T3" fmla="*/ 0 h 617"/>
              <a:gd name="T4" fmla="*/ 1600 w 1600"/>
              <a:gd name="T5" fmla="*/ 308 h 617"/>
              <a:gd name="T6" fmla="*/ 1429 w 1600"/>
              <a:gd name="T7" fmla="*/ 617 h 617"/>
              <a:gd name="T8" fmla="*/ 0 w 1600"/>
              <a:gd name="T9" fmla="*/ 617 h 617"/>
              <a:gd name="T10" fmla="*/ 0 w 1600"/>
              <a:gd name="T11" fmla="*/ 0 h 6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600" h="617">
                <a:moveTo>
                  <a:pt x="0" y="0"/>
                </a:moveTo>
                <a:lnTo>
                  <a:pt x="1429" y="0"/>
                </a:lnTo>
                <a:lnTo>
                  <a:pt x="1600" y="308"/>
                </a:lnTo>
                <a:lnTo>
                  <a:pt x="1429" y="617"/>
                </a:lnTo>
                <a:lnTo>
                  <a:pt x="0" y="617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34" tIns="45717" rIns="91434" bIns="45717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 userDrawn="1"/>
        </p:nvSpPr>
        <p:spPr bwMode="auto">
          <a:xfrm>
            <a:off x="1196835" y="73173"/>
            <a:ext cx="10215809" cy="486467"/>
          </a:xfrm>
          <a:custGeom>
            <a:avLst/>
            <a:gdLst>
              <a:gd name="T0" fmla="*/ 0 w 13327"/>
              <a:gd name="T1" fmla="*/ 0 h 617"/>
              <a:gd name="T2" fmla="*/ 13155 w 13327"/>
              <a:gd name="T3" fmla="*/ 0 h 617"/>
              <a:gd name="T4" fmla="*/ 13327 w 13327"/>
              <a:gd name="T5" fmla="*/ 308 h 617"/>
              <a:gd name="T6" fmla="*/ 13155 w 13327"/>
              <a:gd name="T7" fmla="*/ 617 h 617"/>
              <a:gd name="T8" fmla="*/ 0 w 13327"/>
              <a:gd name="T9" fmla="*/ 617 h 617"/>
              <a:gd name="T10" fmla="*/ 171 w 13327"/>
              <a:gd name="T11" fmla="*/ 308 h 617"/>
              <a:gd name="T12" fmla="*/ 0 w 13327"/>
              <a:gd name="T13" fmla="*/ 0 h 6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327" h="617">
                <a:moveTo>
                  <a:pt x="0" y="0"/>
                </a:moveTo>
                <a:lnTo>
                  <a:pt x="13155" y="0"/>
                </a:lnTo>
                <a:lnTo>
                  <a:pt x="13327" y="308"/>
                </a:lnTo>
                <a:lnTo>
                  <a:pt x="13155" y="617"/>
                </a:lnTo>
                <a:lnTo>
                  <a:pt x="0" y="617"/>
                </a:lnTo>
                <a:lnTo>
                  <a:pt x="171" y="30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34" tIns="45717" rIns="91434" bIns="45717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 userDrawn="1"/>
        </p:nvSpPr>
        <p:spPr bwMode="auto">
          <a:xfrm>
            <a:off x="11320057" y="73173"/>
            <a:ext cx="812871" cy="486467"/>
          </a:xfrm>
          <a:custGeom>
            <a:avLst/>
            <a:gdLst>
              <a:gd name="T0" fmla="*/ 0 w 1060"/>
              <a:gd name="T1" fmla="*/ 0 h 617"/>
              <a:gd name="T2" fmla="*/ 1060 w 1060"/>
              <a:gd name="T3" fmla="*/ 0 h 617"/>
              <a:gd name="T4" fmla="*/ 1060 w 1060"/>
              <a:gd name="T5" fmla="*/ 617 h 617"/>
              <a:gd name="T6" fmla="*/ 0 w 1060"/>
              <a:gd name="T7" fmla="*/ 617 h 617"/>
              <a:gd name="T8" fmla="*/ 172 w 1060"/>
              <a:gd name="T9" fmla="*/ 308 h 617"/>
              <a:gd name="T10" fmla="*/ 0 w 1060"/>
              <a:gd name="T11" fmla="*/ 0 h 6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60" h="617">
                <a:moveTo>
                  <a:pt x="0" y="0"/>
                </a:moveTo>
                <a:lnTo>
                  <a:pt x="1060" y="0"/>
                </a:lnTo>
                <a:lnTo>
                  <a:pt x="1060" y="617"/>
                </a:lnTo>
                <a:lnTo>
                  <a:pt x="0" y="617"/>
                </a:lnTo>
                <a:lnTo>
                  <a:pt x="172" y="30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34" tIns="45717" rIns="91434" bIns="45717" numCol="1" anchor="t" anchorCtr="0" compatLnSpc="1"/>
          <a:lstStyle/>
          <a:p>
            <a:endParaRPr lang="zh-CN" altLang="en-US"/>
          </a:p>
        </p:txBody>
      </p:sp>
      <p:sp>
        <p:nvSpPr>
          <p:cNvPr id="15" name="TextBox 14"/>
          <p:cNvSpPr txBox="1"/>
          <p:nvPr userDrawn="1"/>
        </p:nvSpPr>
        <p:spPr>
          <a:xfrm>
            <a:off x="11537052" y="116633"/>
            <a:ext cx="474797" cy="353937"/>
          </a:xfrm>
          <a:prstGeom prst="rect">
            <a:avLst/>
          </a:prstGeom>
          <a:noFill/>
        </p:spPr>
        <p:txBody>
          <a:bodyPr wrap="none" lIns="91434" tIns="45717" rIns="91434" bIns="45717" rtlCol="0">
            <a:spAutoFit/>
          </a:bodyPr>
          <a:lstStyle/>
          <a:p>
            <a:pPr algn="ctr"/>
            <a:fld id="{B879B013-EF15-44F9-9A4C-93BE492C244C}" type="slidenum">
              <a:rPr lang="zh-CN" altLang="en-US" sz="1700" smtClean="0">
                <a:solidFill>
                  <a:schemeClr val="accent2"/>
                </a:solidFill>
                <a:latin typeface="+mn-ea"/>
                <a:ea typeface="+mn-ea"/>
              </a:rPr>
            </a:fld>
            <a:endParaRPr lang="zh-CN" altLang="en-US" sz="1700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afterEffect" p14:presetBounceEnd="33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3000">
                                          <p:cBhvr additive="base">
                                            <p:cTn id="7" dur="3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3000">
                                          <p:cBhvr additive="base">
                                            <p:cTn id="8" dur="3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2" dur="3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4" presetID="2" presetClass="entr" presetSubtype="2" fill="hold" grpId="0" nodeType="afterEffect" p14:presetBounceEnd="33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3000">
                                          <p:cBhvr additive="base">
                                            <p:cTn id="16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3000">
                                          <p:cBhvr additive="base">
                                            <p:cTn id="17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8" grpId="0" animBg="1"/>
          <p:bldP spid="9" grpId="0" animBg="1"/>
          <p:bldP spid="10" grpId="0" animBg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3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3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2" dur="3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4" presetID="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6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7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8" grpId="0" animBg="1"/>
          <p:bldP spid="9" grpId="0" animBg="1"/>
          <p:bldP spid="10" grpId="0" animBg="1"/>
        </p:bldLst>
      </p:timing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4" y="4406901"/>
            <a:ext cx="10366375" cy="1362075"/>
          </a:xfrm>
        </p:spPr>
        <p:txBody>
          <a:bodyPr anchor="t"/>
          <a:lstStyle>
            <a:lvl1pPr algn="l">
              <a:defRPr sz="4000" b="1" cap="all">
                <a:solidFill>
                  <a:srgbClr val="F8F8F8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4" y="2906713"/>
            <a:ext cx="10366375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rgbClr val="F8F8F8"/>
                </a:solidFill>
              </a:defRPr>
            </a:lvl1pPr>
            <a:lvl2pPr marL="457200" indent="0">
              <a:buNone/>
              <a:defRPr sz="1700"/>
            </a:lvl2pPr>
            <a:lvl3pPr marL="914400" indent="0">
              <a:buNone/>
              <a:defRPr sz="1600"/>
            </a:lvl3pPr>
            <a:lvl4pPr marL="1371600" indent="0">
              <a:buNone/>
              <a:defRPr sz="1300"/>
            </a:lvl4pPr>
            <a:lvl5pPr marL="1828800" indent="0">
              <a:buNone/>
              <a:defRPr sz="1300"/>
            </a:lvl5pPr>
            <a:lvl6pPr marL="2286000" indent="0">
              <a:buNone/>
              <a:defRPr sz="1300"/>
            </a:lvl6pPr>
            <a:lvl7pPr marL="2743200" indent="0">
              <a:buNone/>
              <a:defRPr sz="1300"/>
            </a:lvl7pPr>
            <a:lvl8pPr marL="3200400" indent="0">
              <a:buNone/>
              <a:defRPr sz="1300"/>
            </a:lvl8pPr>
            <a:lvl9pPr marL="3657600" indent="0">
              <a:buNone/>
              <a:defRPr sz="13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99" y="1600201"/>
            <a:ext cx="5411788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3788" y="1600201"/>
            <a:ext cx="541337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5" name="图片 13" descr="泰迪logo无底色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40" y="6309320"/>
            <a:ext cx="918092" cy="2425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4637"/>
            <a:ext cx="10977563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1" y="1535113"/>
            <a:ext cx="538956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7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1" y="2174875"/>
            <a:ext cx="538956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7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6013" y="1535113"/>
            <a:ext cx="5391151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7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6013" y="2174875"/>
            <a:ext cx="539115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7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49"/>
            <a:ext cx="4013201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8850" y="273052"/>
            <a:ext cx="681831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2"/>
            <a:ext cx="4013201" cy="4691063"/>
          </a:xfrm>
        </p:spPr>
        <p:txBody>
          <a:bodyPr/>
          <a:lstStyle>
            <a:lvl1pPr marL="0" indent="0"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90775" y="4800600"/>
            <a:ext cx="7318375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90775" y="612775"/>
            <a:ext cx="731837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90775" y="5367338"/>
            <a:ext cx="7318375" cy="804863"/>
          </a:xfrm>
        </p:spPr>
        <p:txBody>
          <a:bodyPr/>
          <a:lstStyle>
            <a:lvl1pPr marL="0" indent="0"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3963" y="908052"/>
            <a:ext cx="2743201" cy="52181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1" y="908052"/>
            <a:ext cx="8081963" cy="52181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PECLOGO-eff-0-1"/>
          <p:cNvPicPr>
            <a:picLocks noChangeAspect="1" noChangeArrowheads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4146915" y="2886610"/>
            <a:ext cx="1060349" cy="798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3" descr="PPECLOGO-eff-0-2"/>
          <p:cNvPicPr>
            <a:picLocks noChangeAspect="1" noChangeArrowheads="1"/>
          </p:cNvPicPr>
          <p:nvPr userDrawn="1"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8430462" y="2758265"/>
            <a:ext cx="1096814" cy="838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PPECLOGO-eff-0-3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40451" y="1447780"/>
            <a:ext cx="3013732" cy="2376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5" descr="PPECLOGO-eff-0-1"/>
          <p:cNvPicPr>
            <a:picLocks noChangeAspect="1" noChangeArrowheads="1"/>
          </p:cNvPicPr>
          <p:nvPr userDrawn="1"/>
        </p:nvPicPr>
        <p:blipFill>
          <a:blip r:embed="rId5" cstate="screen"/>
          <a:srcRect/>
          <a:stretch>
            <a:fillRect/>
          </a:stretch>
        </p:blipFill>
        <p:spPr bwMode="auto">
          <a:xfrm>
            <a:off x="4467437" y="3771071"/>
            <a:ext cx="524127" cy="395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PPECLOGO-eff-0-1"/>
          <p:cNvPicPr>
            <a:picLocks noChangeAspect="1" noChangeArrowheads="1"/>
          </p:cNvPicPr>
          <p:nvPr userDrawn="1"/>
        </p:nvPicPr>
        <p:blipFill>
          <a:blip r:embed="rId6" cstate="screen"/>
          <a:srcRect/>
          <a:stretch>
            <a:fillRect/>
          </a:stretch>
        </p:blipFill>
        <p:spPr bwMode="auto">
          <a:xfrm>
            <a:off x="7376341" y="2904247"/>
            <a:ext cx="401158" cy="302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PPECLOGO-eff-0-2"/>
          <p:cNvPicPr>
            <a:picLocks noChangeAspect="1" noChangeArrowheads="1"/>
          </p:cNvPicPr>
          <p:nvPr userDrawn="1"/>
        </p:nvPicPr>
        <p:blipFill>
          <a:blip r:embed="rId7" cstate="screen"/>
          <a:srcRect/>
          <a:stretch>
            <a:fillRect/>
          </a:stretch>
        </p:blipFill>
        <p:spPr bwMode="auto">
          <a:xfrm>
            <a:off x="5277818" y="2574150"/>
            <a:ext cx="981731" cy="750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PPECLOGO-eff-5-4"/>
          <p:cNvPicPr>
            <a:picLocks noChangeAspect="1" noChangeArrowheads="1"/>
          </p:cNvPicPr>
          <p:nvPr userDrawn="1"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261942" y="3206629"/>
            <a:ext cx="1477636" cy="1123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PPECLOGO-eff-5-2"/>
          <p:cNvPicPr>
            <a:picLocks noChangeAspect="1" noChangeArrowheads="1"/>
          </p:cNvPicPr>
          <p:nvPr userDrawn="1"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5352404" y="3446015"/>
            <a:ext cx="1834444" cy="1436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 descr="PPECLOGO-eff-5-4"/>
          <p:cNvPicPr>
            <a:picLocks noChangeAspect="1" noChangeArrowheads="1"/>
          </p:cNvPicPr>
          <p:nvPr userDrawn="1"/>
        </p:nvPicPr>
        <p:blipFill>
          <a:blip r:embed="rId10" cstate="screen"/>
          <a:srcRect/>
          <a:stretch>
            <a:fillRect/>
          </a:stretch>
        </p:blipFill>
        <p:spPr bwMode="auto">
          <a:xfrm>
            <a:off x="9886102" y="2725339"/>
            <a:ext cx="1116793" cy="851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 descr="PPECLOGO-eff-0-1"/>
          <p:cNvPicPr>
            <a:picLocks noChangeAspect="1" noChangeArrowheads="1"/>
          </p:cNvPicPr>
          <p:nvPr userDrawn="1"/>
        </p:nvPicPr>
        <p:blipFill>
          <a:blip r:embed="rId11" cstate="screen"/>
          <a:srcRect/>
          <a:stretch>
            <a:fillRect/>
          </a:stretch>
        </p:blipFill>
        <p:spPr bwMode="auto">
          <a:xfrm>
            <a:off x="7942801" y="3624922"/>
            <a:ext cx="522112" cy="393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 descr="PPECLOGO-eff-0-1"/>
          <p:cNvPicPr>
            <a:picLocks noChangeAspect="1" noChangeArrowheads="1"/>
          </p:cNvPicPr>
          <p:nvPr userDrawn="1"/>
        </p:nvPicPr>
        <p:blipFill>
          <a:blip r:embed="rId11" cstate="screen"/>
          <a:srcRect/>
          <a:stretch>
            <a:fillRect/>
          </a:stretch>
        </p:blipFill>
        <p:spPr bwMode="auto">
          <a:xfrm>
            <a:off x="11254879" y="2365002"/>
            <a:ext cx="522111" cy="393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 descr="PPECLOGO-eff2-1-2"/>
          <p:cNvPicPr>
            <a:picLocks noChangeAspect="1" noChangeArrowheads="1"/>
          </p:cNvPicPr>
          <p:nvPr userDrawn="1"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2054437" y="2795895"/>
            <a:ext cx="1697366" cy="1428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 descr="PPECLOGO-eff2-1-3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3983627" y="2785815"/>
            <a:ext cx="437445" cy="365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 descr="PPECLOGO-eff2-1-4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8519341" y="3325061"/>
            <a:ext cx="703540" cy="587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7" descr="PPECLOGO-eff2-1-3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9239009" y="2909286"/>
            <a:ext cx="360841" cy="302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 descr="PPECLOGO-eff2-1-3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9744990" y="3446014"/>
            <a:ext cx="282222" cy="236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rAng="0" ptsTypes="">
                                      <p:cBhvr>
                                        <p:cTn id="39" dur="3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3.33333E-6 L -0.31632 3.33333E-6 " pathEditMode="relative" rAng="0" ptsTypes="AA">
                                      <p:cBhvr>
                                        <p:cTn id="41" dur="3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816" y="0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04 -1.85185E-6 L -0.46684 -1.85185E-6 " pathEditMode="relative" rAng="0" ptsTypes="AA">
                                      <p:cBhvr>
                                        <p:cTn id="43" dur="3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594" y="0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1.11111E-6 L -0.19531 1.11111E-6 " pathEditMode="relative" rAng="0" ptsTypes="AA">
                                      <p:cBhvr>
                                        <p:cTn id="45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774" y="0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2.59259E-6 L -0.43594 2.59259E-6 " pathEditMode="relative" rAng="0" ptsTypes="AA">
                                      <p:cBhvr>
                                        <p:cTn id="47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806" y="0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-1.85185E-6 L -0.33577 -1.85185E-6 " pathEditMode="relative" rAng="0" ptsTypes="AA">
                                      <p:cBhvr>
                                        <p:cTn id="49" dur="3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788" y="0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1.85185E-6 L -0.57188 -1.85185E-6 " pathEditMode="relative" rAng="0" ptsTypes="AA">
                                      <p:cBhvr>
                                        <p:cTn id="51" dur="3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594" y="0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1.85185E-6 L -0.57188 -1.85185E-6 " pathEditMode="relative" rAng="0" ptsTypes="AA">
                                      <p:cBhvr>
                                        <p:cTn id="53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594" y="0"/>
                                    </p:animMotion>
                                  </p:childTnLst>
                                </p:cTn>
                              </p:par>
                              <p:par>
                                <p:cTn id="54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2.59259E-6 L 0.43906 2.59259E-6 " pathEditMode="relative" rAng="0" ptsTypes="AA">
                                      <p:cBhvr>
                                        <p:cTn id="55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944" y="0"/>
                                    </p:animMotion>
                                  </p:childTnLst>
                                </p:cTn>
                              </p:par>
                              <p:par>
                                <p:cTn id="56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2.96296E-6 L 0.62813 2.96296E-6 " pathEditMode="relative" rAng="0" ptsTypes="AA">
                                      <p:cBhvr>
                                        <p:cTn id="57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406" y="0"/>
                                    </p:animMotion>
                                  </p:childTnLst>
                                </p:cTn>
                              </p:par>
                              <p:par>
                                <p:cTn id="58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-2.96296E-6 L 0.42465 -2.96296E-6 " pathEditMode="relative" rAng="0" ptsTypes="AA">
                                      <p:cBhvr>
                                        <p:cTn id="59" dur="3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233" y="0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53" presetClass="exit" presetSubtype="16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9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53" presetClass="exit" presetSubtype="16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4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53" presetClass="exit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9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53" presetClass="exit" presetSubtype="16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4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53" presetClass="exit" presetSubtype="16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9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16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1" y="908051"/>
            <a:ext cx="10977563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4" tIns="45717" rIns="91434" bIns="45717" numCol="1" anchor="ctr" anchorCtr="0" compatLnSpc="1"/>
          <a:lstStyle/>
          <a:p>
            <a:pPr lvl="0"/>
            <a:r>
              <a:rPr lang="zh-CN" dirty="0"/>
              <a:t>单击此处编辑母版标题样式</a:t>
            </a:r>
            <a:endParaRPr lang="zh-CN" dirty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1" y="1600201"/>
            <a:ext cx="10977563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4" tIns="45717" rIns="91434" bIns="45717" numCol="1" anchor="t" anchorCtr="0" compatLnSpc="1"/>
          <a:lstStyle/>
          <a:p>
            <a:pPr lvl="0"/>
            <a:r>
              <a:rPr lang="zh-CN" dirty="0"/>
              <a:t>单击此处编辑母版文本样式</a:t>
            </a:r>
            <a:endParaRPr lang="zh-CN" dirty="0"/>
          </a:p>
          <a:p>
            <a:pPr lvl="1"/>
            <a:r>
              <a:rPr lang="zh-CN" dirty="0"/>
              <a:t>第二级</a:t>
            </a:r>
            <a:endParaRPr 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  <p:txStyles>
    <p:titleStyle>
      <a:lvl1pPr algn="l" rtl="0" fontAlgn="base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accent1"/>
          </a:solidFill>
          <a:latin typeface="+mn-lt"/>
          <a:ea typeface="仿宋_GB2312" pitchFamily="49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宋体" panose="02010600030101010101" pitchFamily="2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3.xml"/><Relationship Id="rId3" Type="http://schemas.openxmlformats.org/officeDocument/2006/relationships/slide" Target="slide6.xml"/><Relationship Id="rId2" Type="http://schemas.openxmlformats.org/officeDocument/2006/relationships/slide" Target="slide2.xml"/><Relationship Id="rId1" Type="http://schemas.openxmlformats.org/officeDocument/2006/relationships/image" Target="../media/image17.jpe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2.xml"/><Relationship Id="rId4" Type="http://schemas.openxmlformats.org/officeDocument/2006/relationships/diagramColors" Target="../diagrams/colors2.xml"/><Relationship Id="rId3" Type="http://schemas.openxmlformats.org/officeDocument/2006/relationships/diagramQuickStyle" Target="../diagrams/quickStyle2.xml"/><Relationship Id="rId2" Type="http://schemas.openxmlformats.org/officeDocument/2006/relationships/diagramLayout" Target="../diagrams/layout2.xml"/><Relationship Id="rId1" Type="http://schemas.openxmlformats.org/officeDocument/2006/relationships/diagramData" Target="../diagrams/data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3.xml"/><Relationship Id="rId4" Type="http://schemas.openxmlformats.org/officeDocument/2006/relationships/diagramColors" Target="../diagrams/colors3.xml"/><Relationship Id="rId3" Type="http://schemas.openxmlformats.org/officeDocument/2006/relationships/diagramQuickStyle" Target="../diagrams/quickStyle3.xml"/><Relationship Id="rId2" Type="http://schemas.openxmlformats.org/officeDocument/2006/relationships/diagramLayout" Target="../diagrams/layout3.xml"/><Relationship Id="rId1" Type="http://schemas.openxmlformats.org/officeDocument/2006/relationships/diagramData" Target="../diagrams/data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0" y="2454498"/>
            <a:ext cx="12196800" cy="4403503"/>
          </a:xfrm>
          <a:prstGeom prst="rect">
            <a:avLst/>
          </a:prstGeom>
        </p:spPr>
      </p:pic>
      <p:grpSp>
        <p:nvGrpSpPr>
          <p:cNvPr id="8" name="组合 7"/>
          <p:cNvGrpSpPr/>
          <p:nvPr/>
        </p:nvGrpSpPr>
        <p:grpSpPr>
          <a:xfrm>
            <a:off x="4947444" y="1328709"/>
            <a:ext cx="2301875" cy="2308227"/>
            <a:chOff x="6609209" y="790981"/>
            <a:chExt cx="2301875" cy="2308226"/>
          </a:xfrm>
        </p:grpSpPr>
        <p:sp>
          <p:nvSpPr>
            <p:cNvPr id="9" name="Oval 5"/>
            <p:cNvSpPr>
              <a:spLocks noChangeArrowheads="1"/>
            </p:cNvSpPr>
            <p:nvPr/>
          </p:nvSpPr>
          <p:spPr bwMode="auto">
            <a:xfrm>
              <a:off x="6609209" y="790981"/>
              <a:ext cx="2301875" cy="230822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" name="Freeform 6"/>
            <p:cNvSpPr>
              <a:spLocks noEditPoints="1"/>
            </p:cNvSpPr>
            <p:nvPr/>
          </p:nvSpPr>
          <p:spPr bwMode="auto">
            <a:xfrm>
              <a:off x="6733034" y="914806"/>
              <a:ext cx="2054225" cy="2058988"/>
            </a:xfrm>
            <a:custGeom>
              <a:avLst/>
              <a:gdLst>
                <a:gd name="T0" fmla="*/ 1653 w 3306"/>
                <a:gd name="T1" fmla="*/ 0 h 3306"/>
                <a:gd name="T2" fmla="*/ 3306 w 3306"/>
                <a:gd name="T3" fmla="*/ 1653 h 3306"/>
                <a:gd name="T4" fmla="*/ 1653 w 3306"/>
                <a:gd name="T5" fmla="*/ 3306 h 3306"/>
                <a:gd name="T6" fmla="*/ 0 w 3306"/>
                <a:gd name="T7" fmla="*/ 1653 h 3306"/>
                <a:gd name="T8" fmla="*/ 1653 w 3306"/>
                <a:gd name="T9" fmla="*/ 0 h 3306"/>
                <a:gd name="T10" fmla="*/ 1653 w 3306"/>
                <a:gd name="T11" fmla="*/ 112 h 3306"/>
                <a:gd name="T12" fmla="*/ 3193 w 3306"/>
                <a:gd name="T13" fmla="*/ 1653 h 3306"/>
                <a:gd name="T14" fmla="*/ 1653 w 3306"/>
                <a:gd name="T15" fmla="*/ 3193 h 3306"/>
                <a:gd name="T16" fmla="*/ 112 w 3306"/>
                <a:gd name="T17" fmla="*/ 1653 h 3306"/>
                <a:gd name="T18" fmla="*/ 1653 w 3306"/>
                <a:gd name="T19" fmla="*/ 112 h 33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306" h="3306">
                  <a:moveTo>
                    <a:pt x="1653" y="0"/>
                  </a:moveTo>
                  <a:cubicBezTo>
                    <a:pt x="2565" y="0"/>
                    <a:pt x="3306" y="740"/>
                    <a:pt x="3306" y="1653"/>
                  </a:cubicBezTo>
                  <a:cubicBezTo>
                    <a:pt x="3306" y="2565"/>
                    <a:pt x="2565" y="3306"/>
                    <a:pt x="1653" y="3306"/>
                  </a:cubicBezTo>
                  <a:cubicBezTo>
                    <a:pt x="740" y="3306"/>
                    <a:pt x="0" y="2565"/>
                    <a:pt x="0" y="1653"/>
                  </a:cubicBezTo>
                  <a:cubicBezTo>
                    <a:pt x="0" y="740"/>
                    <a:pt x="740" y="0"/>
                    <a:pt x="1653" y="0"/>
                  </a:cubicBezTo>
                  <a:close/>
                  <a:moveTo>
                    <a:pt x="1653" y="112"/>
                  </a:moveTo>
                  <a:cubicBezTo>
                    <a:pt x="2503" y="112"/>
                    <a:pt x="3193" y="802"/>
                    <a:pt x="3193" y="1653"/>
                  </a:cubicBezTo>
                  <a:cubicBezTo>
                    <a:pt x="3193" y="2503"/>
                    <a:pt x="2503" y="3193"/>
                    <a:pt x="1653" y="3193"/>
                  </a:cubicBezTo>
                  <a:cubicBezTo>
                    <a:pt x="802" y="3193"/>
                    <a:pt x="112" y="2503"/>
                    <a:pt x="112" y="1653"/>
                  </a:cubicBezTo>
                  <a:cubicBezTo>
                    <a:pt x="112" y="802"/>
                    <a:pt x="802" y="112"/>
                    <a:pt x="1653" y="112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13" name="TextBox 12">
            <a:hlinkClick r:id="rId2" action="ppaction://hlinksldjump"/>
          </p:cNvPr>
          <p:cNvSpPr txBox="1"/>
          <p:nvPr/>
        </p:nvSpPr>
        <p:spPr>
          <a:xfrm>
            <a:off x="2969397" y="3754915"/>
            <a:ext cx="6257970" cy="830991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ctr"/>
            <a:r>
              <a:rPr lang="en-US" altLang="zh-CN" sz="4800" b="1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9.4 </a:t>
            </a:r>
            <a:r>
              <a:rPr lang="zh-CN" altLang="en-US" sz="4800" b="1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预测模型</a:t>
            </a:r>
            <a:r>
              <a:rPr lang="zh-CN" altLang="en-US" sz="48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构建</a:t>
            </a:r>
            <a:endParaRPr lang="zh-CN" altLang="en-US" sz="4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4" name="直接连接符 13"/>
          <p:cNvCxnSpPr/>
          <p:nvPr/>
        </p:nvCxnSpPr>
        <p:spPr bwMode="auto">
          <a:xfrm>
            <a:off x="2641998" y="4570915"/>
            <a:ext cx="6912768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" name="Freeform 12"/>
          <p:cNvSpPr>
            <a:spLocks noEditPoints="1"/>
          </p:cNvSpPr>
          <p:nvPr/>
        </p:nvSpPr>
        <p:spPr bwMode="auto">
          <a:xfrm>
            <a:off x="5517801" y="1904686"/>
            <a:ext cx="1161161" cy="1156273"/>
          </a:xfrm>
          <a:custGeom>
            <a:avLst/>
            <a:gdLst>
              <a:gd name="T0" fmla="*/ 862 w 954"/>
              <a:gd name="T1" fmla="*/ 813 h 944"/>
              <a:gd name="T2" fmla="*/ 763 w 954"/>
              <a:gd name="T3" fmla="*/ 813 h 944"/>
              <a:gd name="T4" fmla="*/ 625 w 954"/>
              <a:gd name="T5" fmla="*/ 549 h 944"/>
              <a:gd name="T6" fmla="*/ 611 w 954"/>
              <a:gd name="T7" fmla="*/ 601 h 944"/>
              <a:gd name="T8" fmla="*/ 535 w 954"/>
              <a:gd name="T9" fmla="*/ 658 h 944"/>
              <a:gd name="T10" fmla="*/ 782 w 954"/>
              <a:gd name="T11" fmla="*/ 932 h 944"/>
              <a:gd name="T12" fmla="*/ 941 w 954"/>
              <a:gd name="T13" fmla="*/ 826 h 944"/>
              <a:gd name="T14" fmla="*/ 824 w 954"/>
              <a:gd name="T15" fmla="*/ 704 h 944"/>
              <a:gd name="T16" fmla="*/ 650 w 954"/>
              <a:gd name="T17" fmla="*/ 561 h 944"/>
              <a:gd name="T18" fmla="*/ 345 w 954"/>
              <a:gd name="T19" fmla="*/ 335 h 944"/>
              <a:gd name="T20" fmla="*/ 397 w 954"/>
              <a:gd name="T21" fmla="*/ 321 h 944"/>
              <a:gd name="T22" fmla="*/ 411 w 954"/>
              <a:gd name="T23" fmla="*/ 269 h 944"/>
              <a:gd name="T24" fmla="*/ 423 w 954"/>
              <a:gd name="T25" fmla="*/ 221 h 944"/>
              <a:gd name="T26" fmla="*/ 184 w 954"/>
              <a:gd name="T27" fmla="*/ 21 h 944"/>
              <a:gd name="T28" fmla="*/ 151 w 954"/>
              <a:gd name="T29" fmla="*/ 267 h 944"/>
              <a:gd name="T30" fmla="*/ 1 w 954"/>
              <a:gd name="T31" fmla="*/ 204 h 944"/>
              <a:gd name="T32" fmla="*/ 284 w 954"/>
              <a:gd name="T33" fmla="*/ 406 h 944"/>
              <a:gd name="T34" fmla="*/ 320 w 954"/>
              <a:gd name="T35" fmla="*/ 360 h 944"/>
              <a:gd name="T36" fmla="*/ 920 w 954"/>
              <a:gd name="T37" fmla="*/ 91 h 944"/>
              <a:gd name="T38" fmla="*/ 791 w 954"/>
              <a:gd name="T39" fmla="*/ 0 h 944"/>
              <a:gd name="T40" fmla="*/ 448 w 954"/>
              <a:gd name="T41" fmla="*/ 306 h 944"/>
              <a:gd name="T42" fmla="*/ 399 w 954"/>
              <a:gd name="T43" fmla="*/ 376 h 944"/>
              <a:gd name="T44" fmla="*/ 357 w 954"/>
              <a:gd name="T45" fmla="*/ 397 h 944"/>
              <a:gd name="T46" fmla="*/ 362 w 954"/>
              <a:gd name="T47" fmla="*/ 527 h 944"/>
              <a:gd name="T48" fmla="*/ 85 w 954"/>
              <a:gd name="T49" fmla="*/ 768 h 944"/>
              <a:gd name="T50" fmla="*/ 55 w 954"/>
              <a:gd name="T51" fmla="*/ 944 h 944"/>
              <a:gd name="T52" fmla="*/ 198 w 954"/>
              <a:gd name="T53" fmla="*/ 800 h 944"/>
              <a:gd name="T54" fmla="*/ 423 w 954"/>
              <a:gd name="T55" fmla="*/ 588 h 944"/>
              <a:gd name="T56" fmla="*/ 549 w 954"/>
              <a:gd name="T57" fmla="*/ 588 h 944"/>
              <a:gd name="T58" fmla="*/ 585 w 954"/>
              <a:gd name="T59" fmla="*/ 509 h 944"/>
              <a:gd name="T60" fmla="*/ 639 w 954"/>
              <a:gd name="T61" fmla="*/ 498 h 944"/>
              <a:gd name="T62" fmla="*/ 920 w 954"/>
              <a:gd name="T63" fmla="*/ 91 h 9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954" h="944">
                <a:moveTo>
                  <a:pt x="813" y="764"/>
                </a:moveTo>
                <a:cubicBezTo>
                  <a:pt x="840" y="764"/>
                  <a:pt x="862" y="786"/>
                  <a:pt x="862" y="813"/>
                </a:cubicBezTo>
                <a:cubicBezTo>
                  <a:pt x="862" y="841"/>
                  <a:pt x="840" y="863"/>
                  <a:pt x="813" y="863"/>
                </a:cubicBezTo>
                <a:cubicBezTo>
                  <a:pt x="786" y="863"/>
                  <a:pt x="763" y="841"/>
                  <a:pt x="763" y="813"/>
                </a:cubicBezTo>
                <a:cubicBezTo>
                  <a:pt x="763" y="786"/>
                  <a:pt x="786" y="764"/>
                  <a:pt x="813" y="764"/>
                </a:cubicBezTo>
                <a:close/>
                <a:moveTo>
                  <a:pt x="625" y="549"/>
                </a:moveTo>
                <a:lnTo>
                  <a:pt x="637" y="574"/>
                </a:lnTo>
                <a:lnTo>
                  <a:pt x="611" y="601"/>
                </a:lnTo>
                <a:lnTo>
                  <a:pt x="586" y="625"/>
                </a:lnTo>
                <a:cubicBezTo>
                  <a:pt x="571" y="640"/>
                  <a:pt x="554" y="651"/>
                  <a:pt x="535" y="658"/>
                </a:cubicBezTo>
                <a:lnTo>
                  <a:pt x="703" y="826"/>
                </a:lnTo>
                <a:lnTo>
                  <a:pt x="782" y="932"/>
                </a:lnTo>
                <a:lnTo>
                  <a:pt x="824" y="943"/>
                </a:lnTo>
                <a:lnTo>
                  <a:pt x="941" y="826"/>
                </a:lnTo>
                <a:lnTo>
                  <a:pt x="930" y="783"/>
                </a:lnTo>
                <a:lnTo>
                  <a:pt x="824" y="704"/>
                </a:lnTo>
                <a:lnTo>
                  <a:pt x="666" y="546"/>
                </a:lnTo>
                <a:lnTo>
                  <a:pt x="650" y="561"/>
                </a:lnTo>
                <a:lnTo>
                  <a:pt x="625" y="549"/>
                </a:lnTo>
                <a:close/>
                <a:moveTo>
                  <a:pt x="345" y="335"/>
                </a:moveTo>
                <a:lnTo>
                  <a:pt x="372" y="308"/>
                </a:lnTo>
                <a:lnTo>
                  <a:pt x="397" y="321"/>
                </a:lnTo>
                <a:lnTo>
                  <a:pt x="384" y="296"/>
                </a:lnTo>
                <a:lnTo>
                  <a:pt x="411" y="269"/>
                </a:lnTo>
                <a:lnTo>
                  <a:pt x="414" y="266"/>
                </a:lnTo>
                <a:cubicBezTo>
                  <a:pt x="420" y="251"/>
                  <a:pt x="423" y="235"/>
                  <a:pt x="423" y="221"/>
                </a:cubicBezTo>
                <a:cubicBezTo>
                  <a:pt x="423" y="108"/>
                  <a:pt x="316" y="0"/>
                  <a:pt x="204" y="1"/>
                </a:cubicBezTo>
                <a:cubicBezTo>
                  <a:pt x="203" y="1"/>
                  <a:pt x="191" y="14"/>
                  <a:pt x="184" y="21"/>
                </a:cubicBezTo>
                <a:cubicBezTo>
                  <a:pt x="274" y="111"/>
                  <a:pt x="266" y="96"/>
                  <a:pt x="266" y="151"/>
                </a:cubicBezTo>
                <a:cubicBezTo>
                  <a:pt x="266" y="196"/>
                  <a:pt x="195" y="267"/>
                  <a:pt x="151" y="267"/>
                </a:cubicBezTo>
                <a:cubicBezTo>
                  <a:pt x="94" y="267"/>
                  <a:pt x="112" y="276"/>
                  <a:pt x="20" y="184"/>
                </a:cubicBezTo>
                <a:cubicBezTo>
                  <a:pt x="13" y="191"/>
                  <a:pt x="1" y="204"/>
                  <a:pt x="1" y="204"/>
                </a:cubicBezTo>
                <a:cubicBezTo>
                  <a:pt x="2" y="316"/>
                  <a:pt x="108" y="424"/>
                  <a:pt x="220" y="424"/>
                </a:cubicBezTo>
                <a:cubicBezTo>
                  <a:pt x="240" y="424"/>
                  <a:pt x="262" y="417"/>
                  <a:pt x="284" y="406"/>
                </a:cubicBezTo>
                <a:lnTo>
                  <a:pt x="288" y="411"/>
                </a:lnTo>
                <a:cubicBezTo>
                  <a:pt x="295" y="392"/>
                  <a:pt x="305" y="375"/>
                  <a:pt x="320" y="360"/>
                </a:cubicBezTo>
                <a:lnTo>
                  <a:pt x="345" y="335"/>
                </a:lnTo>
                <a:close/>
                <a:moveTo>
                  <a:pt x="920" y="91"/>
                </a:moveTo>
                <a:lnTo>
                  <a:pt x="854" y="26"/>
                </a:lnTo>
                <a:cubicBezTo>
                  <a:pt x="837" y="9"/>
                  <a:pt x="814" y="0"/>
                  <a:pt x="791" y="0"/>
                </a:cubicBezTo>
                <a:cubicBezTo>
                  <a:pt x="768" y="0"/>
                  <a:pt x="746" y="9"/>
                  <a:pt x="728" y="26"/>
                </a:cubicBezTo>
                <a:lnTo>
                  <a:pt x="448" y="306"/>
                </a:lnTo>
                <a:cubicBezTo>
                  <a:pt x="457" y="323"/>
                  <a:pt x="450" y="348"/>
                  <a:pt x="437" y="361"/>
                </a:cubicBezTo>
                <a:cubicBezTo>
                  <a:pt x="428" y="370"/>
                  <a:pt x="413" y="376"/>
                  <a:pt x="399" y="376"/>
                </a:cubicBezTo>
                <a:cubicBezTo>
                  <a:pt x="393" y="376"/>
                  <a:pt x="387" y="375"/>
                  <a:pt x="382" y="372"/>
                </a:cubicBezTo>
                <a:lnTo>
                  <a:pt x="357" y="397"/>
                </a:lnTo>
                <a:cubicBezTo>
                  <a:pt x="323" y="432"/>
                  <a:pt x="323" y="488"/>
                  <a:pt x="357" y="523"/>
                </a:cubicBezTo>
                <a:lnTo>
                  <a:pt x="362" y="527"/>
                </a:lnTo>
                <a:lnTo>
                  <a:pt x="143" y="746"/>
                </a:lnTo>
                <a:lnTo>
                  <a:pt x="85" y="768"/>
                </a:lnTo>
                <a:lnTo>
                  <a:pt x="0" y="889"/>
                </a:lnTo>
                <a:lnTo>
                  <a:pt x="55" y="944"/>
                </a:lnTo>
                <a:lnTo>
                  <a:pt x="176" y="859"/>
                </a:lnTo>
                <a:lnTo>
                  <a:pt x="198" y="800"/>
                </a:lnTo>
                <a:lnTo>
                  <a:pt x="416" y="582"/>
                </a:lnTo>
                <a:lnTo>
                  <a:pt x="423" y="588"/>
                </a:lnTo>
                <a:cubicBezTo>
                  <a:pt x="440" y="606"/>
                  <a:pt x="463" y="614"/>
                  <a:pt x="486" y="614"/>
                </a:cubicBezTo>
                <a:cubicBezTo>
                  <a:pt x="509" y="614"/>
                  <a:pt x="531" y="606"/>
                  <a:pt x="549" y="588"/>
                </a:cubicBezTo>
                <a:lnTo>
                  <a:pt x="574" y="564"/>
                </a:lnTo>
                <a:cubicBezTo>
                  <a:pt x="565" y="547"/>
                  <a:pt x="572" y="522"/>
                  <a:pt x="585" y="509"/>
                </a:cubicBezTo>
                <a:cubicBezTo>
                  <a:pt x="594" y="500"/>
                  <a:pt x="609" y="494"/>
                  <a:pt x="622" y="494"/>
                </a:cubicBezTo>
                <a:cubicBezTo>
                  <a:pt x="629" y="494"/>
                  <a:pt x="634" y="495"/>
                  <a:pt x="639" y="498"/>
                </a:cubicBezTo>
                <a:lnTo>
                  <a:pt x="920" y="217"/>
                </a:lnTo>
                <a:cubicBezTo>
                  <a:pt x="954" y="183"/>
                  <a:pt x="954" y="126"/>
                  <a:pt x="920" y="9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34" tIns="45717" rIns="91434" bIns="45717" numCol="1" anchor="t" anchorCtr="0" compatLnSpc="1"/>
          <a:lstStyle/>
          <a:p>
            <a:endParaRPr lang="zh-CN" altLang="en-US"/>
          </a:p>
        </p:txBody>
      </p:sp>
      <p:sp>
        <p:nvSpPr>
          <p:cNvPr id="18" name="TextBox 17">
            <a:hlinkClick r:id="rId3" action="ppaction://hlinksldjump"/>
          </p:cNvPr>
          <p:cNvSpPr txBox="1"/>
          <p:nvPr/>
        </p:nvSpPr>
        <p:spPr>
          <a:xfrm>
            <a:off x="2969415" y="4738306"/>
            <a:ext cx="6257970" cy="830991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ctr"/>
            <a:r>
              <a:rPr lang="en-US" altLang="zh-CN" sz="4800" b="1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9.5 </a:t>
            </a:r>
            <a:r>
              <a:rPr lang="zh-CN" altLang="en-US" sz="48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预测结果分析</a:t>
            </a:r>
            <a:endParaRPr lang="zh-CN" altLang="en-US" sz="4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6" y="44625"/>
            <a:ext cx="5042228" cy="523214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zh-CN" altLang="en-US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预测模型</a:t>
            </a:r>
            <a:r>
              <a:rPr lang="zh-CN" altLang="en-US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构建</a:t>
            </a:r>
            <a:endParaRPr lang="zh-CN" altLang="en-US" sz="2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 smtClean="0">
                <a:solidFill>
                  <a:schemeClr val="accent2"/>
                </a:solidFill>
              </a:rPr>
              <a:t>9.4</a:t>
            </a:r>
            <a:r>
              <a:rPr lang="en-US" altLang="zh-CN" dirty="0" smtClean="0">
                <a:solidFill>
                  <a:schemeClr val="accent2"/>
                </a:solidFill>
              </a:rPr>
              <a:t> 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graphicFrame>
        <p:nvGraphicFramePr>
          <p:cNvPr id="4" name="图示 3"/>
          <p:cNvGraphicFramePr/>
          <p:nvPr/>
        </p:nvGraphicFramePr>
        <p:xfrm>
          <a:off x="1204523" y="1382823"/>
          <a:ext cx="8856984" cy="40324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6" y="44625"/>
            <a:ext cx="5042228" cy="523214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zh-CN" altLang="en-US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训练集和测试集的划分</a:t>
            </a:r>
            <a:endParaRPr lang="zh-CN" altLang="en-US" sz="2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 smtClean="0">
                <a:solidFill>
                  <a:schemeClr val="accent2"/>
                </a:solidFill>
              </a:rPr>
              <a:t>9.4.1</a:t>
            </a:r>
            <a:r>
              <a:rPr lang="en-US" altLang="zh-CN" dirty="0" smtClean="0">
                <a:solidFill>
                  <a:schemeClr val="accent2"/>
                </a:solidFill>
              </a:rPr>
              <a:t> 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204523" y="908720"/>
            <a:ext cx="1015044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dirty="0" smtClean="0"/>
              <a:t>以上</a:t>
            </a:r>
            <a:r>
              <a:rPr lang="zh-CN" altLang="en-US" sz="2200" dirty="0"/>
              <a:t>汽集团为例，指标的计算见</a:t>
            </a:r>
            <a:r>
              <a:rPr lang="en-US" altLang="zh-CN" sz="2200" dirty="0"/>
              <a:t>9.3.8</a:t>
            </a:r>
            <a:r>
              <a:rPr lang="zh-CN" altLang="en-US" sz="2200" dirty="0"/>
              <a:t>，以</a:t>
            </a:r>
            <a:r>
              <a:rPr lang="en-US" altLang="zh-CN" sz="2200" dirty="0"/>
              <a:t>2017</a:t>
            </a:r>
            <a:r>
              <a:rPr lang="zh-CN" altLang="en-US" sz="2200" dirty="0"/>
              <a:t>年</a:t>
            </a:r>
            <a:r>
              <a:rPr lang="en-US" altLang="zh-CN" sz="2200" dirty="0"/>
              <a:t>1</a:t>
            </a:r>
            <a:r>
              <a:rPr lang="zh-CN" altLang="en-US" sz="2200" dirty="0"/>
              <a:t>月</a:t>
            </a:r>
            <a:r>
              <a:rPr lang="en-US" altLang="zh-CN" sz="2200" dirty="0"/>
              <a:t>1</a:t>
            </a:r>
            <a:r>
              <a:rPr lang="zh-CN" altLang="en-US" sz="2200" dirty="0"/>
              <a:t>日至</a:t>
            </a:r>
            <a:r>
              <a:rPr lang="en-US" altLang="zh-CN" sz="2200" dirty="0"/>
              <a:t>2017</a:t>
            </a:r>
            <a:r>
              <a:rPr lang="zh-CN" altLang="en-US" sz="2200" dirty="0"/>
              <a:t>年</a:t>
            </a:r>
            <a:r>
              <a:rPr lang="en-US" altLang="zh-CN" sz="2200" dirty="0"/>
              <a:t>11</a:t>
            </a:r>
            <a:r>
              <a:rPr lang="zh-CN" altLang="en-US" sz="2200" dirty="0"/>
              <a:t>月</a:t>
            </a:r>
            <a:r>
              <a:rPr lang="en-US" altLang="zh-CN" sz="2200" dirty="0"/>
              <a:t>31</a:t>
            </a:r>
            <a:r>
              <a:rPr lang="zh-CN" altLang="en-US" sz="2200" dirty="0"/>
              <a:t>日之间的数据作为训练集，余下的数据（</a:t>
            </a:r>
            <a:r>
              <a:rPr lang="en-US" altLang="zh-CN" sz="2200" dirty="0"/>
              <a:t>2017</a:t>
            </a:r>
            <a:r>
              <a:rPr lang="zh-CN" altLang="en-US" sz="2200" dirty="0"/>
              <a:t>年</a:t>
            </a:r>
            <a:r>
              <a:rPr lang="en-US" altLang="zh-CN" sz="2200" dirty="0"/>
              <a:t>12</a:t>
            </a:r>
            <a:r>
              <a:rPr lang="zh-CN" altLang="en-US" sz="2200" dirty="0"/>
              <a:t>月</a:t>
            </a:r>
            <a:r>
              <a:rPr lang="en-US" altLang="zh-CN" sz="2200" dirty="0"/>
              <a:t>1</a:t>
            </a:r>
            <a:r>
              <a:rPr lang="zh-CN" altLang="en-US" sz="2200" dirty="0"/>
              <a:t>日至</a:t>
            </a:r>
            <a:r>
              <a:rPr lang="en-US" altLang="zh-CN" sz="2200" dirty="0"/>
              <a:t>2017</a:t>
            </a:r>
            <a:r>
              <a:rPr lang="zh-CN" altLang="en-US" sz="2200" dirty="0"/>
              <a:t>年</a:t>
            </a:r>
            <a:r>
              <a:rPr lang="en-US" altLang="zh-CN" sz="2200" dirty="0"/>
              <a:t>12</a:t>
            </a:r>
            <a:r>
              <a:rPr lang="zh-CN" altLang="en-US" sz="2200" dirty="0"/>
              <a:t>月</a:t>
            </a:r>
            <a:r>
              <a:rPr lang="en-US" altLang="zh-CN" sz="2200" dirty="0"/>
              <a:t>31</a:t>
            </a:r>
            <a:r>
              <a:rPr lang="zh-CN" altLang="en-US" sz="2200" dirty="0"/>
              <a:t>日，周期为</a:t>
            </a:r>
            <a:r>
              <a:rPr lang="en-US" altLang="zh-CN" sz="2200" dirty="0"/>
              <a:t>1</a:t>
            </a:r>
            <a:r>
              <a:rPr lang="zh-CN" altLang="en-US" sz="2200" dirty="0"/>
              <a:t>个月）为测试集，进行分类预测建模。</a:t>
            </a:r>
            <a:endParaRPr lang="zh-CN" altLang="en-US" sz="2200" dirty="0"/>
          </a:p>
        </p:txBody>
      </p:sp>
      <p:graphicFrame>
        <p:nvGraphicFramePr>
          <p:cNvPr id="6" name="图示 5"/>
          <p:cNvGraphicFramePr/>
          <p:nvPr/>
        </p:nvGraphicFramePr>
        <p:xfrm>
          <a:off x="481757" y="2492896"/>
          <a:ext cx="5296224" cy="20882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145482" y="3429000"/>
            <a:ext cx="4282790" cy="3170099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#</a:t>
            </a:r>
            <a:r>
              <a:rPr lang="zh-CN" altLang="zh-CN" sz="2000" dirty="0"/>
              <a:t>提取训练和测试数据</a:t>
            </a:r>
            <a:endParaRPr lang="zh-CN" altLang="zh-CN" sz="2000" dirty="0"/>
          </a:p>
          <a:p>
            <a:r>
              <a:rPr lang="en-US" altLang="zh-CN" sz="2000" dirty="0"/>
              <a:t>x1=Data['</a:t>
            </a:r>
            <a:r>
              <a:rPr lang="zh-CN" altLang="zh-CN" sz="2000" dirty="0"/>
              <a:t>交易日期</a:t>
            </a:r>
            <a:r>
              <a:rPr lang="en-US" altLang="zh-CN" sz="2000" dirty="0"/>
              <a:t>']&gt;='2017-01-01'</a:t>
            </a:r>
            <a:endParaRPr lang="zh-CN" altLang="zh-CN" sz="2000" dirty="0"/>
          </a:p>
          <a:p>
            <a:r>
              <a:rPr lang="en-US" altLang="zh-CN" sz="2000" dirty="0"/>
              <a:t>x2=Data['</a:t>
            </a:r>
            <a:r>
              <a:rPr lang="zh-CN" altLang="zh-CN" sz="2000" dirty="0"/>
              <a:t>交易日期</a:t>
            </a:r>
            <a:r>
              <a:rPr lang="en-US" altLang="zh-CN" sz="2000" dirty="0"/>
              <a:t>']&lt;='2017-11-30'</a:t>
            </a:r>
            <a:endParaRPr lang="zh-CN" altLang="zh-CN" sz="2000" dirty="0"/>
          </a:p>
          <a:p>
            <a:r>
              <a:rPr lang="en-US" altLang="zh-CN" sz="2000" dirty="0"/>
              <a:t>xx=x1&amp;x2</a:t>
            </a:r>
            <a:endParaRPr lang="zh-CN" altLang="zh-CN" sz="2000" dirty="0"/>
          </a:p>
          <a:p>
            <a:r>
              <a:rPr lang="en-US" altLang="zh-CN" sz="2000" dirty="0"/>
              <a:t>index=</a:t>
            </a:r>
            <a:r>
              <a:rPr lang="en-US" altLang="zh-CN" sz="2000" dirty="0" err="1"/>
              <a:t>xx.values</a:t>
            </a:r>
            <a:r>
              <a:rPr lang="en-US" altLang="zh-CN" sz="2000" dirty="0"/>
              <a:t>==True</a:t>
            </a:r>
            <a:endParaRPr lang="zh-CN" altLang="zh-CN" sz="2000" dirty="0"/>
          </a:p>
          <a:p>
            <a:r>
              <a:rPr lang="en-US" altLang="zh-CN" sz="2000" dirty="0"/>
              <a:t>index1=</a:t>
            </a:r>
            <a:r>
              <a:rPr lang="en-US" altLang="zh-CN" sz="2000" dirty="0" err="1"/>
              <a:t>xx.values</a:t>
            </a:r>
            <a:r>
              <a:rPr lang="en-US" altLang="zh-CN" sz="2000" dirty="0"/>
              <a:t>==False</a:t>
            </a:r>
            <a:endParaRPr lang="zh-CN" altLang="zh-CN" sz="2000" dirty="0"/>
          </a:p>
          <a:p>
            <a:r>
              <a:rPr lang="en-US" altLang="zh-CN" sz="2000" dirty="0" err="1"/>
              <a:t>x_train</a:t>
            </a:r>
            <a:r>
              <a:rPr lang="en-US" altLang="zh-CN" sz="2000" dirty="0"/>
              <a:t>=</a:t>
            </a:r>
            <a:r>
              <a:rPr lang="en-US" altLang="zh-CN" sz="2000" dirty="0" err="1"/>
              <a:t>Data.iloc</a:t>
            </a:r>
            <a:r>
              <a:rPr lang="en-US" altLang="zh-CN" sz="2000" dirty="0"/>
              <a:t>[index,1:15]  </a:t>
            </a:r>
            <a:endParaRPr lang="zh-CN" altLang="zh-CN" sz="2000" dirty="0"/>
          </a:p>
          <a:p>
            <a:r>
              <a:rPr lang="en-US" altLang="zh-CN" sz="2000" dirty="0" err="1"/>
              <a:t>y_train</a:t>
            </a:r>
            <a:r>
              <a:rPr lang="en-US" altLang="zh-CN" sz="2000" dirty="0"/>
              <a:t>=</a:t>
            </a:r>
            <a:r>
              <a:rPr lang="en-US" altLang="zh-CN" sz="2000" dirty="0" err="1"/>
              <a:t>Data.iloc</a:t>
            </a:r>
            <a:r>
              <a:rPr lang="en-US" altLang="zh-CN" sz="2000" dirty="0"/>
              <a:t>[index,[15]]</a:t>
            </a:r>
            <a:endParaRPr lang="zh-CN" altLang="zh-CN" sz="2000" dirty="0"/>
          </a:p>
          <a:p>
            <a:r>
              <a:rPr lang="en-US" altLang="zh-CN" sz="2000" dirty="0" err="1"/>
              <a:t>x_test</a:t>
            </a:r>
            <a:r>
              <a:rPr lang="en-US" altLang="zh-CN" sz="2000" dirty="0"/>
              <a:t>=</a:t>
            </a:r>
            <a:r>
              <a:rPr lang="en-US" altLang="zh-CN" sz="2000" dirty="0" err="1"/>
              <a:t>Data.iloc</a:t>
            </a:r>
            <a:r>
              <a:rPr lang="en-US" altLang="zh-CN" sz="2000" dirty="0"/>
              <a:t>[index1,1:15]</a:t>
            </a:r>
            <a:endParaRPr lang="zh-CN" altLang="zh-CN" sz="2000" dirty="0"/>
          </a:p>
          <a:p>
            <a:r>
              <a:rPr lang="en-US" altLang="zh-CN" sz="2000" dirty="0" err="1"/>
              <a:t>y_test</a:t>
            </a:r>
            <a:r>
              <a:rPr lang="en-US" altLang="zh-CN" sz="2000" dirty="0"/>
              <a:t>=</a:t>
            </a:r>
            <a:r>
              <a:rPr lang="en-US" altLang="zh-CN" sz="2000" dirty="0" err="1"/>
              <a:t>Data.iloc</a:t>
            </a:r>
            <a:r>
              <a:rPr lang="en-US" altLang="zh-CN" sz="2000" dirty="0"/>
              <a:t>[index1,[15]]</a:t>
            </a:r>
            <a:endParaRPr lang="zh-CN" altLang="zh-CN" sz="2000" dirty="0"/>
          </a:p>
        </p:txBody>
      </p:sp>
      <p:sp>
        <p:nvSpPr>
          <p:cNvPr id="25" name="矩形 10"/>
          <p:cNvSpPr>
            <a:spLocks noChangeArrowheads="1"/>
          </p:cNvSpPr>
          <p:nvPr/>
        </p:nvSpPr>
        <p:spPr bwMode="auto">
          <a:xfrm>
            <a:off x="7145482" y="2713076"/>
            <a:ext cx="4282790" cy="715924"/>
          </a:xfrm>
          <a:prstGeom prst="rect">
            <a:avLst/>
          </a:prstGeom>
          <a:solidFill>
            <a:srgbClr val="006BBC">
              <a:alpha val="74117"/>
            </a:srgbClr>
          </a:solidFill>
          <a:ln w="9525">
            <a:solidFill>
              <a:schemeClr val="accent2"/>
            </a:solidFill>
            <a:round/>
          </a:ln>
        </p:spPr>
        <p:txBody>
          <a:bodyPr lIns="117221" tIns="58610" rIns="117221" bIns="58610" anchor="ctr"/>
          <a:lstStyle>
            <a:lvl1pPr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4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zh-CN" altLang="en-US" sz="2100" b="1" dirty="0">
                <a:solidFill>
                  <a:schemeClr val="accent2"/>
                </a:solidFill>
                <a:latin typeface="微软雅黑" panose="020B0503020204020204" pitchFamily="34" charset="-122"/>
              </a:rPr>
              <a:t>示例</a:t>
            </a:r>
            <a:r>
              <a:rPr kumimoji="0" lang="zh-CN" altLang="en-US" sz="2100" b="1" dirty="0" smtClean="0">
                <a:solidFill>
                  <a:schemeClr val="accent2"/>
                </a:solidFill>
                <a:latin typeface="微软雅黑" panose="020B0503020204020204" pitchFamily="34" charset="-122"/>
              </a:rPr>
              <a:t>代码：</a:t>
            </a:r>
            <a:endParaRPr kumimoji="0" lang="zh-CN" altLang="en-US" sz="2100" b="1" dirty="0">
              <a:solidFill>
                <a:schemeClr val="accent2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5" y="44625"/>
            <a:ext cx="7719943" cy="523214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zh-CN" altLang="en-US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数据标准化处理</a:t>
            </a:r>
            <a:endParaRPr lang="zh-CN" altLang="en-US" sz="2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 smtClean="0">
                <a:solidFill>
                  <a:schemeClr val="accent2"/>
                </a:solidFill>
              </a:rPr>
              <a:t>9.4.2</a:t>
            </a:r>
            <a:r>
              <a:rPr lang="en-US" altLang="zh-CN" dirty="0" smtClean="0">
                <a:solidFill>
                  <a:schemeClr val="accent2"/>
                </a:solidFill>
              </a:rPr>
              <a:t> 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15" name="文本框 7"/>
          <p:cNvSpPr txBox="1">
            <a:spLocks noChangeArrowheads="1"/>
          </p:cNvSpPr>
          <p:nvPr/>
        </p:nvSpPr>
        <p:spPr bwMode="auto">
          <a:xfrm>
            <a:off x="1204522" y="908720"/>
            <a:ext cx="10033891" cy="1138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4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zh-CN" sz="2200" dirty="0">
                <a:ea typeface="宋体" panose="02010600030101010101" pitchFamily="2" charset="-122"/>
              </a:rPr>
              <a:t>为了消除指标之间的量纲影响，对指标数据进行标准化处理。这里采用均值方法标准化，即每个指标数据列减去其均值再除以其标准差。可以使用</a:t>
            </a:r>
            <a:r>
              <a:rPr lang="en-US" altLang="zh-CN" sz="2200" dirty="0">
                <a:ea typeface="宋体" panose="02010600030101010101" pitchFamily="2" charset="-122"/>
              </a:rPr>
              <a:t>Python</a:t>
            </a:r>
            <a:r>
              <a:rPr lang="zh-CN" altLang="zh-CN" sz="2200" dirty="0">
                <a:ea typeface="宋体" panose="02010600030101010101" pitchFamily="2" charset="-122"/>
              </a:rPr>
              <a:t>中的标准化处理模块来</a:t>
            </a:r>
            <a:r>
              <a:rPr lang="zh-CN" altLang="zh-CN" sz="2200" dirty="0" smtClean="0">
                <a:ea typeface="宋体" panose="02010600030101010101" pitchFamily="2" charset="-122"/>
              </a:rPr>
              <a:t>实现</a:t>
            </a:r>
            <a:r>
              <a:rPr lang="zh-CN" altLang="en-US" dirty="0" smtClean="0"/>
              <a:t>。</a:t>
            </a:r>
            <a:endParaRPr kumimoji="0" lang="zh-CN" altLang="en-US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41737" y="3071038"/>
            <a:ext cx="5322105" cy="2462213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200" dirty="0"/>
              <a:t>#</a:t>
            </a:r>
            <a:r>
              <a:rPr lang="zh-CN" altLang="zh-CN" sz="2200" dirty="0"/>
              <a:t>数据标准化</a:t>
            </a:r>
            <a:endParaRPr lang="zh-CN" altLang="zh-CN" sz="2200" dirty="0"/>
          </a:p>
          <a:p>
            <a:r>
              <a:rPr lang="en-US" altLang="zh-CN" sz="2200" dirty="0"/>
              <a:t>from </a:t>
            </a:r>
            <a:r>
              <a:rPr lang="en-US" altLang="zh-CN" sz="2200" dirty="0" err="1"/>
              <a:t>sklearn.preprocessing</a:t>
            </a:r>
            <a:r>
              <a:rPr lang="en-US" altLang="zh-CN" sz="2200" dirty="0"/>
              <a:t> import </a:t>
            </a:r>
            <a:r>
              <a:rPr lang="en-US" altLang="zh-CN" sz="2200" dirty="0" err="1"/>
              <a:t>StandardScaler</a:t>
            </a:r>
            <a:r>
              <a:rPr lang="en-US" altLang="zh-CN" sz="2200" dirty="0"/>
              <a:t>  </a:t>
            </a:r>
            <a:endParaRPr lang="zh-CN" altLang="zh-CN" sz="2200" dirty="0"/>
          </a:p>
          <a:p>
            <a:r>
              <a:rPr lang="en-US" altLang="zh-CN" sz="2200" dirty="0" err="1"/>
              <a:t>scaler</a:t>
            </a:r>
            <a:r>
              <a:rPr lang="en-US" altLang="zh-CN" sz="2200" dirty="0"/>
              <a:t> = </a:t>
            </a:r>
            <a:r>
              <a:rPr lang="en-US" altLang="zh-CN" sz="2200" dirty="0" err="1"/>
              <a:t>StandardScaler</a:t>
            </a:r>
            <a:r>
              <a:rPr lang="en-US" altLang="zh-CN" sz="2200" dirty="0"/>
              <a:t>()</a:t>
            </a:r>
            <a:endParaRPr lang="zh-CN" altLang="zh-CN" sz="2200" dirty="0"/>
          </a:p>
          <a:p>
            <a:r>
              <a:rPr lang="en-US" altLang="zh-CN" sz="2200" dirty="0" err="1"/>
              <a:t>scaler.fit</a:t>
            </a:r>
            <a:r>
              <a:rPr lang="en-US" altLang="zh-CN" sz="2200" dirty="0"/>
              <a:t>(</a:t>
            </a:r>
            <a:r>
              <a:rPr lang="en-US" altLang="zh-CN" sz="2200" dirty="0" err="1"/>
              <a:t>x_train</a:t>
            </a:r>
            <a:r>
              <a:rPr lang="en-US" altLang="zh-CN" sz="2200" dirty="0"/>
              <a:t>) </a:t>
            </a:r>
            <a:endParaRPr lang="zh-CN" altLang="zh-CN" sz="2200" dirty="0"/>
          </a:p>
          <a:p>
            <a:r>
              <a:rPr lang="en-US" altLang="zh-CN" sz="2200" dirty="0" err="1"/>
              <a:t>x_train</a:t>
            </a:r>
            <a:r>
              <a:rPr lang="en-US" altLang="zh-CN" sz="2200" dirty="0"/>
              <a:t>=</a:t>
            </a:r>
            <a:r>
              <a:rPr lang="en-US" altLang="zh-CN" sz="2200" dirty="0" err="1"/>
              <a:t>scaler.transform</a:t>
            </a:r>
            <a:r>
              <a:rPr lang="en-US" altLang="zh-CN" sz="2200" dirty="0"/>
              <a:t>(</a:t>
            </a:r>
            <a:r>
              <a:rPr lang="en-US" altLang="zh-CN" sz="2200" dirty="0" err="1"/>
              <a:t>x_train</a:t>
            </a:r>
            <a:r>
              <a:rPr lang="en-US" altLang="zh-CN" sz="2200" dirty="0"/>
              <a:t>)</a:t>
            </a:r>
            <a:endParaRPr lang="zh-CN" altLang="zh-CN" sz="2200" dirty="0"/>
          </a:p>
          <a:p>
            <a:r>
              <a:rPr lang="en-US" altLang="zh-CN" sz="2200" dirty="0" err="1"/>
              <a:t>x_test</a:t>
            </a:r>
            <a:r>
              <a:rPr lang="en-US" altLang="zh-CN" sz="2200" dirty="0"/>
              <a:t>=</a:t>
            </a:r>
            <a:r>
              <a:rPr lang="en-US" altLang="zh-CN" sz="2200" dirty="0" err="1"/>
              <a:t>scaler.transform</a:t>
            </a:r>
            <a:r>
              <a:rPr lang="en-US" altLang="zh-CN" sz="2200" dirty="0"/>
              <a:t>(</a:t>
            </a:r>
            <a:r>
              <a:rPr lang="en-US" altLang="zh-CN" sz="2200" dirty="0" err="1"/>
              <a:t>x_test</a:t>
            </a:r>
            <a:r>
              <a:rPr lang="en-US" altLang="zh-CN" sz="2200" dirty="0"/>
              <a:t>) </a:t>
            </a:r>
            <a:endParaRPr lang="zh-CN" altLang="en-US" sz="2200" dirty="0"/>
          </a:p>
        </p:txBody>
      </p:sp>
      <p:sp>
        <p:nvSpPr>
          <p:cNvPr id="9" name="矩形 10"/>
          <p:cNvSpPr>
            <a:spLocks noChangeArrowheads="1"/>
          </p:cNvSpPr>
          <p:nvPr/>
        </p:nvSpPr>
        <p:spPr bwMode="auto">
          <a:xfrm>
            <a:off x="1241736" y="2355114"/>
            <a:ext cx="5322105" cy="715924"/>
          </a:xfrm>
          <a:prstGeom prst="rect">
            <a:avLst/>
          </a:prstGeom>
          <a:solidFill>
            <a:srgbClr val="006BBC">
              <a:alpha val="74117"/>
            </a:srgbClr>
          </a:solidFill>
          <a:ln w="9525">
            <a:solidFill>
              <a:schemeClr val="accent2"/>
            </a:solidFill>
            <a:round/>
          </a:ln>
        </p:spPr>
        <p:txBody>
          <a:bodyPr lIns="117221" tIns="58610" rIns="117221" bIns="58610" anchor="ctr"/>
          <a:lstStyle>
            <a:lvl1pPr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4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zh-CN" altLang="en-US" sz="2100" b="1" dirty="0">
                <a:solidFill>
                  <a:schemeClr val="accent2"/>
                </a:solidFill>
                <a:latin typeface="微软雅黑" panose="020B0503020204020204" pitchFamily="34" charset="-122"/>
              </a:rPr>
              <a:t>示例</a:t>
            </a:r>
            <a:r>
              <a:rPr kumimoji="0" lang="zh-CN" altLang="en-US" sz="2100" b="1" dirty="0" smtClean="0">
                <a:solidFill>
                  <a:schemeClr val="accent2"/>
                </a:solidFill>
                <a:latin typeface="微软雅黑" panose="020B0503020204020204" pitchFamily="34" charset="-122"/>
              </a:rPr>
              <a:t>代码：</a:t>
            </a:r>
            <a:endParaRPr kumimoji="0" lang="zh-CN" altLang="en-US" sz="2100" b="1" dirty="0">
              <a:solidFill>
                <a:schemeClr val="accent2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5" y="44625"/>
            <a:ext cx="6855848" cy="523214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zh-CN" altLang="en-US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模型求解</a:t>
            </a:r>
            <a:endParaRPr lang="zh-CN" altLang="en-US" sz="2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 smtClean="0">
                <a:solidFill>
                  <a:schemeClr val="accent2"/>
                </a:solidFill>
              </a:rPr>
              <a:t>9.4.3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graphicFrame>
        <p:nvGraphicFramePr>
          <p:cNvPr id="3" name="图示 2"/>
          <p:cNvGraphicFramePr/>
          <p:nvPr/>
        </p:nvGraphicFramePr>
        <p:xfrm>
          <a:off x="0" y="567840"/>
          <a:ext cx="12003037" cy="7195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1204523" y="908720"/>
            <a:ext cx="100784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200" dirty="0"/>
              <a:t>前面我们介绍过支持向量机、神经网络、逻辑回归模型均可以实现分类，下面我们分别介绍这几种模型的求解代码，以便作比较。</a:t>
            </a:r>
            <a:endParaRPr lang="zh-CN" altLang="zh-CN" sz="2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5" y="44625"/>
            <a:ext cx="5919743" cy="523214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zh-CN" altLang="en-US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预测结果分析</a:t>
            </a:r>
            <a:endParaRPr lang="zh-CN" altLang="en-US" sz="2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 smtClean="0">
                <a:solidFill>
                  <a:schemeClr val="accent2"/>
                </a:solidFill>
              </a:rPr>
              <a:t>9.5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241400" y="878294"/>
            <a:ext cx="100784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200" dirty="0"/>
              <a:t>由于支持向量机、神经网络和逻辑回归模型求解的形式代码非常相似，结果变量也相同，这里以逻辑回归为例进行说明</a:t>
            </a:r>
            <a:r>
              <a:rPr lang="zh-CN" altLang="zh-CN" dirty="0"/>
              <a:t>。</a:t>
            </a:r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359650" y="2780928"/>
            <a:ext cx="7647936" cy="2862322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result=</a:t>
            </a:r>
            <a:r>
              <a:rPr lang="en-US" altLang="zh-CN" sz="2000" dirty="0" err="1"/>
              <a:t>pd.DataFrame</a:t>
            </a:r>
            <a:r>
              <a:rPr lang="en-US" altLang="zh-CN" sz="2000" dirty="0"/>
              <a:t>(result)</a:t>
            </a:r>
            <a:endParaRPr lang="zh-CN" altLang="zh-CN" sz="2000" dirty="0"/>
          </a:p>
          <a:p>
            <a:r>
              <a:rPr lang="en-US" altLang="zh-CN" sz="2000" dirty="0"/>
              <a:t>#</a:t>
            </a:r>
            <a:r>
              <a:rPr lang="zh-CN" altLang="zh-CN" sz="2000" dirty="0"/>
              <a:t>提取预测样本的交易日期</a:t>
            </a:r>
            <a:endParaRPr lang="zh-CN" altLang="zh-CN" sz="2000" dirty="0"/>
          </a:p>
          <a:p>
            <a:r>
              <a:rPr lang="en-US" altLang="zh-CN" sz="2000" dirty="0" err="1"/>
              <a:t>ff</a:t>
            </a:r>
            <a:r>
              <a:rPr lang="en-US" altLang="zh-CN" sz="2000" dirty="0"/>
              <a:t>=</a:t>
            </a:r>
            <a:r>
              <a:rPr lang="en-US" altLang="zh-CN" sz="2000" dirty="0" err="1"/>
              <a:t>Data.iloc</a:t>
            </a:r>
            <a:r>
              <a:rPr lang="en-US" altLang="zh-CN" sz="2000" dirty="0"/>
              <a:t>[index1,0]</a:t>
            </a:r>
            <a:endParaRPr lang="zh-CN" altLang="zh-CN" sz="2000" dirty="0"/>
          </a:p>
          <a:p>
            <a:r>
              <a:rPr lang="en-US" altLang="zh-CN" sz="2000" dirty="0"/>
              <a:t>#</a:t>
            </a:r>
            <a:r>
              <a:rPr lang="zh-CN" altLang="zh-CN" sz="2000" dirty="0"/>
              <a:t>将预测结果与实践结果整合在一起，进行比较</a:t>
            </a:r>
            <a:endParaRPr lang="zh-CN" altLang="zh-CN" sz="2000" dirty="0"/>
          </a:p>
          <a:p>
            <a:r>
              <a:rPr lang="en-US" altLang="zh-CN" sz="2000" dirty="0"/>
              <a:t>pm1={'</a:t>
            </a:r>
            <a:r>
              <a:rPr lang="zh-CN" altLang="zh-CN" sz="2000" dirty="0"/>
              <a:t>交易日期</a:t>
            </a:r>
            <a:r>
              <a:rPr lang="en-US" altLang="zh-CN" sz="2000" dirty="0"/>
              <a:t>':</a:t>
            </a:r>
            <a:r>
              <a:rPr lang="en-US" altLang="zh-CN" sz="2000" dirty="0" err="1"/>
              <a:t>ff.values</a:t>
            </a:r>
            <a:r>
              <a:rPr lang="en-US" altLang="zh-CN" sz="2000" dirty="0"/>
              <a:t>,'</a:t>
            </a:r>
            <a:r>
              <a:rPr lang="zh-CN" altLang="zh-CN" sz="2000" dirty="0"/>
              <a:t>预测结果</a:t>
            </a:r>
            <a:r>
              <a:rPr lang="en-US" altLang="zh-CN" sz="2000" dirty="0"/>
              <a:t>':</a:t>
            </a:r>
            <a:r>
              <a:rPr lang="en-US" altLang="zh-CN" sz="2000" dirty="0" err="1"/>
              <a:t>result.iloc</a:t>
            </a:r>
            <a:r>
              <a:rPr lang="en-US" altLang="zh-CN" sz="2000" dirty="0"/>
              <a:t>[:,0].values,'</a:t>
            </a:r>
            <a:r>
              <a:rPr lang="zh-CN" altLang="zh-CN" sz="2000" dirty="0"/>
              <a:t>实际结果</a:t>
            </a:r>
            <a:r>
              <a:rPr lang="en-US" altLang="zh-CN" sz="2000" dirty="0"/>
              <a:t>':</a:t>
            </a:r>
            <a:r>
              <a:rPr lang="en-US" altLang="zh-CN" sz="2000" dirty="0" err="1"/>
              <a:t>y_test.iloc</a:t>
            </a:r>
            <a:r>
              <a:rPr lang="en-US" altLang="zh-CN" sz="2000" dirty="0"/>
              <a:t>[:,0].values}</a:t>
            </a:r>
            <a:endParaRPr lang="zh-CN" altLang="zh-CN" sz="2000" dirty="0"/>
          </a:p>
          <a:p>
            <a:r>
              <a:rPr lang="en-US" altLang="zh-CN" sz="2000" dirty="0"/>
              <a:t>result1=</a:t>
            </a:r>
            <a:r>
              <a:rPr lang="en-US" altLang="zh-CN" sz="2000" dirty="0" err="1"/>
              <a:t>pd.DataFrame</a:t>
            </a:r>
            <a:r>
              <a:rPr lang="en-US" altLang="zh-CN" sz="2000" dirty="0"/>
              <a:t>(pm1)</a:t>
            </a:r>
            <a:endParaRPr lang="zh-CN" altLang="zh-CN" sz="2000" dirty="0"/>
          </a:p>
          <a:p>
            <a:r>
              <a:rPr lang="en-US" altLang="zh-CN" sz="2000" dirty="0"/>
              <a:t>z=result1['</a:t>
            </a:r>
            <a:r>
              <a:rPr lang="zh-CN" altLang="zh-CN" sz="2000" dirty="0"/>
              <a:t>预测结果</a:t>
            </a:r>
            <a:r>
              <a:rPr lang="en-US" altLang="zh-CN" sz="2000" dirty="0"/>
              <a:t>'].values-result1['</a:t>
            </a:r>
            <a:r>
              <a:rPr lang="zh-CN" altLang="zh-CN" sz="2000" dirty="0"/>
              <a:t>实际结果</a:t>
            </a:r>
            <a:r>
              <a:rPr lang="en-US" altLang="zh-CN" sz="2000" dirty="0"/>
              <a:t>'].values</a:t>
            </a:r>
            <a:endParaRPr lang="zh-CN" altLang="zh-CN" sz="2000" dirty="0"/>
          </a:p>
          <a:p>
            <a:r>
              <a:rPr lang="en-US" altLang="zh-CN" sz="2000" dirty="0"/>
              <a:t>R=</a:t>
            </a:r>
            <a:r>
              <a:rPr lang="en-US" altLang="zh-CN" sz="2000" dirty="0" err="1"/>
              <a:t>len</a:t>
            </a:r>
            <a:r>
              <a:rPr lang="en-US" altLang="zh-CN" sz="2000" dirty="0"/>
              <a:t>(z[z==0])/</a:t>
            </a:r>
            <a:r>
              <a:rPr lang="en-US" altLang="zh-CN" sz="2000" dirty="0" err="1"/>
              <a:t>len</a:t>
            </a:r>
            <a:r>
              <a:rPr lang="en-US" altLang="zh-CN" sz="2000" dirty="0"/>
              <a:t>(z)</a:t>
            </a:r>
            <a:endParaRPr lang="zh-CN" altLang="zh-CN" sz="2000" dirty="0"/>
          </a:p>
        </p:txBody>
      </p:sp>
      <p:sp>
        <p:nvSpPr>
          <p:cNvPr id="23" name="矩形 10"/>
          <p:cNvSpPr>
            <a:spLocks noChangeArrowheads="1"/>
          </p:cNvSpPr>
          <p:nvPr/>
        </p:nvSpPr>
        <p:spPr bwMode="auto">
          <a:xfrm>
            <a:off x="1359650" y="2065004"/>
            <a:ext cx="7647936" cy="715924"/>
          </a:xfrm>
          <a:prstGeom prst="rect">
            <a:avLst/>
          </a:prstGeom>
          <a:solidFill>
            <a:srgbClr val="006BBC">
              <a:alpha val="74117"/>
            </a:srgbClr>
          </a:solidFill>
          <a:ln w="9525">
            <a:solidFill>
              <a:schemeClr val="accent2"/>
            </a:solidFill>
            <a:round/>
          </a:ln>
        </p:spPr>
        <p:txBody>
          <a:bodyPr lIns="117221" tIns="58610" rIns="117221" bIns="58610" anchor="ctr"/>
          <a:lstStyle>
            <a:lvl1pPr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4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zh-CN" altLang="en-US" sz="2100" b="1" dirty="0">
                <a:solidFill>
                  <a:schemeClr val="accent2"/>
                </a:solidFill>
                <a:latin typeface="微软雅黑" panose="020B0503020204020204" pitchFamily="34" charset="-122"/>
              </a:rPr>
              <a:t>示例</a:t>
            </a:r>
            <a:r>
              <a:rPr kumimoji="0" lang="zh-CN" altLang="en-US" sz="2100" b="1" dirty="0" smtClean="0">
                <a:solidFill>
                  <a:schemeClr val="accent2"/>
                </a:solidFill>
                <a:latin typeface="微软雅黑" panose="020B0503020204020204" pitchFamily="34" charset="-122"/>
              </a:rPr>
              <a:t>代码：</a:t>
            </a:r>
            <a:endParaRPr kumimoji="0" lang="zh-CN" altLang="en-US" sz="2100" b="1" dirty="0">
              <a:solidFill>
                <a:schemeClr val="accent2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5" y="44625"/>
            <a:ext cx="7215888" cy="523214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zh-CN" altLang="en-US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预测结果分析</a:t>
            </a:r>
            <a:endParaRPr lang="zh-CN" altLang="en-US" sz="2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 smtClean="0">
                <a:solidFill>
                  <a:schemeClr val="accent2"/>
                </a:solidFill>
              </a:rPr>
              <a:t>9.5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pic>
        <p:nvPicPr>
          <p:cNvPr id="5" name="图片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09749" y="1052736"/>
            <a:ext cx="5616624" cy="468052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792089" y="2938453"/>
            <a:ext cx="3629285" cy="1477328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zh-CN" dirty="0"/>
              <a:t>通过实际结果与预测结果进行比较，可以具体查看其预测情况。事实上，我们还可以得到该模型的准确率</a:t>
            </a:r>
            <a:r>
              <a:rPr lang="en-US" altLang="zh-CN" dirty="0" err="1"/>
              <a:t>sc</a:t>
            </a:r>
            <a:r>
              <a:rPr lang="en-US" altLang="zh-CN" dirty="0"/>
              <a:t>=0.759803921569</a:t>
            </a:r>
            <a:r>
              <a:rPr lang="zh-CN" altLang="zh-CN" dirty="0"/>
              <a:t>和预测的准确率</a:t>
            </a:r>
            <a:r>
              <a:rPr lang="en-US" altLang="zh-CN" dirty="0"/>
              <a:t>R=0.7142857142857143</a:t>
            </a:r>
            <a:r>
              <a:rPr lang="zh-CN" altLang="zh-CN" dirty="0"/>
              <a:t>。</a:t>
            </a:r>
            <a:endParaRPr lang="zh-CN" altLang="en-US" dirty="0"/>
          </a:p>
        </p:txBody>
      </p:sp>
      <p:sp>
        <p:nvSpPr>
          <p:cNvPr id="7" name="矩形 10"/>
          <p:cNvSpPr>
            <a:spLocks noChangeArrowheads="1"/>
          </p:cNvSpPr>
          <p:nvPr/>
        </p:nvSpPr>
        <p:spPr bwMode="auto">
          <a:xfrm>
            <a:off x="6792089" y="2218810"/>
            <a:ext cx="3629285" cy="715924"/>
          </a:xfrm>
          <a:prstGeom prst="rect">
            <a:avLst/>
          </a:prstGeom>
          <a:solidFill>
            <a:srgbClr val="006BBC">
              <a:alpha val="74000"/>
            </a:srgbClr>
          </a:solidFill>
          <a:ln w="9525">
            <a:solidFill>
              <a:schemeClr val="accent2"/>
            </a:solidFill>
            <a:round/>
          </a:ln>
        </p:spPr>
        <p:txBody>
          <a:bodyPr lIns="117221" tIns="58610" rIns="117221" bIns="58610" anchor="ctr"/>
          <a:lstStyle>
            <a:lvl1pPr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4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zh-CN" altLang="en-US" sz="2100" b="1" dirty="0">
                <a:solidFill>
                  <a:schemeClr val="accent2"/>
                </a:solidFill>
                <a:latin typeface="微软雅黑" panose="020B0503020204020204" pitchFamily="34" charset="-122"/>
              </a:rPr>
              <a:t>结果</a:t>
            </a:r>
            <a:r>
              <a:rPr kumimoji="0" lang="zh-CN" altLang="en-US" sz="2100" b="1" dirty="0" smtClean="0">
                <a:solidFill>
                  <a:schemeClr val="accent2"/>
                </a:solidFill>
                <a:latin typeface="微软雅黑" panose="020B0503020204020204" pitchFamily="34" charset="-122"/>
              </a:rPr>
              <a:t>分析：</a:t>
            </a:r>
            <a:endParaRPr kumimoji="0" lang="zh-CN" altLang="en-US" sz="2100" b="1" dirty="0">
              <a:solidFill>
                <a:schemeClr val="accent2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5" y="44625"/>
            <a:ext cx="10111438" cy="523214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zh-CN" altLang="en-US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预测结果分析</a:t>
            </a:r>
            <a:endParaRPr lang="zh-CN" altLang="en-US" sz="2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 smtClean="0">
                <a:solidFill>
                  <a:schemeClr val="accent2"/>
                </a:solidFill>
              </a:rPr>
              <a:t>9.5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204523" y="908720"/>
            <a:ext cx="1015044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200" dirty="0"/>
              <a:t>进一步地，我们可以根据模型的预测情况设计一个投资策略，即如果预测结果为</a:t>
            </a:r>
            <a:r>
              <a:rPr lang="en-US" altLang="zh-CN" sz="2200" dirty="0"/>
              <a:t>1</a:t>
            </a:r>
            <a:r>
              <a:rPr lang="zh-CN" altLang="zh-CN" sz="2200" dirty="0"/>
              <a:t>，表示下一个交易日股票价格会上涨，则以当天的收盘价买入，下一个交易日的收盘价卖出，从而获得投资收益率。</a:t>
            </a:r>
            <a:endParaRPr lang="zh-CN" altLang="en-US" sz="2200" dirty="0"/>
          </a:p>
        </p:txBody>
      </p:sp>
      <p:sp>
        <p:nvSpPr>
          <p:cNvPr id="3" name="TextBox 2"/>
          <p:cNvSpPr txBox="1"/>
          <p:nvPr/>
        </p:nvSpPr>
        <p:spPr>
          <a:xfrm>
            <a:off x="2065932" y="2043427"/>
            <a:ext cx="8134218" cy="4801314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 err="1" smtClean="0"/>
              <a:t>r_list</a:t>
            </a:r>
            <a:r>
              <a:rPr lang="en-US" altLang="zh-CN" dirty="0"/>
              <a:t>=[] #</a:t>
            </a:r>
            <a:r>
              <a:rPr lang="zh-CN" altLang="zh-CN" dirty="0"/>
              <a:t>存放收益率</a:t>
            </a:r>
            <a:endParaRPr lang="zh-CN" altLang="zh-CN" dirty="0"/>
          </a:p>
          <a:p>
            <a:r>
              <a:rPr lang="en-US" altLang="zh-CN" dirty="0" err="1"/>
              <a:t>r_trd</a:t>
            </a:r>
            <a:r>
              <a:rPr lang="en-US" altLang="zh-CN" dirty="0"/>
              <a:t>=[] #</a:t>
            </a:r>
            <a:r>
              <a:rPr lang="zh-CN" altLang="zh-CN" dirty="0"/>
              <a:t>存放交易日期</a:t>
            </a:r>
            <a:endParaRPr lang="zh-CN" altLang="zh-CN" dirty="0"/>
          </a:p>
          <a:p>
            <a:r>
              <a:rPr lang="en-US" altLang="zh-CN" dirty="0"/>
              <a:t>for t in range(</a:t>
            </a:r>
            <a:r>
              <a:rPr lang="en-US" altLang="zh-CN" dirty="0" err="1"/>
              <a:t>len</a:t>
            </a:r>
            <a:r>
              <a:rPr lang="en-US" altLang="zh-CN" dirty="0"/>
              <a:t>(result1)-1):</a:t>
            </a:r>
            <a:endParaRPr lang="zh-CN" altLang="zh-CN" dirty="0"/>
          </a:p>
          <a:p>
            <a:r>
              <a:rPr lang="en-US" altLang="zh-CN" dirty="0"/>
              <a:t>    #</a:t>
            </a:r>
            <a:r>
              <a:rPr lang="zh-CN" altLang="zh-CN" dirty="0"/>
              <a:t>如果预测结果为</a:t>
            </a:r>
            <a:r>
              <a:rPr lang="en-US" altLang="zh-CN" dirty="0"/>
              <a:t>1</a:t>
            </a:r>
            <a:r>
              <a:rPr lang="zh-CN" altLang="zh-CN" dirty="0"/>
              <a:t>，执行投资策略</a:t>
            </a:r>
            <a:endParaRPr lang="zh-CN" altLang="zh-CN" dirty="0"/>
          </a:p>
          <a:p>
            <a:r>
              <a:rPr lang="en-US" altLang="zh-CN" dirty="0"/>
              <a:t>    if result1['</a:t>
            </a:r>
            <a:r>
              <a:rPr lang="zh-CN" altLang="zh-CN" dirty="0"/>
              <a:t>预测结果</a:t>
            </a:r>
            <a:r>
              <a:rPr lang="en-US" altLang="zh-CN" dirty="0"/>
              <a:t>'].values[t]==1:</a:t>
            </a:r>
            <a:endParaRPr lang="zh-CN" altLang="zh-CN" dirty="0"/>
          </a:p>
          <a:p>
            <a:r>
              <a:rPr lang="en-US" altLang="zh-CN" dirty="0"/>
              <a:t>        p1=</a:t>
            </a:r>
            <a:r>
              <a:rPr lang="en-US" altLang="zh-CN" dirty="0" err="1"/>
              <a:t>data.loc</a:t>
            </a:r>
            <a:r>
              <a:rPr lang="en-US" altLang="zh-CN" dirty="0"/>
              <a:t>[data['</a:t>
            </a:r>
            <a:r>
              <a:rPr lang="en-US" altLang="zh-CN" dirty="0" err="1"/>
              <a:t>Trddt</a:t>
            </a:r>
            <a:r>
              <a:rPr lang="en-US" altLang="zh-CN" dirty="0"/>
              <a:t>'].values== result1['</a:t>
            </a:r>
            <a:r>
              <a:rPr lang="zh-CN" altLang="zh-CN" dirty="0"/>
              <a:t>交易日期</a:t>
            </a:r>
            <a:r>
              <a:rPr lang="en-US" altLang="zh-CN" dirty="0"/>
              <a:t>'].values[t],'</a:t>
            </a:r>
            <a:r>
              <a:rPr lang="en-US" altLang="zh-CN" dirty="0" err="1"/>
              <a:t>Clsprc</a:t>
            </a:r>
            <a:r>
              <a:rPr lang="en-US" altLang="zh-CN" dirty="0"/>
              <a:t>'].values</a:t>
            </a:r>
            <a:endParaRPr lang="zh-CN" altLang="zh-CN" dirty="0"/>
          </a:p>
          <a:p>
            <a:r>
              <a:rPr lang="en-US" altLang="zh-CN" dirty="0"/>
              <a:t>        </a:t>
            </a:r>
            <a:r>
              <a:rPr lang="en-US" altLang="zh-CN" dirty="0" err="1"/>
              <a:t>dt</a:t>
            </a:r>
            <a:r>
              <a:rPr lang="en-US" altLang="zh-CN" dirty="0"/>
              <a:t>=</a:t>
            </a:r>
            <a:r>
              <a:rPr lang="en-US" altLang="zh-CN" dirty="0" err="1"/>
              <a:t>data.loc</a:t>
            </a:r>
            <a:r>
              <a:rPr lang="en-US" altLang="zh-CN" dirty="0"/>
              <a:t>[data['</a:t>
            </a:r>
            <a:r>
              <a:rPr lang="en-US" altLang="zh-CN" dirty="0" err="1"/>
              <a:t>Trddt</a:t>
            </a:r>
            <a:r>
              <a:rPr lang="en-US" altLang="zh-CN" dirty="0"/>
              <a:t>'].values&gt;result1['</a:t>
            </a:r>
            <a:r>
              <a:rPr lang="zh-CN" altLang="zh-CN" dirty="0"/>
              <a:t>交易日期</a:t>
            </a:r>
            <a:r>
              <a:rPr lang="en-US" altLang="zh-CN" dirty="0"/>
              <a:t>'].values[t],['</a:t>
            </a:r>
            <a:r>
              <a:rPr lang="en-US" altLang="zh-CN" dirty="0" err="1"/>
              <a:t>Trddt</a:t>
            </a:r>
            <a:r>
              <a:rPr lang="en-US" altLang="zh-CN" dirty="0"/>
              <a:t>','</a:t>
            </a:r>
            <a:r>
              <a:rPr lang="en-US" altLang="zh-CN" dirty="0" err="1"/>
              <a:t>Clsprc</a:t>
            </a:r>
            <a:r>
              <a:rPr lang="en-US" altLang="zh-CN" dirty="0"/>
              <a:t>']]</a:t>
            </a:r>
            <a:endParaRPr lang="zh-CN" altLang="zh-CN" dirty="0"/>
          </a:p>
          <a:p>
            <a:r>
              <a:rPr lang="en-US" altLang="zh-CN" dirty="0"/>
              <a:t>        </a:t>
            </a:r>
            <a:r>
              <a:rPr lang="en-US" altLang="zh-CN" dirty="0" err="1"/>
              <a:t>dt</a:t>
            </a:r>
            <a:r>
              <a:rPr lang="en-US" altLang="zh-CN" dirty="0"/>
              <a:t>=</a:t>
            </a:r>
            <a:r>
              <a:rPr lang="en-US" altLang="zh-CN" dirty="0" err="1"/>
              <a:t>dt.sort_values</a:t>
            </a:r>
            <a:r>
              <a:rPr lang="en-US" altLang="zh-CN" dirty="0"/>
              <a:t>('</a:t>
            </a:r>
            <a:r>
              <a:rPr lang="en-US" altLang="zh-CN" dirty="0" err="1"/>
              <a:t>Trddt</a:t>
            </a:r>
            <a:r>
              <a:rPr lang="en-US" altLang="zh-CN" dirty="0"/>
              <a:t>')</a:t>
            </a:r>
            <a:endParaRPr lang="zh-CN" altLang="zh-CN" dirty="0"/>
          </a:p>
          <a:p>
            <a:r>
              <a:rPr lang="en-US" altLang="zh-CN" dirty="0"/>
              <a:t>        p2=</a:t>
            </a:r>
            <a:r>
              <a:rPr lang="en-US" altLang="zh-CN" dirty="0" err="1"/>
              <a:t>dt</a:t>
            </a:r>
            <a:r>
              <a:rPr lang="en-US" altLang="zh-CN" dirty="0"/>
              <a:t>['</a:t>
            </a:r>
            <a:r>
              <a:rPr lang="en-US" altLang="zh-CN" dirty="0" err="1"/>
              <a:t>Clsprc</a:t>
            </a:r>
            <a:r>
              <a:rPr lang="en-US" altLang="zh-CN" dirty="0"/>
              <a:t>'].values[0]</a:t>
            </a:r>
            <a:endParaRPr lang="zh-CN" altLang="zh-CN" dirty="0"/>
          </a:p>
          <a:p>
            <a:r>
              <a:rPr lang="en-US" altLang="zh-CN" dirty="0"/>
              <a:t>        r=(p2-p1)/p1</a:t>
            </a:r>
            <a:endParaRPr lang="zh-CN" altLang="zh-CN" dirty="0"/>
          </a:p>
          <a:p>
            <a:r>
              <a:rPr lang="en-US" altLang="zh-CN" dirty="0"/>
              <a:t>        </a:t>
            </a:r>
            <a:r>
              <a:rPr lang="en-US" altLang="zh-CN" dirty="0" err="1"/>
              <a:t>r_list.append</a:t>
            </a:r>
            <a:r>
              <a:rPr lang="en-US" altLang="zh-CN" dirty="0"/>
              <a:t>(r)</a:t>
            </a:r>
            <a:endParaRPr lang="zh-CN" altLang="zh-CN" dirty="0"/>
          </a:p>
          <a:p>
            <a:r>
              <a:rPr lang="en-US" altLang="zh-CN" dirty="0"/>
              <a:t>        </a:t>
            </a:r>
            <a:r>
              <a:rPr lang="en-US" altLang="zh-CN" dirty="0" err="1"/>
              <a:t>r_trd.append</a:t>
            </a:r>
            <a:r>
              <a:rPr lang="en-US" altLang="zh-CN" dirty="0"/>
              <a:t>(result1['</a:t>
            </a:r>
            <a:r>
              <a:rPr lang="zh-CN" altLang="zh-CN" dirty="0"/>
              <a:t>交易日期</a:t>
            </a:r>
            <a:r>
              <a:rPr lang="en-US" altLang="zh-CN" dirty="0"/>
              <a:t>'].values[t])</a:t>
            </a:r>
            <a:endParaRPr lang="zh-CN" altLang="zh-CN" dirty="0"/>
          </a:p>
          <a:p>
            <a:r>
              <a:rPr lang="en-US" altLang="zh-CN" dirty="0" err="1"/>
              <a:t>r_total</a:t>
            </a:r>
            <a:r>
              <a:rPr lang="en-US" altLang="zh-CN" dirty="0"/>
              <a:t>=sum(</a:t>
            </a:r>
            <a:r>
              <a:rPr lang="en-US" altLang="zh-CN" dirty="0" err="1"/>
              <a:t>r_list</a:t>
            </a:r>
            <a:r>
              <a:rPr lang="en-US" altLang="zh-CN" dirty="0"/>
              <a:t>)</a:t>
            </a:r>
            <a:endParaRPr lang="zh-CN" altLang="zh-CN" dirty="0"/>
          </a:p>
          <a:p>
            <a:r>
              <a:rPr lang="en-US" altLang="zh-CN" dirty="0" err="1"/>
              <a:t>trd_r</a:t>
            </a:r>
            <a:r>
              <a:rPr lang="en-US" altLang="zh-CN" dirty="0"/>
              <a:t>={'</a:t>
            </a:r>
            <a:r>
              <a:rPr lang="zh-CN" altLang="zh-CN" dirty="0"/>
              <a:t>交易日期</a:t>
            </a:r>
            <a:r>
              <a:rPr lang="en-US" altLang="zh-CN" dirty="0"/>
              <a:t>':</a:t>
            </a:r>
            <a:r>
              <a:rPr lang="en-US" altLang="zh-CN" dirty="0" err="1"/>
              <a:t>r_trd</a:t>
            </a:r>
            <a:r>
              <a:rPr lang="en-US" altLang="zh-CN" dirty="0"/>
              <a:t>,'</a:t>
            </a:r>
            <a:r>
              <a:rPr lang="zh-CN" altLang="zh-CN" dirty="0"/>
              <a:t>收益率</a:t>
            </a:r>
            <a:r>
              <a:rPr lang="en-US" altLang="zh-CN" dirty="0"/>
              <a:t>':</a:t>
            </a:r>
            <a:r>
              <a:rPr lang="en-US" altLang="zh-CN" dirty="0" err="1"/>
              <a:t>r_list</a:t>
            </a:r>
            <a:r>
              <a:rPr lang="en-US" altLang="zh-CN" dirty="0"/>
              <a:t>}</a:t>
            </a:r>
            <a:endParaRPr lang="zh-CN" altLang="zh-CN" dirty="0"/>
          </a:p>
          <a:p>
            <a:r>
              <a:rPr lang="en-US" altLang="zh-CN" dirty="0" err="1"/>
              <a:t>trd_r</a:t>
            </a:r>
            <a:r>
              <a:rPr lang="en-US" altLang="zh-CN" dirty="0"/>
              <a:t>=</a:t>
            </a:r>
            <a:r>
              <a:rPr lang="en-US" altLang="zh-CN" dirty="0" err="1"/>
              <a:t>pd.DataFrame</a:t>
            </a:r>
            <a:r>
              <a:rPr lang="en-US" altLang="zh-CN" dirty="0"/>
              <a:t>(</a:t>
            </a:r>
            <a:r>
              <a:rPr lang="en-US" altLang="zh-CN" dirty="0" err="1"/>
              <a:t>trd_r</a:t>
            </a:r>
            <a:r>
              <a:rPr lang="en-US" altLang="zh-CN" dirty="0"/>
              <a:t>)</a:t>
            </a:r>
            <a:endParaRPr lang="zh-CN" altLang="zh-CN" dirty="0"/>
          </a:p>
        </p:txBody>
      </p:sp>
      <p:sp>
        <p:nvSpPr>
          <p:cNvPr id="7" name="TextBox 6"/>
          <p:cNvSpPr txBox="1"/>
          <p:nvPr/>
        </p:nvSpPr>
        <p:spPr>
          <a:xfrm>
            <a:off x="1511934" y="2030170"/>
            <a:ext cx="553998" cy="4827829"/>
          </a:xfrm>
          <a:prstGeom prst="rect">
            <a:avLst/>
          </a:prstGeom>
          <a:solidFill>
            <a:srgbClr val="006BBC"/>
          </a:solidFill>
        </p:spPr>
        <p:txBody>
          <a:bodyPr vert="eaVert" wrap="square" rtlCol="0">
            <a:spAutoFit/>
          </a:bodyPr>
          <a:lstStyle/>
          <a:p>
            <a:pPr algn="ctr"/>
            <a:r>
              <a:rPr lang="zh-CN" altLang="en-US" sz="2400" b="1" dirty="0" smtClean="0">
                <a:solidFill>
                  <a:srgbClr val="F8F8F8"/>
                </a:solidFill>
                <a:ea typeface="微软雅黑" panose="020B0503020204020204" pitchFamily="34" charset="-122"/>
              </a:rPr>
              <a:t>示例代码</a:t>
            </a:r>
            <a:endParaRPr lang="zh-CN" altLang="en-US" sz="2400" b="1" dirty="0">
              <a:solidFill>
                <a:srgbClr val="F8F8F8"/>
              </a:solidFill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4" y="44625"/>
            <a:ext cx="8531529" cy="523214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zh-CN" altLang="en-US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预测结果分析</a:t>
            </a:r>
            <a:endParaRPr lang="zh-CN" altLang="en-US" sz="2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 smtClean="0">
                <a:solidFill>
                  <a:schemeClr val="accent2"/>
                </a:solidFill>
              </a:rPr>
              <a:t>9.5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09749" y="836712"/>
            <a:ext cx="403244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200" dirty="0"/>
              <a:t>从</a:t>
            </a:r>
            <a:r>
              <a:rPr lang="en-US" altLang="zh-CN" sz="2200" dirty="0"/>
              <a:t>result1</a:t>
            </a:r>
            <a:r>
              <a:rPr lang="zh-CN" altLang="zh-CN" sz="2200" dirty="0"/>
              <a:t>可以看出预测结果为</a:t>
            </a:r>
            <a:r>
              <a:rPr lang="en-US" altLang="zh-CN" sz="2200" dirty="0"/>
              <a:t>1</a:t>
            </a:r>
            <a:r>
              <a:rPr lang="zh-CN" altLang="zh-CN" sz="2200" dirty="0"/>
              <a:t>的一共有</a:t>
            </a:r>
            <a:r>
              <a:rPr lang="en-US" altLang="zh-CN" sz="2200" dirty="0"/>
              <a:t>12</a:t>
            </a:r>
            <a:r>
              <a:rPr lang="zh-CN" altLang="zh-CN" sz="2200" dirty="0"/>
              <a:t>天，即有</a:t>
            </a:r>
            <a:r>
              <a:rPr lang="en-US" altLang="zh-CN" sz="2200" dirty="0"/>
              <a:t>12</a:t>
            </a:r>
            <a:r>
              <a:rPr lang="zh-CN" altLang="zh-CN" sz="2200" dirty="0"/>
              <a:t>次交易机会，每次交易的收益情况</a:t>
            </a:r>
            <a:r>
              <a:rPr lang="zh-CN" altLang="zh-CN" sz="2200" dirty="0" smtClean="0"/>
              <a:t>如</a:t>
            </a:r>
            <a:r>
              <a:rPr lang="zh-CN" altLang="en-US" sz="2200" dirty="0" smtClean="0"/>
              <a:t>右图</a:t>
            </a:r>
            <a:r>
              <a:rPr lang="zh-CN" altLang="zh-CN" sz="2200" dirty="0" smtClean="0"/>
              <a:t>所</a:t>
            </a:r>
            <a:r>
              <a:rPr lang="zh-CN" altLang="zh-CN" sz="2200" dirty="0"/>
              <a:t>示。</a:t>
            </a:r>
            <a:endParaRPr lang="zh-CN" altLang="zh-CN" sz="2200" dirty="0"/>
          </a:p>
        </p:txBody>
      </p:sp>
      <p:sp>
        <p:nvSpPr>
          <p:cNvPr id="4" name="TextBox 3"/>
          <p:cNvSpPr txBox="1"/>
          <p:nvPr/>
        </p:nvSpPr>
        <p:spPr>
          <a:xfrm>
            <a:off x="409749" y="2492896"/>
            <a:ext cx="4608512" cy="4237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000" dirty="0"/>
              <a:t>从而获得总收益为：</a:t>
            </a:r>
            <a:r>
              <a:rPr lang="en-US" altLang="zh-CN" sz="2000" dirty="0" err="1"/>
              <a:t>r_total</a:t>
            </a:r>
            <a:r>
              <a:rPr lang="en-US" altLang="zh-CN" sz="2000" dirty="0"/>
              <a:t>=0.0777502</a:t>
            </a:r>
            <a:r>
              <a:rPr lang="zh-CN" altLang="zh-CN" sz="2000" dirty="0"/>
              <a:t>。需要说明的是这里不考虑交易的手续费用。</a:t>
            </a:r>
            <a:endParaRPr lang="zh-CN" altLang="zh-CN" sz="2000" dirty="0"/>
          </a:p>
          <a:p>
            <a:r>
              <a:rPr lang="zh-CN" altLang="zh-CN" sz="2000" dirty="0"/>
              <a:t>同理，如果使用神经神经网络预测方法，其模型准确率、预测准确率和总收益分别为：</a:t>
            </a:r>
            <a:r>
              <a:rPr lang="en-US" altLang="zh-CN" sz="2000" dirty="0"/>
              <a:t>1</a:t>
            </a:r>
            <a:r>
              <a:rPr lang="zh-CN" altLang="zh-CN" sz="2000" dirty="0"/>
              <a:t>、</a:t>
            </a:r>
            <a:r>
              <a:rPr lang="en-US" altLang="zh-CN" sz="2000" dirty="0"/>
              <a:t>0.476</a:t>
            </a:r>
            <a:r>
              <a:rPr lang="zh-CN" altLang="zh-CN" sz="2000" dirty="0"/>
              <a:t>和</a:t>
            </a:r>
            <a:r>
              <a:rPr lang="en-US" altLang="zh-CN" sz="2000" dirty="0"/>
              <a:t>0.0303459</a:t>
            </a:r>
            <a:r>
              <a:rPr lang="zh-CN" altLang="zh-CN" sz="2000" dirty="0"/>
              <a:t>，而使用支持向量机预测方法分别为：</a:t>
            </a:r>
            <a:r>
              <a:rPr lang="en-US" altLang="zh-CN" sz="2000" dirty="0"/>
              <a:t>0.7696</a:t>
            </a:r>
            <a:r>
              <a:rPr lang="zh-CN" altLang="zh-CN" sz="2000" dirty="0"/>
              <a:t>、</a:t>
            </a:r>
            <a:r>
              <a:rPr lang="en-US" altLang="zh-CN" sz="2000" dirty="0"/>
              <a:t>0.7143</a:t>
            </a:r>
            <a:r>
              <a:rPr lang="zh-CN" altLang="zh-CN" sz="2000" dirty="0"/>
              <a:t>和</a:t>
            </a:r>
            <a:r>
              <a:rPr lang="en-US" altLang="zh-CN" sz="2000" dirty="0"/>
              <a:t>0.0777502</a:t>
            </a:r>
            <a:r>
              <a:rPr lang="zh-CN" altLang="zh-CN" sz="2000" dirty="0"/>
              <a:t>。</a:t>
            </a:r>
            <a:endParaRPr lang="zh-CN" altLang="zh-CN" sz="2000" dirty="0"/>
          </a:p>
          <a:p>
            <a:r>
              <a:rPr lang="zh-CN" altLang="zh-CN" sz="2000" dirty="0"/>
              <a:t>从对比结果可以看出，支持向量与逻辑回归方法效果差别不大，支持向量机的模型准确率稍高一点。而神经网络模型准确率很高，达到</a:t>
            </a:r>
            <a:r>
              <a:rPr lang="en-US" altLang="zh-CN" sz="2000" dirty="0"/>
              <a:t>100%</a:t>
            </a:r>
            <a:r>
              <a:rPr lang="zh-CN" altLang="zh-CN" sz="2000" dirty="0"/>
              <a:t>，但是预测效果比较差。</a:t>
            </a:r>
            <a:endParaRPr lang="zh-CN" altLang="zh-CN" sz="2000" dirty="0"/>
          </a:p>
        </p:txBody>
      </p:sp>
      <p:pic>
        <p:nvPicPr>
          <p:cNvPr id="15" name="图片 1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882357" y="836712"/>
            <a:ext cx="4968551" cy="54726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第一PPT，www.1ppt.com">
  <a:themeElements>
    <a:clrScheme name="155">
      <a:dk1>
        <a:srgbClr val="294A5A"/>
      </a:dk1>
      <a:lt1>
        <a:srgbClr val="99CC39"/>
      </a:lt1>
      <a:dk2>
        <a:srgbClr val="F9C900"/>
      </a:dk2>
      <a:lt2>
        <a:srgbClr val="ED5A00"/>
      </a:lt2>
      <a:accent1>
        <a:srgbClr val="484849"/>
      </a:accent1>
      <a:accent2>
        <a:srgbClr val="FFFFFF"/>
      </a:accent2>
      <a:accent3>
        <a:srgbClr val="969696"/>
      </a:accent3>
      <a:accent4>
        <a:srgbClr val="00AAA2"/>
      </a:accent4>
      <a:accent5>
        <a:srgbClr val="99CC39"/>
      </a:accent5>
      <a:accent6>
        <a:srgbClr val="F9C900"/>
      </a:accent6>
      <a:hlink>
        <a:srgbClr val="ED5A00"/>
      </a:hlink>
      <a:folHlink>
        <a:srgbClr val="484849"/>
      </a:folHlink>
    </a:clrScheme>
    <a:fontScheme name="默认设计模板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FDEF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4ECF8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3">
        <a:dk1>
          <a:srgbClr val="000000"/>
        </a:dk1>
        <a:lt1>
          <a:srgbClr val="FFFFD9"/>
        </a:lt1>
        <a:dk2>
          <a:srgbClr val="2B2E30"/>
        </a:dk2>
        <a:lt2>
          <a:srgbClr val="777777"/>
        </a:lt2>
        <a:accent1>
          <a:srgbClr val="7FBA00"/>
        </a:accent1>
        <a:accent2>
          <a:srgbClr val="FCDB00"/>
        </a:accent2>
        <a:accent3>
          <a:srgbClr val="FFFFE9"/>
        </a:accent3>
        <a:accent4>
          <a:srgbClr val="000000"/>
        </a:accent4>
        <a:accent5>
          <a:srgbClr val="C0D9AA"/>
        </a:accent5>
        <a:accent6>
          <a:srgbClr val="E4C600"/>
        </a:accent6>
        <a:hlink>
          <a:srgbClr val="21A3D0"/>
        </a:hlink>
        <a:folHlink>
          <a:srgbClr val="DA251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2057</Words>
  <Application>WPS 演示</Application>
  <PresentationFormat>自定义</PresentationFormat>
  <Paragraphs>107</Paragraphs>
  <Slides>9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0" baseType="lpstr">
      <vt:lpstr>Arial</vt:lpstr>
      <vt:lpstr>宋体</vt:lpstr>
      <vt:lpstr>Wingdings</vt:lpstr>
      <vt:lpstr>微软雅黑</vt:lpstr>
      <vt:lpstr>仿宋_GB2312</vt:lpstr>
      <vt:lpstr>Calibri</vt:lpstr>
      <vt:lpstr>Calibri</vt:lpstr>
      <vt:lpstr>方正卡通简体</vt:lpstr>
      <vt:lpstr>Arial Unicode MS</vt:lpstr>
      <vt:lpstr>仿宋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商业融资计划书</dc:title>
  <dc:creator>第一PPT</dc:creator>
  <cp:keywords>www.1ppt.com</cp:keywords>
  <cp:lastModifiedBy>Administrator</cp:lastModifiedBy>
  <cp:revision>1584</cp:revision>
  <dcterms:created xsi:type="dcterms:W3CDTF">2013-01-25T01:44:00Z</dcterms:created>
  <dcterms:modified xsi:type="dcterms:W3CDTF">2020-01-10T03:32:55Z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2052-11.1.0.9339</vt:lpwstr>
  </property>
</Properties>
</file>