
<file path=[Content_Types].xml><?xml version="1.0" encoding="utf-8"?>
<Types xmlns="http://schemas.openxmlformats.org/package/2006/content-types">
  <Default Extension="vml" ContentType="application/vnd.openxmlformats-officedocument.vmlDrawing"/>
  <Default Extension="bin" ContentType="application/vnd.openxmlformats-officedocument.oleObject"/>
  <Default Extension="jpeg" ContentType="image/jpeg"/>
  <Default Extension="png" ContentType="image/png"/>
  <Default Extension="wmf" ContentType="image/x-w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1" r:id="rId3"/>
    <p:sldMasterId id="2147483674" r:id="rId4"/>
    <p:sldMasterId id="2147483687" r:id="rId5"/>
  </p:sldMasterIdLst>
  <p:notesMasterIdLst>
    <p:notesMasterId r:id="rId7"/>
  </p:notesMasterIdLst>
  <p:handoutMasterIdLst>
    <p:handoutMasterId r:id="rId27"/>
  </p:handoutMasterIdLst>
  <p:sldIdLst>
    <p:sldId id="969" r:id="rId6"/>
    <p:sldId id="933" r:id="rId8"/>
    <p:sldId id="855" r:id="rId9"/>
    <p:sldId id="963" r:id="rId10"/>
    <p:sldId id="965" r:id="rId11"/>
    <p:sldId id="966" r:id="rId12"/>
    <p:sldId id="934" r:id="rId13"/>
    <p:sldId id="935" r:id="rId14"/>
    <p:sldId id="957" r:id="rId15"/>
    <p:sldId id="958" r:id="rId16"/>
    <p:sldId id="959" r:id="rId17"/>
    <p:sldId id="960" r:id="rId18"/>
    <p:sldId id="939" r:id="rId19"/>
    <p:sldId id="940" r:id="rId20"/>
    <p:sldId id="941" r:id="rId21"/>
    <p:sldId id="942" r:id="rId22"/>
    <p:sldId id="943" r:id="rId23"/>
    <p:sldId id="945" r:id="rId24"/>
    <p:sldId id="946" r:id="rId25"/>
    <p:sldId id="962" r:id="rId26"/>
  </p:sldIdLst>
  <p:sldSz cx="12196445" cy="6858000"/>
  <p:notesSz cx="6858000" cy="9144000"/>
  <p:defaultTextStyle>
    <a:defPPr>
      <a:defRPr lang="zh-CN"/>
    </a:defPPr>
    <a:lvl1pPr algn="l" rtl="0" fontAlgn="base">
      <a:spcBef>
        <a:spcPct val="0"/>
      </a:spcBef>
      <a:spcAft>
        <a:spcPct val="0"/>
      </a:spcAft>
      <a:buFont typeface="Arial" panose="020B0604020202020204" pitchFamily="34" charset="0"/>
      <a:defRPr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buFont typeface="Arial" panose="020B0604020202020204" pitchFamily="34" charset="0"/>
      <a:defRPr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buFont typeface="Arial" panose="020B0604020202020204" pitchFamily="34" charset="0"/>
      <a:defRPr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buFont typeface="Arial" panose="020B0604020202020204" pitchFamily="34" charset="0"/>
      <a:defRPr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buFont typeface="Arial" panose="020B0604020202020204" pitchFamily="34" charset="0"/>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张 尚佳" initials="张" lastIdx="1" clrIdx="0"/>
</p:cmAuthorLst>
</file>

<file path=ppt/presProps.xml><?xml version="1.0" encoding="utf-8"?>
<p:presentationPr xmlns:a="http://schemas.openxmlformats.org/drawingml/2006/main" xmlns:r="http://schemas.openxmlformats.org/officeDocument/2006/relationships" xmlns:p="http://schemas.openxmlformats.org/presentationml/2006/main">
  <p:showPr loop="1" showNarration="1" useTimings="0">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00"/>
    <a:srgbClr val="F8F8F8"/>
    <a:srgbClr val="17DCF1"/>
    <a:srgbClr val="0DC2D5"/>
    <a:srgbClr val="006BBC"/>
    <a:srgbClr val="00AAA2"/>
    <a:srgbClr val="EFEFEF"/>
    <a:srgbClr val="FFFFFF"/>
    <a:srgbClr val="F0F0F0"/>
    <a:srgbClr val="EAEAEA"/>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515" autoAdjust="0"/>
    <p:restoredTop sz="94270" autoAdjust="0"/>
  </p:normalViewPr>
  <p:slideViewPr>
    <p:cSldViewPr snapToObjects="1">
      <p:cViewPr varScale="1">
        <p:scale>
          <a:sx n="71" d="100"/>
          <a:sy n="71" d="100"/>
        </p:scale>
        <p:origin x="-678" y="-96"/>
      </p:cViewPr>
      <p:guideLst>
        <p:guide orient="horz" pos="2143"/>
        <p:guide pos="3842"/>
      </p:guideLst>
    </p:cSldViewPr>
  </p:slideViewPr>
  <p:outlineViewPr>
    <p:cViewPr>
      <p:scale>
        <a:sx n="33" d="100"/>
        <a:sy n="33" d="100"/>
      </p:scale>
      <p:origin x="0" y="1242"/>
    </p:cViewPr>
  </p:outlineViewPr>
  <p:notesTextViewPr>
    <p:cViewPr>
      <p:scale>
        <a:sx n="1" d="1"/>
        <a:sy n="1" d="1"/>
      </p:scale>
      <p:origin x="0" y="0"/>
    </p:cViewPr>
  </p:notesTextViewPr>
  <p:sorterViewPr>
    <p:cViewPr>
      <p:scale>
        <a:sx n="139" d="100"/>
        <a:sy n="139" d="100"/>
      </p:scale>
      <p:origin x="0" y="8856"/>
    </p:cViewPr>
  </p:sorterViewPr>
  <p:notesViewPr>
    <p:cSldViewPr snapToObjects="1">
      <p:cViewPr varScale="1">
        <p:scale>
          <a:sx n="54" d="100"/>
          <a:sy n="54" d="100"/>
        </p:scale>
        <p:origin x="-2880" y="-84"/>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3.xml"/><Relationship Id="rId8" Type="http://schemas.openxmlformats.org/officeDocument/2006/relationships/slide" Target="slides/slide2.xml"/><Relationship Id="rId7" Type="http://schemas.openxmlformats.org/officeDocument/2006/relationships/notesMaster" Target="notesMasters/notesMaster1.xml"/><Relationship Id="rId6" Type="http://schemas.openxmlformats.org/officeDocument/2006/relationships/slide" Target="slides/slide1.xml"/><Relationship Id="rId5" Type="http://schemas.openxmlformats.org/officeDocument/2006/relationships/slideMaster" Target="slideMasters/slideMaster4.xml"/><Relationship Id="rId4" Type="http://schemas.openxmlformats.org/officeDocument/2006/relationships/slideMaster" Target="slideMasters/slideMaster3.xml"/><Relationship Id="rId31" Type="http://schemas.openxmlformats.org/officeDocument/2006/relationships/commentAuthors" Target="commentAuthors.xml"/><Relationship Id="rId30" Type="http://schemas.openxmlformats.org/officeDocument/2006/relationships/tableStyles" Target="tableStyles.xml"/><Relationship Id="rId3" Type="http://schemas.openxmlformats.org/officeDocument/2006/relationships/slideMaster" Target="slideMasters/slideMaster2.xml"/><Relationship Id="rId29" Type="http://schemas.openxmlformats.org/officeDocument/2006/relationships/viewProps" Target="viewProps.xml"/><Relationship Id="rId28" Type="http://schemas.openxmlformats.org/officeDocument/2006/relationships/presProps" Target="presProps.xml"/><Relationship Id="rId27" Type="http://schemas.openxmlformats.org/officeDocument/2006/relationships/handoutMaster" Target="handoutMasters/handoutMaster1.xml"/><Relationship Id="rId26" Type="http://schemas.openxmlformats.org/officeDocument/2006/relationships/slide" Target="slides/slide20.xml"/><Relationship Id="rId25" Type="http://schemas.openxmlformats.org/officeDocument/2006/relationships/slide" Target="slides/slide19.xml"/><Relationship Id="rId24" Type="http://schemas.openxmlformats.org/officeDocument/2006/relationships/slide" Target="slides/slide18.xml"/><Relationship Id="rId23" Type="http://schemas.openxmlformats.org/officeDocument/2006/relationships/slide" Target="slides/slide17.xml"/><Relationship Id="rId22" Type="http://schemas.openxmlformats.org/officeDocument/2006/relationships/slide" Target="slides/slide16.xml"/><Relationship Id="rId21" Type="http://schemas.openxmlformats.org/officeDocument/2006/relationships/slide" Target="slides/slide15.xml"/><Relationship Id="rId20" Type="http://schemas.openxmlformats.org/officeDocument/2006/relationships/slide" Target="slides/slide14.xml"/><Relationship Id="rId2" Type="http://schemas.openxmlformats.org/officeDocument/2006/relationships/theme" Target="theme/theme1.xml"/><Relationship Id="rId19" Type="http://schemas.openxmlformats.org/officeDocument/2006/relationships/slide" Target="slides/slide13.xml"/><Relationship Id="rId18" Type="http://schemas.openxmlformats.org/officeDocument/2006/relationships/slide" Target="slides/slide12.xml"/><Relationship Id="rId17" Type="http://schemas.openxmlformats.org/officeDocument/2006/relationships/slide" Target="slides/slide11.xml"/><Relationship Id="rId16" Type="http://schemas.openxmlformats.org/officeDocument/2006/relationships/slide" Target="slides/slide10.xml"/><Relationship Id="rId15" Type="http://schemas.openxmlformats.org/officeDocument/2006/relationships/slide" Target="slides/slide9.xml"/><Relationship Id="rId14" Type="http://schemas.openxmlformats.org/officeDocument/2006/relationships/slide" Target="slides/slide8.xml"/><Relationship Id="rId13" Type="http://schemas.openxmlformats.org/officeDocument/2006/relationships/slide" Target="slides/slide7.xml"/><Relationship Id="rId12" Type="http://schemas.openxmlformats.org/officeDocument/2006/relationships/slide" Target="slides/slide6.xml"/><Relationship Id="rId11" Type="http://schemas.openxmlformats.org/officeDocument/2006/relationships/slide" Target="slides/slide5.xml"/><Relationship Id="rId10" Type="http://schemas.openxmlformats.org/officeDocument/2006/relationships/slide" Target="slides/slide4.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9.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6.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4" name="页脚占位符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DE610686-844B-4A1B-87C8-BB90DB4BAB84}" type="slidenum">
              <a:rPr lang="zh-CN" altLang="en-US" smtClean="0"/>
            </a:fld>
            <a:endParaRPr lang="zh-CN"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3074" name="Rectangle 2"/>
          <p:cNvSpPr>
            <a:spLocks noGrp="1" noChangeArrowheads="1"/>
          </p:cNvSpPr>
          <p:nvPr>
            <p:ph type="hdr" sz="quarte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eaLnBrk="0" hangingPunct="0">
              <a:defRPr sz="1200"/>
            </a:lvl1pPr>
          </a:lstStyle>
          <a:p>
            <a:endParaRPr lang="zh-CN" altLang="en-US"/>
          </a:p>
        </p:txBody>
      </p:sp>
      <p:sp>
        <p:nvSpPr>
          <p:cNvPr id="3075" name="Rectangle 3"/>
          <p:cNvSpPr>
            <a:spLocks noGrp="1" noChangeArrowheads="1"/>
          </p:cNvSpPr>
          <p:nvPr>
            <p:ph type="dt" idx="1"/>
          </p:nvPr>
        </p:nvSpPr>
        <p:spPr bwMode="auto">
          <a:xfrm>
            <a:off x="3884613"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r" eaLnBrk="0" hangingPunct="0">
              <a:defRPr sz="1200"/>
            </a:lvl1pPr>
          </a:lstStyle>
          <a:p>
            <a:fld id="{B9EEDA17-7CE7-49CA-897E-A1888A19DA62}" type="datetimeFigureOut">
              <a:rPr lang="zh-CN" altLang="en-US"/>
            </a:fld>
            <a:endParaRPr lang="en-US"/>
          </a:p>
        </p:txBody>
      </p:sp>
      <p:sp>
        <p:nvSpPr>
          <p:cNvPr id="3076" name="Rectangle 4"/>
          <p:cNvSpPr>
            <a:spLocks noGrp="1" noRot="1" noChangeAspect="1" noChangeArrowheads="1"/>
          </p:cNvSpPr>
          <p:nvPr>
            <p:ph type="sldImg" idx="2"/>
          </p:nvPr>
        </p:nvSpPr>
        <p:spPr bwMode="auto">
          <a:xfrm>
            <a:off x="381000" y="685800"/>
            <a:ext cx="6096000" cy="3429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sp>
      <p:sp>
        <p:nvSpPr>
          <p:cNvPr id="3077" name="Rectangle 5"/>
          <p:cNvSpPr>
            <a:spLocks noGrp="1" noChangeArrowheads="1"/>
          </p:cNvSpPr>
          <p:nvPr>
            <p:ph type="body" sz="quarter" idx="3"/>
          </p:nvPr>
        </p:nvSpPr>
        <p:spPr bwMode="auto">
          <a:xfrm>
            <a:off x="685800" y="4343400"/>
            <a:ext cx="548640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3078" name="Rectangle 6"/>
          <p:cNvSpPr>
            <a:spLocks noGrp="1" noChangeArrowheads="1"/>
          </p:cNvSpPr>
          <p:nvPr>
            <p:ph type="ftr" sz="quarter" idx="4"/>
          </p:nvPr>
        </p:nvSpPr>
        <p:spPr bwMode="auto">
          <a:xfrm>
            <a:off x="0" y="8685213"/>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eaLnBrk="0" hangingPunct="0">
              <a:defRPr sz="1200"/>
            </a:lvl1pPr>
          </a:lstStyle>
          <a:p>
            <a:endParaRPr lang="en-US"/>
          </a:p>
        </p:txBody>
      </p:sp>
      <p:sp>
        <p:nvSpPr>
          <p:cNvPr id="3079" name="Rectangle 7"/>
          <p:cNvSpPr>
            <a:spLocks noGrp="1" noChangeArrowheads="1"/>
          </p:cNvSpPr>
          <p:nvPr>
            <p:ph type="sldNum" sz="quarter" idx="5"/>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algn="r" eaLnBrk="0" hangingPunct="0">
              <a:defRPr sz="1200"/>
            </a:lvl1pPr>
          </a:lstStyle>
          <a:p>
            <a:fld id="{CE1689F0-D8FB-450F-A36F-553F26501FEE}" type="slidenum">
              <a:rPr lang="zh-CN" altLang="en-US"/>
            </a:fld>
            <a:endParaRPr 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Calibri" panose="020F0502020204030204" pitchFamily="34" charset="0"/>
        <a:ea typeface="宋体" panose="02010600030101010101" pitchFamily="2" charset="-122"/>
        <a:cs typeface="+mn-cs"/>
      </a:defRPr>
    </a:lvl1pPr>
    <a:lvl2pPr marL="457200" algn="l" rtl="0" eaLnBrk="0" fontAlgn="base" hangingPunct="0">
      <a:spcBef>
        <a:spcPct val="30000"/>
      </a:spcBef>
      <a:spcAft>
        <a:spcPct val="0"/>
      </a:spcAft>
      <a:defRPr sz="1200" kern="1200">
        <a:solidFill>
          <a:schemeClr val="tx1"/>
        </a:solidFill>
        <a:latin typeface="Calibri" panose="020F0502020204030204" pitchFamily="34" charset="0"/>
        <a:ea typeface="宋体" panose="02010600030101010101" pitchFamily="2" charset="-122"/>
        <a:cs typeface="+mn-cs"/>
      </a:defRPr>
    </a:lvl2pPr>
    <a:lvl3pPr marL="914400" algn="l" rtl="0" eaLnBrk="0" fontAlgn="base" hangingPunct="0">
      <a:spcBef>
        <a:spcPct val="30000"/>
      </a:spcBef>
      <a:spcAft>
        <a:spcPct val="0"/>
      </a:spcAft>
      <a:defRPr sz="1200" kern="1200">
        <a:solidFill>
          <a:schemeClr val="tx1"/>
        </a:solidFill>
        <a:latin typeface="Calibri" panose="020F0502020204030204" pitchFamily="34" charset="0"/>
        <a:ea typeface="宋体" panose="02010600030101010101" pitchFamily="2" charset="-122"/>
        <a:cs typeface="+mn-cs"/>
      </a:defRPr>
    </a:lvl3pPr>
    <a:lvl4pPr marL="1371600" algn="l" rtl="0" eaLnBrk="0" fontAlgn="base" hangingPunct="0">
      <a:spcBef>
        <a:spcPct val="30000"/>
      </a:spcBef>
      <a:spcAft>
        <a:spcPct val="0"/>
      </a:spcAft>
      <a:defRPr sz="1200" kern="1200">
        <a:solidFill>
          <a:schemeClr val="tx1"/>
        </a:solidFill>
        <a:latin typeface="Calibri" panose="020F0502020204030204" pitchFamily="34" charset="0"/>
        <a:ea typeface="宋体" panose="02010600030101010101" pitchFamily="2" charset="-122"/>
        <a:cs typeface="+mn-cs"/>
      </a:defRPr>
    </a:lvl4pPr>
    <a:lvl5pPr marL="1828800" algn="l" rtl="0" eaLnBrk="0" fontAlgn="base" hangingPunct="0">
      <a:spcBef>
        <a:spcPct val="30000"/>
      </a:spcBef>
      <a:spcAft>
        <a:spcPct val="0"/>
      </a:spcAft>
      <a:defRPr sz="1200" kern="1200">
        <a:solidFill>
          <a:schemeClr val="tx1"/>
        </a:solidFill>
        <a:latin typeface="Calibri" panose="020F0502020204030204" pitchFamily="34" charset="0"/>
        <a:ea typeface="宋体" panose="02010600030101010101"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r>
              <a:rPr lang="zh-CN" altLang="en-US" dirty="0"/>
              <a:t>参考：</a:t>
            </a:r>
            <a:r>
              <a:rPr lang="en-US" altLang="zh-CN" dirty="0"/>
              <a:t>https://www.knime.com/</a:t>
            </a:r>
            <a:endParaRPr lang="en-US" altLang="zh-CN" dirty="0"/>
          </a:p>
        </p:txBody>
      </p:sp>
      <p:sp>
        <p:nvSpPr>
          <p:cNvPr id="4" name="灯片编号占位符 3"/>
          <p:cNvSpPr>
            <a:spLocks noGrp="1"/>
          </p:cNvSpPr>
          <p:nvPr>
            <p:ph type="sldNum" sz="quarter" idx="10"/>
          </p:nvPr>
        </p:nvSpPr>
        <p:spPr/>
        <p:txBody>
          <a:bodyPr/>
          <a:lstStyle/>
          <a:p>
            <a:fld id="{CE1689F0-D8FB-450F-A36F-553F26501FEE}" type="slidenum">
              <a:rPr lang="zh-CN" altLang="en-US" smtClean="0"/>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CE1689F0-D8FB-450F-A36F-553F26501FEE}" type="slidenum">
              <a:rPr lang="zh-CN" altLang="en-US" smtClean="0">
                <a:solidFill>
                  <a:prstClr val="black"/>
                </a:solidFill>
              </a:rPr>
            </a:fld>
            <a:endParaRPr lang="en-US">
              <a:solidFill>
                <a:prstClr val="black"/>
              </a:solidFill>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CE1689F0-D8FB-450F-A36F-553F26501FEE}" type="slidenum">
              <a:rPr lang="zh-CN" altLang="en-US" smtClean="0">
                <a:solidFill>
                  <a:prstClr val="black"/>
                </a:solidFill>
              </a:rPr>
            </a:fld>
            <a:endParaRPr lang="en-US">
              <a:solidFill>
                <a:prstClr val="black"/>
              </a:solidFill>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CE1689F0-D8FB-450F-A36F-553F26501FEE}" type="slidenum">
              <a:rPr lang="zh-CN" altLang="en-US" smtClean="0">
                <a:solidFill>
                  <a:prstClr val="black"/>
                </a:solidFill>
              </a:rPr>
            </a:fld>
            <a:endParaRPr lang="en-US">
              <a:solidFill>
                <a:prstClr val="black"/>
              </a:solidFill>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CE1689F0-D8FB-450F-A36F-553F26501FEE}" type="slidenum">
              <a:rPr lang="zh-CN" altLang="en-US" smtClean="0">
                <a:solidFill>
                  <a:prstClr val="black"/>
                </a:solidFill>
              </a:rPr>
            </a:fld>
            <a:endParaRPr lang="en-US">
              <a:solidFill>
                <a:prstClr val="black"/>
              </a:solidFill>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CE1689F0-D8FB-450F-A36F-553F26501FEE}" type="slidenum">
              <a:rPr lang="zh-CN" altLang="en-US" smtClean="0">
                <a:solidFill>
                  <a:prstClr val="black"/>
                </a:solidFill>
              </a:rPr>
            </a:fld>
            <a:endParaRPr lang="en-US">
              <a:solidFill>
                <a:prstClr val="black"/>
              </a:solidFill>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CE1689F0-D8FB-450F-A36F-553F26501FEE}" type="slidenum">
              <a:rPr lang="zh-CN" altLang="en-US" smtClean="0">
                <a:solidFill>
                  <a:prstClr val="black"/>
                </a:solidFill>
              </a:rPr>
            </a:fld>
            <a:endParaRPr lang="en-US">
              <a:solidFill>
                <a:prstClr val="black"/>
              </a:solidFill>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CE1689F0-D8FB-450F-A36F-553F26501FEE}" type="slidenum">
              <a:rPr lang="zh-CN" altLang="en-US" smtClean="0">
                <a:solidFill>
                  <a:prstClr val="black"/>
                </a:solidFill>
              </a:rPr>
            </a:fld>
            <a:endParaRPr lang="en-US">
              <a:solidFill>
                <a:prstClr val="black"/>
              </a:solidFill>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CE1689F0-D8FB-450F-A36F-553F26501FEE}" type="slidenum">
              <a:rPr lang="zh-CN" altLang="en-US" smtClean="0">
                <a:solidFill>
                  <a:prstClr val="black"/>
                </a:solidFill>
              </a:rPr>
            </a:fld>
            <a:endParaRPr lang="en-US">
              <a:solidFill>
                <a:prstClr val="black"/>
              </a:solidFill>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CE1689F0-D8FB-450F-A36F-553F26501FEE}" type="slidenum">
              <a:rPr lang="zh-CN" altLang="en-US" smtClean="0">
                <a:solidFill>
                  <a:prstClr val="black"/>
                </a:solidFill>
              </a:rPr>
            </a:fld>
            <a:endParaRPr lang="en-US">
              <a:solidFill>
                <a:prstClr val="black"/>
              </a:solidFill>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CE1689F0-D8FB-450F-A36F-553F26501FEE}" type="slidenum">
              <a:rPr lang="zh-CN" altLang="en-US" smtClean="0">
                <a:solidFill>
                  <a:prstClr val="black"/>
                </a:solidFill>
              </a:rPr>
            </a:fld>
            <a:endParaRPr lang="en-US">
              <a:solidFill>
                <a:prstClr val="black"/>
              </a:solidFill>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CE1689F0-D8FB-450F-A36F-553F26501FEE}" type="slidenum">
              <a:rPr lang="zh-CN" altLang="en-US" smtClean="0">
                <a:solidFill>
                  <a:prstClr val="black"/>
                </a:solidFill>
              </a:rPr>
            </a:fld>
            <a:endParaRPr lang="en-US">
              <a:solidFill>
                <a:prstClr val="black"/>
              </a:solidFill>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CE1689F0-D8FB-450F-A36F-553F26501FEE}" type="slidenum">
              <a:rPr lang="zh-CN" altLang="en-US" smtClean="0">
                <a:solidFill>
                  <a:prstClr val="black"/>
                </a:solidFill>
              </a:rPr>
            </a:fld>
            <a:endParaRPr lang="en-US">
              <a:solidFill>
                <a:prstClr val="black"/>
              </a:solidFill>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CE1689F0-D8FB-450F-A36F-553F26501FEE}" type="slidenum">
              <a:rPr lang="zh-CN" altLang="en-US" smtClean="0">
                <a:solidFill>
                  <a:prstClr val="black"/>
                </a:solidFill>
              </a:rPr>
            </a:fld>
            <a:endParaRPr lang="en-US">
              <a:solidFill>
                <a:prstClr val="black"/>
              </a:solidFill>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CE1689F0-D8FB-450F-A36F-553F26501FEE}" type="slidenum">
              <a:rPr lang="zh-CN" altLang="en-US" smtClean="0">
                <a:solidFill>
                  <a:prstClr val="black"/>
                </a:solidFill>
              </a:rPr>
            </a:fld>
            <a:endParaRPr lang="en-US">
              <a:solidFill>
                <a:prstClr val="black"/>
              </a:solidFill>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CE1689F0-D8FB-450F-A36F-553F26501FEE}" type="slidenum">
              <a:rPr lang="zh-CN" altLang="en-US" smtClean="0">
                <a:solidFill>
                  <a:prstClr val="black"/>
                </a:solidFill>
              </a:rPr>
            </a:fld>
            <a:endParaRPr lang="en-US">
              <a:solidFill>
                <a:prstClr val="black"/>
              </a:solidFill>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CE1689F0-D8FB-450F-A36F-553F26501FEE}" type="slidenum">
              <a:rPr lang="zh-CN" altLang="en-US" smtClean="0">
                <a:solidFill>
                  <a:prstClr val="black"/>
                </a:solidFill>
              </a:rPr>
            </a:fld>
            <a:endParaRPr lang="en-US">
              <a:solidFill>
                <a:prstClr val="black"/>
              </a:solidFill>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CE1689F0-D8FB-450F-A36F-553F26501FEE}" type="slidenum">
              <a:rPr lang="zh-CN" altLang="en-US" smtClean="0">
                <a:solidFill>
                  <a:prstClr val="black"/>
                </a:solidFill>
              </a:rPr>
            </a:fld>
            <a:endParaRPr lang="en-US">
              <a:solidFill>
                <a:prstClr val="black"/>
              </a:solidFill>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CE1689F0-D8FB-450F-A36F-553F26501FEE}" type="slidenum">
              <a:rPr lang="zh-CN" altLang="en-US" smtClean="0">
                <a:solidFill>
                  <a:prstClr val="black"/>
                </a:solidFill>
              </a:rPr>
            </a:fld>
            <a:endParaRPr lang="en-US">
              <a:solidFill>
                <a:prstClr val="black"/>
              </a:solidFill>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CE1689F0-D8FB-450F-A36F-553F26501FEE}" type="slidenum">
              <a:rPr lang="zh-CN" altLang="en-US" smtClean="0">
                <a:solidFill>
                  <a:prstClr val="black"/>
                </a:solidFill>
              </a:rPr>
            </a:fld>
            <a:endParaRPr lang="en-US">
              <a:solidFill>
                <a:prstClr val="black"/>
              </a:solidFill>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9" Type="http://schemas.openxmlformats.org/officeDocument/2006/relationships/image" Target="../media/image10.png"/><Relationship Id="rId8" Type="http://schemas.openxmlformats.org/officeDocument/2006/relationships/image" Target="../media/image9.png"/><Relationship Id="rId7" Type="http://schemas.openxmlformats.org/officeDocument/2006/relationships/image" Target="../media/image8.png"/><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 Id="rId3" Type="http://schemas.openxmlformats.org/officeDocument/2006/relationships/image" Target="../media/image4.png"/><Relationship Id="rId2" Type="http://schemas.openxmlformats.org/officeDocument/2006/relationships/image" Target="../media/image3.png"/><Relationship Id="rId14" Type="http://schemas.openxmlformats.org/officeDocument/2006/relationships/image" Target="../media/image15.png"/><Relationship Id="rId13" Type="http://schemas.openxmlformats.org/officeDocument/2006/relationships/image" Target="../media/image14.png"/><Relationship Id="rId12" Type="http://schemas.openxmlformats.org/officeDocument/2006/relationships/image" Target="../media/image13.png"/><Relationship Id="rId11" Type="http://schemas.openxmlformats.org/officeDocument/2006/relationships/image" Target="../media/image12.png"/><Relationship Id="rId10" Type="http://schemas.openxmlformats.org/officeDocument/2006/relationships/image" Target="../media/image1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9" Type="http://schemas.openxmlformats.org/officeDocument/2006/relationships/image" Target="../media/image10.png"/><Relationship Id="rId8" Type="http://schemas.openxmlformats.org/officeDocument/2006/relationships/image" Target="../media/image9.png"/><Relationship Id="rId7" Type="http://schemas.openxmlformats.org/officeDocument/2006/relationships/image" Target="../media/image8.png"/><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 Id="rId3" Type="http://schemas.openxmlformats.org/officeDocument/2006/relationships/image" Target="../media/image4.png"/><Relationship Id="rId2" Type="http://schemas.openxmlformats.org/officeDocument/2006/relationships/image" Target="../media/image3.png"/><Relationship Id="rId14" Type="http://schemas.openxmlformats.org/officeDocument/2006/relationships/image" Target="../media/image15.png"/><Relationship Id="rId13" Type="http://schemas.openxmlformats.org/officeDocument/2006/relationships/image" Target="../media/image14.png"/><Relationship Id="rId12" Type="http://schemas.openxmlformats.org/officeDocument/2006/relationships/image" Target="../media/image13.png"/><Relationship Id="rId11" Type="http://schemas.openxmlformats.org/officeDocument/2006/relationships/image" Target="../media/image12.png"/><Relationship Id="rId10" Type="http://schemas.openxmlformats.org/officeDocument/2006/relationships/image" Target="../media/image11.png"/><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9" Type="http://schemas.openxmlformats.org/officeDocument/2006/relationships/image" Target="../media/image10.png"/><Relationship Id="rId8" Type="http://schemas.openxmlformats.org/officeDocument/2006/relationships/image" Target="../media/image9.png"/><Relationship Id="rId7" Type="http://schemas.openxmlformats.org/officeDocument/2006/relationships/image" Target="../media/image8.png"/><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 Id="rId3" Type="http://schemas.openxmlformats.org/officeDocument/2006/relationships/image" Target="../media/image4.png"/><Relationship Id="rId2" Type="http://schemas.openxmlformats.org/officeDocument/2006/relationships/image" Target="../media/image3.png"/><Relationship Id="rId14" Type="http://schemas.openxmlformats.org/officeDocument/2006/relationships/image" Target="../media/image15.png"/><Relationship Id="rId13" Type="http://schemas.openxmlformats.org/officeDocument/2006/relationships/image" Target="../media/image14.png"/><Relationship Id="rId12" Type="http://schemas.openxmlformats.org/officeDocument/2006/relationships/image" Target="../media/image13.png"/><Relationship Id="rId11" Type="http://schemas.openxmlformats.org/officeDocument/2006/relationships/image" Target="../media/image12.png"/><Relationship Id="rId10" Type="http://schemas.openxmlformats.org/officeDocument/2006/relationships/image" Target="../media/image11.png"/><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8.xml.rels><?xml version="1.0" encoding="UTF-8" standalone="yes"?>
<Relationships xmlns="http://schemas.openxmlformats.org/package/2006/relationships"><Relationship Id="rId9" Type="http://schemas.openxmlformats.org/officeDocument/2006/relationships/image" Target="../media/image10.png"/><Relationship Id="rId8" Type="http://schemas.openxmlformats.org/officeDocument/2006/relationships/image" Target="../media/image9.png"/><Relationship Id="rId7" Type="http://schemas.openxmlformats.org/officeDocument/2006/relationships/image" Target="../media/image8.png"/><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 Id="rId3" Type="http://schemas.openxmlformats.org/officeDocument/2006/relationships/image" Target="../media/image4.png"/><Relationship Id="rId2" Type="http://schemas.openxmlformats.org/officeDocument/2006/relationships/image" Target="../media/image3.png"/><Relationship Id="rId14" Type="http://schemas.openxmlformats.org/officeDocument/2006/relationships/image" Target="../media/image15.png"/><Relationship Id="rId13" Type="http://schemas.openxmlformats.org/officeDocument/2006/relationships/image" Target="../media/image14.png"/><Relationship Id="rId12" Type="http://schemas.openxmlformats.org/officeDocument/2006/relationships/image" Target="../media/image13.png"/><Relationship Id="rId11" Type="http://schemas.openxmlformats.org/officeDocument/2006/relationships/image" Target="../media/image12.png"/><Relationship Id="rId10" Type="http://schemas.openxmlformats.org/officeDocument/2006/relationships/image" Target="../media/image11.png"/><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showMasterSp="0" userDrawn="1">
  <p:cSld name="标题幻灯片">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p14="http://schemas.microsoft.com/office/powerpoint/2010/main" Requires="p14">
      <p:transition p14:dur="10" advTm="9437"/>
    </mc:Choice>
    <mc:Fallback>
      <p:transition advTm="9437"/>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12" name="矩形 11"/>
          <p:cNvSpPr/>
          <p:nvPr userDrawn="1"/>
        </p:nvSpPr>
        <p:spPr>
          <a:xfrm>
            <a:off x="6170389" y="134946"/>
            <a:ext cx="775136" cy="246221"/>
          </a:xfrm>
          <a:prstGeom prst="rect">
            <a:avLst/>
          </a:prstGeom>
        </p:spPr>
        <p:txBody>
          <a:bodyPr wrap="square">
            <a:spAutoFit/>
          </a:bodyPr>
          <a:lstStyle/>
          <a:p>
            <a:pPr fontAlgn="auto">
              <a:spcBef>
                <a:spcPts val="0"/>
              </a:spcBef>
              <a:spcAft>
                <a:spcPts val="0"/>
              </a:spcAft>
              <a:buFontTx/>
              <a:buNone/>
            </a:pPr>
            <a:r>
              <a:rPr lang="en-US" altLang="zh-CN" sz="100" dirty="0">
                <a:solidFill>
                  <a:prstClr val="white"/>
                </a:solidFill>
                <a:latin typeface="Calibri" panose="020F0502020204030204"/>
                <a:ea typeface="宋体" panose="02010600030101010101" pitchFamily="2" charset="-122"/>
              </a:rPr>
              <a:t>PPT</a:t>
            </a:r>
            <a:r>
              <a:rPr lang="zh-CN" altLang="en-US" sz="100" dirty="0">
                <a:solidFill>
                  <a:prstClr val="white"/>
                </a:solidFill>
                <a:latin typeface="Calibri" panose="020F0502020204030204"/>
                <a:ea typeface="宋体" panose="02010600030101010101" pitchFamily="2" charset="-122"/>
              </a:rPr>
              <a:t>模板下载：</a:t>
            </a:r>
            <a:r>
              <a:rPr lang="en-US" altLang="zh-CN" sz="100" dirty="0">
                <a:solidFill>
                  <a:prstClr val="white"/>
                </a:solidFill>
                <a:latin typeface="Calibri" panose="020F0502020204030204"/>
                <a:ea typeface="宋体" panose="02010600030101010101" pitchFamily="2" charset="-122"/>
              </a:rPr>
              <a:t>www.1ppt.com/moban/     </a:t>
            </a:r>
            <a:r>
              <a:rPr lang="zh-CN" altLang="en-US" sz="100" dirty="0">
                <a:solidFill>
                  <a:prstClr val="white"/>
                </a:solidFill>
                <a:latin typeface="Calibri" panose="020F0502020204030204"/>
                <a:ea typeface="宋体" panose="02010600030101010101" pitchFamily="2" charset="-122"/>
              </a:rPr>
              <a:t>行业</a:t>
            </a:r>
            <a:r>
              <a:rPr lang="en-US" altLang="zh-CN" sz="100" dirty="0">
                <a:solidFill>
                  <a:prstClr val="white"/>
                </a:solidFill>
                <a:latin typeface="Calibri" panose="020F0502020204030204"/>
                <a:ea typeface="宋体" panose="02010600030101010101" pitchFamily="2" charset="-122"/>
              </a:rPr>
              <a:t>PPT</a:t>
            </a:r>
            <a:r>
              <a:rPr lang="zh-CN" altLang="en-US" sz="100" dirty="0">
                <a:solidFill>
                  <a:prstClr val="white"/>
                </a:solidFill>
                <a:latin typeface="Calibri" panose="020F0502020204030204"/>
                <a:ea typeface="宋体" panose="02010600030101010101" pitchFamily="2" charset="-122"/>
              </a:rPr>
              <a:t>模板：</a:t>
            </a:r>
            <a:r>
              <a:rPr lang="en-US" altLang="zh-CN" sz="100" dirty="0">
                <a:solidFill>
                  <a:prstClr val="white"/>
                </a:solidFill>
                <a:latin typeface="Calibri" panose="020F0502020204030204"/>
                <a:ea typeface="宋体" panose="02010600030101010101" pitchFamily="2" charset="-122"/>
              </a:rPr>
              <a:t>www.1ppt.com/hangye/ </a:t>
            </a:r>
            <a:endParaRPr lang="en-US" altLang="zh-CN" sz="100" dirty="0">
              <a:solidFill>
                <a:prstClr val="white"/>
              </a:solidFill>
              <a:latin typeface="Calibri" panose="020F0502020204030204"/>
              <a:ea typeface="宋体" panose="02010600030101010101" pitchFamily="2" charset="-122"/>
            </a:endParaRPr>
          </a:p>
          <a:p>
            <a:pPr fontAlgn="auto">
              <a:spcBef>
                <a:spcPts val="0"/>
              </a:spcBef>
              <a:spcAft>
                <a:spcPts val="0"/>
              </a:spcAft>
              <a:buFontTx/>
              <a:buNone/>
            </a:pPr>
            <a:r>
              <a:rPr lang="zh-CN" altLang="en-US" sz="100" dirty="0">
                <a:solidFill>
                  <a:prstClr val="white"/>
                </a:solidFill>
                <a:latin typeface="Calibri" panose="020F0502020204030204"/>
                <a:ea typeface="宋体" panose="02010600030101010101" pitchFamily="2" charset="-122"/>
              </a:rPr>
              <a:t>节日</a:t>
            </a:r>
            <a:r>
              <a:rPr lang="en-US" altLang="zh-CN" sz="100" dirty="0">
                <a:solidFill>
                  <a:prstClr val="white"/>
                </a:solidFill>
                <a:latin typeface="Calibri" panose="020F0502020204030204"/>
                <a:ea typeface="宋体" panose="02010600030101010101" pitchFamily="2" charset="-122"/>
              </a:rPr>
              <a:t>PPT</a:t>
            </a:r>
            <a:r>
              <a:rPr lang="zh-CN" altLang="en-US" sz="100" dirty="0">
                <a:solidFill>
                  <a:prstClr val="white"/>
                </a:solidFill>
                <a:latin typeface="Calibri" panose="020F0502020204030204"/>
                <a:ea typeface="宋体" panose="02010600030101010101" pitchFamily="2" charset="-122"/>
              </a:rPr>
              <a:t>模板：</a:t>
            </a:r>
            <a:r>
              <a:rPr lang="en-US" altLang="zh-CN" sz="100" dirty="0">
                <a:solidFill>
                  <a:prstClr val="white"/>
                </a:solidFill>
                <a:latin typeface="Calibri" panose="020F0502020204030204"/>
                <a:ea typeface="宋体" panose="02010600030101010101" pitchFamily="2" charset="-122"/>
              </a:rPr>
              <a:t>www.1ppt.com/jieri/           PPT</a:t>
            </a:r>
            <a:r>
              <a:rPr lang="zh-CN" altLang="en-US" sz="100" dirty="0">
                <a:solidFill>
                  <a:prstClr val="white"/>
                </a:solidFill>
                <a:latin typeface="Calibri" panose="020F0502020204030204"/>
                <a:ea typeface="宋体" panose="02010600030101010101" pitchFamily="2" charset="-122"/>
              </a:rPr>
              <a:t>素材下载：</a:t>
            </a:r>
            <a:r>
              <a:rPr lang="en-US" altLang="zh-CN" sz="100" dirty="0">
                <a:solidFill>
                  <a:prstClr val="white"/>
                </a:solidFill>
                <a:latin typeface="Calibri" panose="020F0502020204030204"/>
                <a:ea typeface="宋体" panose="02010600030101010101" pitchFamily="2" charset="-122"/>
              </a:rPr>
              <a:t>www.1ppt.com/sucai/</a:t>
            </a:r>
            <a:endParaRPr lang="en-US" altLang="zh-CN" sz="100" dirty="0">
              <a:solidFill>
                <a:prstClr val="white"/>
              </a:solidFill>
              <a:latin typeface="Calibri" panose="020F0502020204030204"/>
              <a:ea typeface="宋体" panose="02010600030101010101" pitchFamily="2" charset="-122"/>
            </a:endParaRPr>
          </a:p>
          <a:p>
            <a:pPr fontAlgn="auto">
              <a:spcBef>
                <a:spcPts val="0"/>
              </a:spcBef>
              <a:spcAft>
                <a:spcPts val="0"/>
              </a:spcAft>
              <a:buFontTx/>
              <a:buNone/>
            </a:pPr>
            <a:r>
              <a:rPr lang="en-US" altLang="zh-CN" sz="100" dirty="0">
                <a:solidFill>
                  <a:prstClr val="white"/>
                </a:solidFill>
                <a:latin typeface="Calibri" panose="020F0502020204030204"/>
                <a:ea typeface="宋体" panose="02010600030101010101" pitchFamily="2" charset="-122"/>
              </a:rPr>
              <a:t>PPT</a:t>
            </a:r>
            <a:r>
              <a:rPr lang="zh-CN" altLang="en-US" sz="100" dirty="0">
                <a:solidFill>
                  <a:prstClr val="white"/>
                </a:solidFill>
                <a:latin typeface="Calibri" panose="020F0502020204030204"/>
                <a:ea typeface="宋体" panose="02010600030101010101" pitchFamily="2" charset="-122"/>
              </a:rPr>
              <a:t>背景图片：</a:t>
            </a:r>
            <a:r>
              <a:rPr lang="en-US" altLang="zh-CN" sz="100" dirty="0">
                <a:solidFill>
                  <a:prstClr val="white"/>
                </a:solidFill>
                <a:latin typeface="Calibri" panose="020F0502020204030204"/>
                <a:ea typeface="宋体" panose="02010600030101010101" pitchFamily="2" charset="-122"/>
              </a:rPr>
              <a:t>www.1ppt.com/beijing/      PPT</a:t>
            </a:r>
            <a:r>
              <a:rPr lang="zh-CN" altLang="en-US" sz="100" dirty="0">
                <a:solidFill>
                  <a:prstClr val="white"/>
                </a:solidFill>
                <a:latin typeface="Calibri" panose="020F0502020204030204"/>
                <a:ea typeface="宋体" panose="02010600030101010101" pitchFamily="2" charset="-122"/>
              </a:rPr>
              <a:t>图表下载：</a:t>
            </a:r>
            <a:r>
              <a:rPr lang="en-US" altLang="zh-CN" sz="100" dirty="0">
                <a:solidFill>
                  <a:prstClr val="white"/>
                </a:solidFill>
                <a:latin typeface="Calibri" panose="020F0502020204030204"/>
                <a:ea typeface="宋体" panose="02010600030101010101" pitchFamily="2" charset="-122"/>
              </a:rPr>
              <a:t>www.1ppt.com/tubiao/      </a:t>
            </a:r>
            <a:endParaRPr lang="en-US" altLang="zh-CN" sz="100" dirty="0">
              <a:solidFill>
                <a:prstClr val="white"/>
              </a:solidFill>
              <a:latin typeface="Calibri" panose="020F0502020204030204"/>
              <a:ea typeface="宋体" panose="02010600030101010101" pitchFamily="2" charset="-122"/>
            </a:endParaRPr>
          </a:p>
          <a:p>
            <a:pPr fontAlgn="auto">
              <a:spcBef>
                <a:spcPts val="0"/>
              </a:spcBef>
              <a:spcAft>
                <a:spcPts val="0"/>
              </a:spcAft>
              <a:buFontTx/>
              <a:buNone/>
            </a:pPr>
            <a:r>
              <a:rPr lang="zh-CN" altLang="en-US" sz="100" dirty="0">
                <a:solidFill>
                  <a:prstClr val="white"/>
                </a:solidFill>
                <a:latin typeface="Calibri" panose="020F0502020204030204"/>
                <a:ea typeface="宋体" panose="02010600030101010101" pitchFamily="2" charset="-122"/>
              </a:rPr>
              <a:t>优秀</a:t>
            </a:r>
            <a:r>
              <a:rPr lang="en-US" altLang="zh-CN" sz="100" dirty="0">
                <a:solidFill>
                  <a:prstClr val="white"/>
                </a:solidFill>
                <a:latin typeface="Calibri" panose="020F0502020204030204"/>
                <a:ea typeface="宋体" panose="02010600030101010101" pitchFamily="2" charset="-122"/>
              </a:rPr>
              <a:t>PPT</a:t>
            </a:r>
            <a:r>
              <a:rPr lang="zh-CN" altLang="en-US" sz="100" dirty="0">
                <a:solidFill>
                  <a:prstClr val="white"/>
                </a:solidFill>
                <a:latin typeface="Calibri" panose="020F0502020204030204"/>
                <a:ea typeface="宋体" panose="02010600030101010101" pitchFamily="2" charset="-122"/>
              </a:rPr>
              <a:t>下载：</a:t>
            </a:r>
            <a:r>
              <a:rPr lang="en-US" altLang="zh-CN" sz="100" dirty="0">
                <a:solidFill>
                  <a:prstClr val="white"/>
                </a:solidFill>
                <a:latin typeface="Calibri" panose="020F0502020204030204"/>
                <a:ea typeface="宋体" panose="02010600030101010101" pitchFamily="2" charset="-122"/>
              </a:rPr>
              <a:t>www.1ppt.com/xiazai/        PPT</a:t>
            </a:r>
            <a:r>
              <a:rPr lang="zh-CN" altLang="en-US" sz="100" dirty="0">
                <a:solidFill>
                  <a:prstClr val="white"/>
                </a:solidFill>
                <a:latin typeface="Calibri" panose="020F0502020204030204"/>
                <a:ea typeface="宋体" panose="02010600030101010101" pitchFamily="2" charset="-122"/>
              </a:rPr>
              <a:t>教程： </a:t>
            </a:r>
            <a:r>
              <a:rPr lang="en-US" altLang="zh-CN" sz="100" dirty="0">
                <a:solidFill>
                  <a:prstClr val="white"/>
                </a:solidFill>
                <a:latin typeface="Calibri" panose="020F0502020204030204"/>
                <a:ea typeface="宋体" panose="02010600030101010101" pitchFamily="2" charset="-122"/>
              </a:rPr>
              <a:t>www.1ppt.com/powerpoint/      </a:t>
            </a:r>
            <a:endParaRPr lang="en-US" altLang="zh-CN" sz="100" dirty="0">
              <a:solidFill>
                <a:prstClr val="white"/>
              </a:solidFill>
              <a:latin typeface="Calibri" panose="020F0502020204030204"/>
              <a:ea typeface="宋体" panose="02010600030101010101" pitchFamily="2" charset="-122"/>
            </a:endParaRPr>
          </a:p>
          <a:p>
            <a:pPr fontAlgn="auto">
              <a:spcBef>
                <a:spcPts val="0"/>
              </a:spcBef>
              <a:spcAft>
                <a:spcPts val="0"/>
              </a:spcAft>
              <a:buFontTx/>
              <a:buNone/>
            </a:pPr>
            <a:r>
              <a:rPr lang="en-US" altLang="zh-CN" sz="100" dirty="0">
                <a:solidFill>
                  <a:prstClr val="white"/>
                </a:solidFill>
                <a:latin typeface="Calibri" panose="020F0502020204030204"/>
                <a:ea typeface="宋体" panose="02010600030101010101" pitchFamily="2" charset="-122"/>
              </a:rPr>
              <a:t>Word</a:t>
            </a:r>
            <a:r>
              <a:rPr lang="zh-CN" altLang="en-US" sz="100" dirty="0">
                <a:solidFill>
                  <a:prstClr val="white"/>
                </a:solidFill>
                <a:latin typeface="Calibri" panose="020F0502020204030204"/>
                <a:ea typeface="宋体" panose="02010600030101010101" pitchFamily="2" charset="-122"/>
              </a:rPr>
              <a:t>教程： </a:t>
            </a:r>
            <a:r>
              <a:rPr lang="en-US" altLang="zh-CN" sz="100" dirty="0">
                <a:solidFill>
                  <a:prstClr val="white"/>
                </a:solidFill>
                <a:latin typeface="Calibri" panose="020F0502020204030204"/>
                <a:ea typeface="宋体" panose="02010600030101010101" pitchFamily="2" charset="-122"/>
              </a:rPr>
              <a:t>www.1ppt.com/word/              Excel</a:t>
            </a:r>
            <a:r>
              <a:rPr lang="zh-CN" altLang="en-US" sz="100" dirty="0">
                <a:solidFill>
                  <a:prstClr val="white"/>
                </a:solidFill>
                <a:latin typeface="Calibri" panose="020F0502020204030204"/>
                <a:ea typeface="宋体" panose="02010600030101010101" pitchFamily="2" charset="-122"/>
              </a:rPr>
              <a:t>教程：</a:t>
            </a:r>
            <a:r>
              <a:rPr lang="en-US" altLang="zh-CN" sz="100" dirty="0">
                <a:solidFill>
                  <a:prstClr val="white"/>
                </a:solidFill>
                <a:latin typeface="Calibri" panose="020F0502020204030204"/>
                <a:ea typeface="宋体" panose="02010600030101010101" pitchFamily="2" charset="-122"/>
              </a:rPr>
              <a:t>www.1ppt.com/excel/  </a:t>
            </a:r>
            <a:endParaRPr lang="en-US" altLang="zh-CN" sz="100" dirty="0">
              <a:solidFill>
                <a:prstClr val="white"/>
              </a:solidFill>
              <a:latin typeface="Calibri" panose="020F0502020204030204"/>
              <a:ea typeface="宋体" panose="02010600030101010101" pitchFamily="2" charset="-122"/>
            </a:endParaRPr>
          </a:p>
          <a:p>
            <a:pPr fontAlgn="auto">
              <a:spcBef>
                <a:spcPts val="0"/>
              </a:spcBef>
              <a:spcAft>
                <a:spcPts val="0"/>
              </a:spcAft>
              <a:buFontTx/>
              <a:buNone/>
            </a:pPr>
            <a:r>
              <a:rPr lang="zh-CN" altLang="en-US" sz="100" dirty="0">
                <a:solidFill>
                  <a:prstClr val="white"/>
                </a:solidFill>
                <a:latin typeface="Calibri" panose="020F0502020204030204"/>
                <a:ea typeface="宋体" panose="02010600030101010101" pitchFamily="2" charset="-122"/>
              </a:rPr>
              <a:t>资料下载：</a:t>
            </a:r>
            <a:r>
              <a:rPr lang="en-US" altLang="zh-CN" sz="100" dirty="0">
                <a:solidFill>
                  <a:prstClr val="white"/>
                </a:solidFill>
                <a:latin typeface="Calibri" panose="020F0502020204030204"/>
                <a:ea typeface="宋体" panose="02010600030101010101" pitchFamily="2" charset="-122"/>
              </a:rPr>
              <a:t>www.1ppt.com/ziliao/                PPT</a:t>
            </a:r>
            <a:r>
              <a:rPr lang="zh-CN" altLang="en-US" sz="100" dirty="0">
                <a:solidFill>
                  <a:prstClr val="white"/>
                </a:solidFill>
                <a:latin typeface="Calibri" panose="020F0502020204030204"/>
                <a:ea typeface="宋体" panose="02010600030101010101" pitchFamily="2" charset="-122"/>
              </a:rPr>
              <a:t>课件下载：</a:t>
            </a:r>
            <a:r>
              <a:rPr lang="en-US" altLang="zh-CN" sz="100" dirty="0">
                <a:solidFill>
                  <a:prstClr val="white"/>
                </a:solidFill>
                <a:latin typeface="Calibri" panose="020F0502020204030204"/>
                <a:ea typeface="宋体" panose="02010600030101010101" pitchFamily="2" charset="-122"/>
              </a:rPr>
              <a:t>www.1ppt.com/kejian/ </a:t>
            </a:r>
            <a:endParaRPr lang="en-US" altLang="zh-CN" sz="100" dirty="0">
              <a:solidFill>
                <a:prstClr val="white"/>
              </a:solidFill>
              <a:latin typeface="Calibri" panose="020F0502020204030204"/>
              <a:ea typeface="宋体" panose="02010600030101010101" pitchFamily="2" charset="-122"/>
            </a:endParaRPr>
          </a:p>
          <a:p>
            <a:pPr fontAlgn="auto">
              <a:spcBef>
                <a:spcPts val="0"/>
              </a:spcBef>
              <a:spcAft>
                <a:spcPts val="0"/>
              </a:spcAft>
              <a:buFontTx/>
              <a:buNone/>
            </a:pPr>
            <a:r>
              <a:rPr lang="zh-CN" altLang="en-US" sz="100" dirty="0">
                <a:solidFill>
                  <a:prstClr val="white"/>
                </a:solidFill>
                <a:latin typeface="Calibri" panose="020F0502020204030204"/>
                <a:ea typeface="宋体" panose="02010600030101010101" pitchFamily="2" charset="-122"/>
              </a:rPr>
              <a:t>范文下载：</a:t>
            </a:r>
            <a:r>
              <a:rPr lang="en-US" altLang="zh-CN" sz="100" dirty="0">
                <a:solidFill>
                  <a:prstClr val="white"/>
                </a:solidFill>
                <a:latin typeface="Calibri" panose="020F0502020204030204"/>
                <a:ea typeface="宋体" panose="02010600030101010101" pitchFamily="2" charset="-122"/>
              </a:rPr>
              <a:t>www.1ppt.com/fanwen/             </a:t>
            </a:r>
            <a:r>
              <a:rPr lang="zh-CN" altLang="en-US" sz="100" dirty="0">
                <a:solidFill>
                  <a:prstClr val="white"/>
                </a:solidFill>
                <a:latin typeface="Calibri" panose="020F0502020204030204"/>
                <a:ea typeface="宋体" panose="02010600030101010101" pitchFamily="2" charset="-122"/>
              </a:rPr>
              <a:t>试卷下载：</a:t>
            </a:r>
            <a:r>
              <a:rPr lang="en-US" altLang="zh-CN" sz="100" dirty="0">
                <a:solidFill>
                  <a:prstClr val="white"/>
                </a:solidFill>
                <a:latin typeface="Calibri" panose="020F0502020204030204"/>
                <a:ea typeface="宋体" panose="02010600030101010101" pitchFamily="2" charset="-122"/>
              </a:rPr>
              <a:t>www.1ppt.com/shiti/  </a:t>
            </a:r>
            <a:endParaRPr lang="en-US" altLang="zh-CN" sz="100" dirty="0">
              <a:solidFill>
                <a:prstClr val="white"/>
              </a:solidFill>
              <a:latin typeface="Calibri" panose="020F0502020204030204"/>
              <a:ea typeface="宋体" panose="02010600030101010101" pitchFamily="2" charset="-122"/>
            </a:endParaRPr>
          </a:p>
          <a:p>
            <a:pPr fontAlgn="auto">
              <a:spcBef>
                <a:spcPts val="0"/>
              </a:spcBef>
              <a:spcAft>
                <a:spcPts val="0"/>
              </a:spcAft>
              <a:buFontTx/>
              <a:buNone/>
            </a:pPr>
            <a:r>
              <a:rPr lang="zh-CN" altLang="en-US" sz="100" dirty="0">
                <a:solidFill>
                  <a:prstClr val="white"/>
                </a:solidFill>
                <a:latin typeface="Calibri" panose="020F0502020204030204"/>
                <a:ea typeface="宋体" panose="02010600030101010101" pitchFamily="2" charset="-122"/>
              </a:rPr>
              <a:t>教案下载：</a:t>
            </a:r>
            <a:r>
              <a:rPr lang="en-US" altLang="zh-CN" sz="100" dirty="0">
                <a:solidFill>
                  <a:prstClr val="white"/>
                </a:solidFill>
                <a:latin typeface="Calibri" panose="020F0502020204030204"/>
                <a:ea typeface="宋体" panose="02010600030101010101" pitchFamily="2" charset="-122"/>
              </a:rPr>
              <a:t>www.1ppt.com/jiaoan/        </a:t>
            </a:r>
            <a:endParaRPr lang="en-US" altLang="zh-CN" sz="100" dirty="0">
              <a:solidFill>
                <a:prstClr val="white"/>
              </a:solidFill>
              <a:latin typeface="Calibri" panose="020F0502020204030204"/>
              <a:ea typeface="宋体" panose="02010600030101010101" pitchFamily="2" charset="-122"/>
            </a:endParaRPr>
          </a:p>
          <a:p>
            <a:pPr fontAlgn="auto">
              <a:spcBef>
                <a:spcPts val="0"/>
              </a:spcBef>
              <a:spcAft>
                <a:spcPts val="0"/>
              </a:spcAft>
              <a:buFontTx/>
              <a:buNone/>
            </a:pPr>
            <a:r>
              <a:rPr lang="zh-CN" altLang="en-US" sz="100" dirty="0">
                <a:solidFill>
                  <a:prstClr val="white"/>
                </a:solidFill>
                <a:latin typeface="Calibri" panose="020F0502020204030204"/>
                <a:ea typeface="宋体" panose="02010600030101010101" pitchFamily="2" charset="-122"/>
              </a:rPr>
              <a:t>字体下载：</a:t>
            </a:r>
            <a:r>
              <a:rPr lang="en-US" altLang="zh-CN" sz="100" dirty="0">
                <a:solidFill>
                  <a:prstClr val="white"/>
                </a:solidFill>
                <a:latin typeface="Calibri" panose="020F0502020204030204"/>
                <a:ea typeface="宋体" panose="02010600030101010101" pitchFamily="2" charset="-122"/>
              </a:rPr>
              <a:t>www.1ppt.com/ziti/</a:t>
            </a:r>
            <a:endParaRPr lang="en-US" altLang="zh-CN" sz="100" dirty="0">
              <a:solidFill>
                <a:prstClr val="white"/>
              </a:solidFill>
              <a:latin typeface="Calibri" panose="020F0502020204030204"/>
              <a:ea typeface="宋体" panose="02010600030101010101" pitchFamily="2" charset="-122"/>
            </a:endParaRPr>
          </a:p>
          <a:p>
            <a:pPr fontAlgn="auto">
              <a:spcBef>
                <a:spcPts val="0"/>
              </a:spcBef>
              <a:spcAft>
                <a:spcPts val="0"/>
              </a:spcAft>
              <a:buFontTx/>
              <a:buNone/>
            </a:pPr>
            <a:r>
              <a:rPr lang="en-US" altLang="zh-CN" sz="100" dirty="0">
                <a:solidFill>
                  <a:prstClr val="white"/>
                </a:solidFill>
                <a:latin typeface="Calibri" panose="020F0502020204030204"/>
                <a:ea typeface="宋体" panose="02010600030101010101" pitchFamily="2" charset="-122"/>
              </a:rPr>
              <a:t> </a:t>
            </a:r>
            <a:endParaRPr lang="zh-CN" altLang="en-US" sz="100" dirty="0">
              <a:solidFill>
                <a:prstClr val="white"/>
              </a:solidFill>
              <a:latin typeface="Calibri" panose="020F0502020204030204"/>
              <a:ea typeface="宋体" panose="02010600030101010101" pitchFamily="2" charset="-122"/>
            </a:endParaRPr>
          </a:p>
        </p:txBody>
      </p:sp>
      <p:sp>
        <p:nvSpPr>
          <p:cNvPr id="2" name="标题 1"/>
          <p:cNvSpPr>
            <a:spLocks noGrp="1"/>
          </p:cNvSpPr>
          <p:nvPr>
            <p:ph type="title"/>
          </p:nvPr>
        </p:nvSpPr>
        <p:spPr>
          <a:xfrm>
            <a:off x="825625" y="908051"/>
            <a:ext cx="10601349" cy="635000"/>
          </a:xfrm>
        </p:spPr>
        <p:txBody>
          <a:bodyPr/>
          <a:lstStyle>
            <a:lvl1pPr>
              <a:defRPr>
                <a:solidFill>
                  <a:schemeClr val="accent1"/>
                </a:solidFill>
              </a:defRPr>
            </a:lvl1pPr>
          </a:lstStyle>
          <a:p>
            <a:r>
              <a:rPr lang="zh-CN" altLang="en-US"/>
              <a:t>单击此处编辑母版标题样式</a:t>
            </a:r>
            <a:endParaRPr lang="zh-CN" altLang="en-US"/>
          </a:p>
        </p:txBody>
      </p:sp>
      <p:sp>
        <p:nvSpPr>
          <p:cNvPr id="3" name="内容占位符 2"/>
          <p:cNvSpPr>
            <a:spLocks noGrp="1"/>
          </p:cNvSpPr>
          <p:nvPr>
            <p:ph idx="1"/>
          </p:nvPr>
        </p:nvSpPr>
        <p:spPr>
          <a:xfrm>
            <a:off x="825625" y="1600201"/>
            <a:ext cx="10601349" cy="4525963"/>
          </a:xfrm>
        </p:spPr>
        <p:txBody>
          <a:bodyPr/>
          <a:lstStyle>
            <a:lvl1pPr>
              <a:defRPr>
                <a:solidFill>
                  <a:schemeClr val="accent1"/>
                </a:solidFill>
              </a:defRPr>
            </a:lvl1pPr>
            <a:lvl2pPr>
              <a:defRPr>
                <a:solidFill>
                  <a:schemeClr val="accent1"/>
                </a:solidFill>
              </a:defRPr>
            </a:lvl2pPr>
            <a:lvl3pPr>
              <a:defRPr>
                <a:solidFill>
                  <a:schemeClr val="accent1"/>
                </a:solidFill>
              </a:defRPr>
            </a:lvl3pPr>
            <a:lvl4pPr>
              <a:defRPr>
                <a:solidFill>
                  <a:schemeClr val="accent1"/>
                </a:solidFill>
              </a:defRPr>
            </a:lvl4pPr>
            <a:lvl5pPr>
              <a:defRPr>
                <a:solidFill>
                  <a:schemeClr val="accent1"/>
                </a:solidFill>
              </a:defRPr>
            </a:lvl5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8" name="Freeform 5"/>
          <p:cNvSpPr/>
          <p:nvPr userDrawn="1"/>
        </p:nvSpPr>
        <p:spPr bwMode="auto">
          <a:xfrm>
            <a:off x="63836" y="73173"/>
            <a:ext cx="1227153" cy="486467"/>
          </a:xfrm>
          <a:custGeom>
            <a:avLst/>
            <a:gdLst>
              <a:gd name="T0" fmla="*/ 0 w 1600"/>
              <a:gd name="T1" fmla="*/ 0 h 617"/>
              <a:gd name="T2" fmla="*/ 1429 w 1600"/>
              <a:gd name="T3" fmla="*/ 0 h 617"/>
              <a:gd name="T4" fmla="*/ 1600 w 1600"/>
              <a:gd name="T5" fmla="*/ 308 h 617"/>
              <a:gd name="T6" fmla="*/ 1429 w 1600"/>
              <a:gd name="T7" fmla="*/ 617 h 617"/>
              <a:gd name="T8" fmla="*/ 0 w 1600"/>
              <a:gd name="T9" fmla="*/ 617 h 617"/>
              <a:gd name="T10" fmla="*/ 0 w 1600"/>
              <a:gd name="T11" fmla="*/ 0 h 617"/>
            </a:gdLst>
            <a:ahLst/>
            <a:cxnLst>
              <a:cxn ang="0">
                <a:pos x="T0" y="T1"/>
              </a:cxn>
              <a:cxn ang="0">
                <a:pos x="T2" y="T3"/>
              </a:cxn>
              <a:cxn ang="0">
                <a:pos x="T4" y="T5"/>
              </a:cxn>
              <a:cxn ang="0">
                <a:pos x="T6" y="T7"/>
              </a:cxn>
              <a:cxn ang="0">
                <a:pos x="T8" y="T9"/>
              </a:cxn>
              <a:cxn ang="0">
                <a:pos x="T10" y="T11"/>
              </a:cxn>
            </a:cxnLst>
            <a:rect l="0" t="0" r="r" b="b"/>
            <a:pathLst>
              <a:path w="1600" h="617">
                <a:moveTo>
                  <a:pt x="0" y="0"/>
                </a:moveTo>
                <a:lnTo>
                  <a:pt x="1429" y="0"/>
                </a:lnTo>
                <a:lnTo>
                  <a:pt x="1600" y="308"/>
                </a:lnTo>
                <a:lnTo>
                  <a:pt x="1429" y="617"/>
                </a:lnTo>
                <a:lnTo>
                  <a:pt x="0" y="617"/>
                </a:lnTo>
                <a:lnTo>
                  <a:pt x="0" y="0"/>
                </a:lnTo>
                <a:close/>
              </a:path>
            </a:pathLst>
          </a:custGeom>
          <a:solidFill>
            <a:schemeClr val="tx1"/>
          </a:solidFill>
          <a:ln>
            <a:noFill/>
          </a:ln>
        </p:spPr>
        <p:txBody>
          <a:bodyPr vert="horz" wrap="square" lIns="91434" tIns="45717" rIns="91434" bIns="45717" numCol="1" anchor="t" anchorCtr="0" compatLnSpc="1"/>
          <a:lstStyle/>
          <a:p>
            <a:endParaRPr lang="zh-CN" altLang="en-US"/>
          </a:p>
        </p:txBody>
      </p:sp>
      <p:sp>
        <p:nvSpPr>
          <p:cNvPr id="9" name="Freeform 6"/>
          <p:cNvSpPr/>
          <p:nvPr userDrawn="1"/>
        </p:nvSpPr>
        <p:spPr bwMode="auto">
          <a:xfrm>
            <a:off x="1196835" y="73173"/>
            <a:ext cx="10215809" cy="486467"/>
          </a:xfrm>
          <a:custGeom>
            <a:avLst/>
            <a:gdLst>
              <a:gd name="T0" fmla="*/ 0 w 13327"/>
              <a:gd name="T1" fmla="*/ 0 h 617"/>
              <a:gd name="T2" fmla="*/ 13155 w 13327"/>
              <a:gd name="T3" fmla="*/ 0 h 617"/>
              <a:gd name="T4" fmla="*/ 13327 w 13327"/>
              <a:gd name="T5" fmla="*/ 308 h 617"/>
              <a:gd name="T6" fmla="*/ 13155 w 13327"/>
              <a:gd name="T7" fmla="*/ 617 h 617"/>
              <a:gd name="T8" fmla="*/ 0 w 13327"/>
              <a:gd name="T9" fmla="*/ 617 h 617"/>
              <a:gd name="T10" fmla="*/ 171 w 13327"/>
              <a:gd name="T11" fmla="*/ 308 h 617"/>
              <a:gd name="T12" fmla="*/ 0 w 13327"/>
              <a:gd name="T13" fmla="*/ 0 h 617"/>
            </a:gdLst>
            <a:ahLst/>
            <a:cxnLst>
              <a:cxn ang="0">
                <a:pos x="T0" y="T1"/>
              </a:cxn>
              <a:cxn ang="0">
                <a:pos x="T2" y="T3"/>
              </a:cxn>
              <a:cxn ang="0">
                <a:pos x="T4" y="T5"/>
              </a:cxn>
              <a:cxn ang="0">
                <a:pos x="T6" y="T7"/>
              </a:cxn>
              <a:cxn ang="0">
                <a:pos x="T8" y="T9"/>
              </a:cxn>
              <a:cxn ang="0">
                <a:pos x="T10" y="T11"/>
              </a:cxn>
              <a:cxn ang="0">
                <a:pos x="T12" y="T13"/>
              </a:cxn>
            </a:cxnLst>
            <a:rect l="0" t="0" r="r" b="b"/>
            <a:pathLst>
              <a:path w="13327" h="617">
                <a:moveTo>
                  <a:pt x="0" y="0"/>
                </a:moveTo>
                <a:lnTo>
                  <a:pt x="13155" y="0"/>
                </a:lnTo>
                <a:lnTo>
                  <a:pt x="13327" y="308"/>
                </a:lnTo>
                <a:lnTo>
                  <a:pt x="13155" y="617"/>
                </a:lnTo>
                <a:lnTo>
                  <a:pt x="0" y="617"/>
                </a:lnTo>
                <a:lnTo>
                  <a:pt x="171" y="308"/>
                </a:lnTo>
                <a:lnTo>
                  <a:pt x="0" y="0"/>
                </a:lnTo>
                <a:close/>
              </a:path>
            </a:pathLst>
          </a:custGeom>
          <a:solidFill>
            <a:schemeClr val="accent1"/>
          </a:solidFill>
          <a:ln>
            <a:noFill/>
          </a:ln>
        </p:spPr>
        <p:txBody>
          <a:bodyPr vert="horz" wrap="square" lIns="91434" tIns="45717" rIns="91434" bIns="45717" numCol="1" anchor="t" anchorCtr="0" compatLnSpc="1"/>
          <a:lstStyle/>
          <a:p>
            <a:endParaRPr lang="zh-CN" altLang="en-US"/>
          </a:p>
        </p:txBody>
      </p:sp>
      <p:sp>
        <p:nvSpPr>
          <p:cNvPr id="10" name="Freeform 7"/>
          <p:cNvSpPr/>
          <p:nvPr userDrawn="1"/>
        </p:nvSpPr>
        <p:spPr bwMode="auto">
          <a:xfrm>
            <a:off x="11320057" y="73173"/>
            <a:ext cx="812871" cy="486467"/>
          </a:xfrm>
          <a:custGeom>
            <a:avLst/>
            <a:gdLst>
              <a:gd name="T0" fmla="*/ 0 w 1060"/>
              <a:gd name="T1" fmla="*/ 0 h 617"/>
              <a:gd name="T2" fmla="*/ 1060 w 1060"/>
              <a:gd name="T3" fmla="*/ 0 h 617"/>
              <a:gd name="T4" fmla="*/ 1060 w 1060"/>
              <a:gd name="T5" fmla="*/ 617 h 617"/>
              <a:gd name="T6" fmla="*/ 0 w 1060"/>
              <a:gd name="T7" fmla="*/ 617 h 617"/>
              <a:gd name="T8" fmla="*/ 172 w 1060"/>
              <a:gd name="T9" fmla="*/ 308 h 617"/>
              <a:gd name="T10" fmla="*/ 0 w 1060"/>
              <a:gd name="T11" fmla="*/ 0 h 617"/>
            </a:gdLst>
            <a:ahLst/>
            <a:cxnLst>
              <a:cxn ang="0">
                <a:pos x="T0" y="T1"/>
              </a:cxn>
              <a:cxn ang="0">
                <a:pos x="T2" y="T3"/>
              </a:cxn>
              <a:cxn ang="0">
                <a:pos x="T4" y="T5"/>
              </a:cxn>
              <a:cxn ang="0">
                <a:pos x="T6" y="T7"/>
              </a:cxn>
              <a:cxn ang="0">
                <a:pos x="T8" y="T9"/>
              </a:cxn>
              <a:cxn ang="0">
                <a:pos x="T10" y="T11"/>
              </a:cxn>
            </a:cxnLst>
            <a:rect l="0" t="0" r="r" b="b"/>
            <a:pathLst>
              <a:path w="1060" h="617">
                <a:moveTo>
                  <a:pt x="0" y="0"/>
                </a:moveTo>
                <a:lnTo>
                  <a:pt x="1060" y="0"/>
                </a:lnTo>
                <a:lnTo>
                  <a:pt x="1060" y="617"/>
                </a:lnTo>
                <a:lnTo>
                  <a:pt x="0" y="617"/>
                </a:lnTo>
                <a:lnTo>
                  <a:pt x="172" y="308"/>
                </a:lnTo>
                <a:lnTo>
                  <a:pt x="0" y="0"/>
                </a:lnTo>
                <a:close/>
              </a:path>
            </a:pathLst>
          </a:custGeom>
          <a:solidFill>
            <a:schemeClr val="accent1"/>
          </a:solidFill>
          <a:ln>
            <a:noFill/>
          </a:ln>
        </p:spPr>
        <p:txBody>
          <a:bodyPr vert="horz" wrap="square" lIns="91434" tIns="45717" rIns="91434" bIns="45717" numCol="1" anchor="t" anchorCtr="0" compatLnSpc="1"/>
          <a:lstStyle/>
          <a:p>
            <a:endParaRPr lang="zh-CN" altLang="en-US"/>
          </a:p>
        </p:txBody>
      </p:sp>
      <p:sp>
        <p:nvSpPr>
          <p:cNvPr id="15" name="TextBox 14"/>
          <p:cNvSpPr txBox="1"/>
          <p:nvPr userDrawn="1"/>
        </p:nvSpPr>
        <p:spPr>
          <a:xfrm>
            <a:off x="11537052" y="116633"/>
            <a:ext cx="474797" cy="353937"/>
          </a:xfrm>
          <a:prstGeom prst="rect">
            <a:avLst/>
          </a:prstGeom>
          <a:noFill/>
        </p:spPr>
        <p:txBody>
          <a:bodyPr wrap="none" lIns="91434" tIns="45717" rIns="91434" bIns="45717" rtlCol="0">
            <a:spAutoFit/>
          </a:bodyPr>
          <a:lstStyle/>
          <a:p>
            <a:pPr algn="ctr"/>
            <a:fld id="{B879B013-EF15-44F9-9A4C-93BE492C244C}" type="slidenum">
              <a:rPr lang="zh-CN" altLang="en-US" sz="1700" smtClean="0">
                <a:solidFill>
                  <a:schemeClr val="accent2"/>
                </a:solidFill>
                <a:latin typeface="+mn-ea"/>
                <a:ea typeface="+mn-ea"/>
              </a:rPr>
            </a:fld>
            <a:endParaRPr lang="zh-CN" altLang="en-US" sz="1700" dirty="0">
              <a:solidFill>
                <a:schemeClr val="accent2"/>
              </a:solidFill>
              <a:latin typeface="+mn-ea"/>
              <a:ea typeface="+mn-ea"/>
            </a:endParaRPr>
          </a:p>
        </p:txBody>
      </p:sp>
    </p:spTree>
  </p:cSld>
  <p:clrMapOvr>
    <a:masterClrMapping/>
  </p:clrMapOvr>
  <mc:AlternateContent xmlns:mc="http://schemas.openxmlformats.org/markup-compatibility/2006">
    <mc:Choice xmlns:p14="http://schemas.microsoft.com/office/powerpoint/2010/main" Requires="p14">
      <p:transition p14:dur="10" advTm="9437"/>
    </mc:Choice>
    <mc:Fallback>
      <p:transition advTm="9437"/>
    </mc:Fallback>
  </mc:AlternateContent>
  <mc:AlternateContent xmlns:mc="http://schemas.openxmlformats.org/markup-compatibility/2006">
    <mc:Choice xmlns:p14="http://schemas.microsoft.com/office/powerpoint/2010/main"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afterEffect" p14:presetBounceEnd="33000">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14:bounceEnd="33000">
                                          <p:cBhvr additive="base">
                                            <p:cTn id="7" dur="300" fill="hold"/>
                                            <p:tgtEl>
                                              <p:spTgt spid="8"/>
                                            </p:tgtEl>
                                            <p:attrNameLst>
                                              <p:attrName>ppt_x</p:attrName>
                                            </p:attrNameLst>
                                          </p:cBhvr>
                                          <p:tavLst>
                                            <p:tav tm="0">
                                              <p:val>
                                                <p:strVal val="0-#ppt_w/2"/>
                                              </p:val>
                                            </p:tav>
                                            <p:tav tm="100000">
                                              <p:val>
                                                <p:strVal val="#ppt_x"/>
                                              </p:val>
                                            </p:tav>
                                          </p:tavLst>
                                        </p:anim>
                                        <p:anim calcmode="lin" valueType="num" p14:bounceEnd="33000">
                                          <p:cBhvr additive="base">
                                            <p:cTn id="8" dur="300" fill="hold"/>
                                            <p:tgtEl>
                                              <p:spTgt spid="8"/>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22" presetClass="entr" presetSubtype="8" fill="hold" grpId="0" nodeType="after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wipe(left)">
                                          <p:cBhvr>
                                            <p:cTn id="12" dur="300"/>
                                            <p:tgtEl>
                                              <p:spTgt spid="9"/>
                                            </p:tgtEl>
                                          </p:cBhvr>
                                        </p:animEffect>
                                      </p:childTnLst>
                                    </p:cTn>
                                  </p:par>
                                </p:childTnLst>
                              </p:cTn>
                            </p:par>
                            <p:par>
                              <p:cTn id="13" fill="hold">
                                <p:stCondLst>
                                  <p:cond delay="1000"/>
                                </p:stCondLst>
                                <p:childTnLst>
                                  <p:par>
                                    <p:cTn id="14" presetID="2" presetClass="entr" presetSubtype="2" fill="hold" grpId="0" nodeType="afterEffect" p14:presetBounceEnd="33000">
                                      <p:stCondLst>
                                        <p:cond delay="0"/>
                                      </p:stCondLst>
                                      <p:childTnLst>
                                        <p:set>
                                          <p:cBhvr>
                                            <p:cTn id="15" dur="1" fill="hold">
                                              <p:stCondLst>
                                                <p:cond delay="0"/>
                                              </p:stCondLst>
                                            </p:cTn>
                                            <p:tgtEl>
                                              <p:spTgt spid="10"/>
                                            </p:tgtEl>
                                            <p:attrNameLst>
                                              <p:attrName>style.visibility</p:attrName>
                                            </p:attrNameLst>
                                          </p:cBhvr>
                                          <p:to>
                                            <p:strVal val="visible"/>
                                          </p:to>
                                        </p:set>
                                        <p:anim calcmode="lin" valueType="num" p14:bounceEnd="33000">
                                          <p:cBhvr additive="base">
                                            <p:cTn id="16" dur="300" fill="hold"/>
                                            <p:tgtEl>
                                              <p:spTgt spid="10"/>
                                            </p:tgtEl>
                                            <p:attrNameLst>
                                              <p:attrName>ppt_x</p:attrName>
                                            </p:attrNameLst>
                                          </p:cBhvr>
                                          <p:tavLst>
                                            <p:tav tm="0">
                                              <p:val>
                                                <p:strVal val="1+#ppt_w/2"/>
                                              </p:val>
                                            </p:tav>
                                            <p:tav tm="100000">
                                              <p:val>
                                                <p:strVal val="#ppt_x"/>
                                              </p:val>
                                            </p:tav>
                                          </p:tavLst>
                                        </p:anim>
                                        <p:anim calcmode="lin" valueType="num" p14:bounceEnd="33000">
                                          <p:cBhvr additive="base">
                                            <p:cTn id="17" dur="300" fill="hold"/>
                                            <p:tgtEl>
                                              <p:spTgt spid="10"/>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P spid="10" grpId="0" animBg="1"/>
        </p:bldLst>
      </p:timing>
    </mc:Choice>
    <mc:Fallback>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after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300" fill="hold"/>
                                            <p:tgtEl>
                                              <p:spTgt spid="8"/>
                                            </p:tgtEl>
                                            <p:attrNameLst>
                                              <p:attrName>ppt_x</p:attrName>
                                            </p:attrNameLst>
                                          </p:cBhvr>
                                          <p:tavLst>
                                            <p:tav tm="0">
                                              <p:val>
                                                <p:strVal val="0-#ppt_w/2"/>
                                              </p:val>
                                            </p:tav>
                                            <p:tav tm="100000">
                                              <p:val>
                                                <p:strVal val="#ppt_x"/>
                                              </p:val>
                                            </p:tav>
                                          </p:tavLst>
                                        </p:anim>
                                        <p:anim calcmode="lin" valueType="num">
                                          <p:cBhvr additive="base">
                                            <p:cTn id="8" dur="300" fill="hold"/>
                                            <p:tgtEl>
                                              <p:spTgt spid="8"/>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22" presetClass="entr" presetSubtype="8" fill="hold" grpId="0" nodeType="after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wipe(left)">
                                          <p:cBhvr>
                                            <p:cTn id="12" dur="300"/>
                                            <p:tgtEl>
                                              <p:spTgt spid="9"/>
                                            </p:tgtEl>
                                          </p:cBhvr>
                                        </p:animEffect>
                                      </p:childTnLst>
                                    </p:cTn>
                                  </p:par>
                                </p:childTnLst>
                              </p:cTn>
                            </p:par>
                            <p:par>
                              <p:cTn id="13" fill="hold">
                                <p:stCondLst>
                                  <p:cond delay="1000"/>
                                </p:stCondLst>
                                <p:childTnLst>
                                  <p:par>
                                    <p:cTn id="14" presetID="2" presetClass="entr" presetSubtype="2" fill="hold" grpId="0" nodeType="afterEffect">
                                      <p:stCondLst>
                                        <p:cond delay="0"/>
                                      </p:stCondLst>
                                      <p:childTnLst>
                                        <p:set>
                                          <p:cBhvr>
                                            <p:cTn id="15" dur="1" fill="hold">
                                              <p:stCondLst>
                                                <p:cond delay="0"/>
                                              </p:stCondLst>
                                            </p:cTn>
                                            <p:tgtEl>
                                              <p:spTgt spid="10"/>
                                            </p:tgtEl>
                                            <p:attrNameLst>
                                              <p:attrName>style.visibility</p:attrName>
                                            </p:attrNameLst>
                                          </p:cBhvr>
                                          <p:to>
                                            <p:strVal val="visible"/>
                                          </p:to>
                                        </p:set>
                                        <p:anim calcmode="lin" valueType="num">
                                          <p:cBhvr additive="base">
                                            <p:cTn id="16" dur="300" fill="hold"/>
                                            <p:tgtEl>
                                              <p:spTgt spid="10"/>
                                            </p:tgtEl>
                                            <p:attrNameLst>
                                              <p:attrName>ppt_x</p:attrName>
                                            </p:attrNameLst>
                                          </p:cBhvr>
                                          <p:tavLst>
                                            <p:tav tm="0">
                                              <p:val>
                                                <p:strVal val="1+#ppt_w/2"/>
                                              </p:val>
                                            </p:tav>
                                            <p:tav tm="100000">
                                              <p:val>
                                                <p:strVal val="#ppt_x"/>
                                              </p:val>
                                            </p:tav>
                                          </p:tavLst>
                                        </p:anim>
                                        <p:anim calcmode="lin" valueType="num">
                                          <p:cBhvr additive="base">
                                            <p:cTn id="17" dur="300" fill="hold"/>
                                            <p:tgtEl>
                                              <p:spTgt spid="10"/>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P spid="10" grpId="0" animBg="1"/>
        </p:bldLst>
      </p:timing>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bg>
      <p:bgPr>
        <a:blipFill dpi="0" rotWithShape="1">
          <a:blip r:embed="rId2" cstate="print">
            <a:lum/>
          </a:blip>
          <a:srcRect/>
          <a:stretch>
            <a:fillRect/>
          </a:stretch>
        </a:blip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963614" y="4406901"/>
            <a:ext cx="10366375" cy="1362075"/>
          </a:xfrm>
        </p:spPr>
        <p:txBody>
          <a:bodyPr anchor="t"/>
          <a:lstStyle>
            <a:lvl1pPr algn="l">
              <a:defRPr sz="4000" b="1" cap="all">
                <a:solidFill>
                  <a:srgbClr val="F8F8F8"/>
                </a:solidFill>
              </a:defRPr>
            </a:lvl1pPr>
          </a:lstStyle>
          <a:p>
            <a:r>
              <a:rPr lang="zh-CN" altLang="en-US"/>
              <a:t>单击此处编辑母版标题样式</a:t>
            </a:r>
            <a:endParaRPr lang="zh-CN" altLang="en-US"/>
          </a:p>
        </p:txBody>
      </p:sp>
      <p:sp>
        <p:nvSpPr>
          <p:cNvPr id="3" name="文本占位符 2"/>
          <p:cNvSpPr>
            <a:spLocks noGrp="1"/>
          </p:cNvSpPr>
          <p:nvPr>
            <p:ph type="body" idx="1"/>
          </p:nvPr>
        </p:nvSpPr>
        <p:spPr>
          <a:xfrm>
            <a:off x="963614" y="2906713"/>
            <a:ext cx="10366375" cy="1500187"/>
          </a:xfrm>
        </p:spPr>
        <p:txBody>
          <a:bodyPr anchor="b"/>
          <a:lstStyle>
            <a:lvl1pPr marL="0" indent="0">
              <a:buNone/>
              <a:defRPr sz="2000">
                <a:solidFill>
                  <a:srgbClr val="F8F8F8"/>
                </a:solidFill>
              </a:defRPr>
            </a:lvl1pPr>
            <a:lvl2pPr marL="457200" indent="0">
              <a:buNone/>
              <a:defRPr sz="1700"/>
            </a:lvl2pPr>
            <a:lvl3pPr marL="914400" indent="0">
              <a:buNone/>
              <a:defRPr sz="1600"/>
            </a:lvl3pPr>
            <a:lvl4pPr marL="1371600" indent="0">
              <a:buNone/>
              <a:defRPr sz="1300"/>
            </a:lvl4pPr>
            <a:lvl5pPr marL="1828800" indent="0">
              <a:buNone/>
              <a:defRPr sz="1300"/>
            </a:lvl5pPr>
            <a:lvl6pPr marL="2286000" indent="0">
              <a:buNone/>
              <a:defRPr sz="1300"/>
            </a:lvl6pPr>
            <a:lvl7pPr marL="2743200" indent="0">
              <a:buNone/>
              <a:defRPr sz="1300"/>
            </a:lvl7pPr>
            <a:lvl8pPr marL="3200400" indent="0">
              <a:buNone/>
              <a:defRPr sz="1300"/>
            </a:lvl8pPr>
            <a:lvl9pPr marL="3657600" indent="0">
              <a:buNone/>
              <a:defRPr sz="1300"/>
            </a:lvl9pPr>
          </a:lstStyle>
          <a:p>
            <a:pPr lvl="0"/>
            <a:r>
              <a:rPr lang="zh-CN" altLang="en-US"/>
              <a:t>单击此处编辑母版文本样式</a:t>
            </a:r>
            <a:endParaRPr lang="zh-CN" altLang="en-US"/>
          </a:p>
        </p:txBody>
      </p:sp>
    </p:spTree>
  </p:cSld>
  <p:clrMapOvr>
    <a:masterClrMapping/>
  </p:clrMapOvr>
  <mc:AlternateContent xmlns:mc="http://schemas.openxmlformats.org/markup-compatibility/2006">
    <mc:Choice xmlns:p14="http://schemas.microsoft.com/office/powerpoint/2010/main" Requires="p14">
      <p:transition p14:dur="10" advTm="9437"/>
    </mc:Choice>
    <mc:Fallback>
      <p:transition advTm="9437"/>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609599" y="1600201"/>
            <a:ext cx="5411788" cy="4525963"/>
          </a:xfrm>
        </p:spPr>
        <p:txBody>
          <a:bodyPr/>
          <a:lstStyle>
            <a:lvl1pPr>
              <a:defRPr sz="2800"/>
            </a:lvl1pPr>
            <a:lvl2pPr>
              <a:defRPr sz="2400"/>
            </a:lvl2pPr>
            <a:lvl3pPr>
              <a:defRPr sz="2000"/>
            </a:lvl3pPr>
            <a:lvl4pPr>
              <a:defRPr sz="1700"/>
            </a:lvl4pPr>
            <a:lvl5pPr>
              <a:defRPr sz="1700"/>
            </a:lvl5pPr>
            <a:lvl6pPr>
              <a:defRPr sz="1700"/>
            </a:lvl6pPr>
            <a:lvl7pPr>
              <a:defRPr sz="1700"/>
            </a:lvl7pPr>
            <a:lvl8pPr>
              <a:defRPr sz="1700"/>
            </a:lvl8pPr>
            <a:lvl9pPr>
              <a:defRPr sz="17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p:nvPr>
        </p:nvSpPr>
        <p:spPr>
          <a:xfrm>
            <a:off x="6173788" y="1600201"/>
            <a:ext cx="5413375" cy="4525963"/>
          </a:xfrm>
        </p:spPr>
        <p:txBody>
          <a:bodyPr/>
          <a:lstStyle>
            <a:lvl1pPr>
              <a:defRPr sz="2800"/>
            </a:lvl1pPr>
            <a:lvl2pPr>
              <a:defRPr sz="2400"/>
            </a:lvl2pPr>
            <a:lvl3pPr>
              <a:defRPr sz="2000"/>
            </a:lvl3pPr>
            <a:lvl4pPr>
              <a:defRPr sz="1700"/>
            </a:lvl4pPr>
            <a:lvl5pPr>
              <a:defRPr sz="1700"/>
            </a:lvl5pPr>
            <a:lvl6pPr>
              <a:defRPr sz="1700"/>
            </a:lvl6pPr>
            <a:lvl7pPr>
              <a:defRPr sz="1700"/>
            </a:lvl7pPr>
            <a:lvl8pPr>
              <a:defRPr sz="1700"/>
            </a:lvl8pPr>
            <a:lvl9pPr>
              <a:defRPr sz="17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pic>
        <p:nvPicPr>
          <p:cNvPr id="5" name="图片 13" descr="泰迪logo无底色.png"/>
          <p:cNvPicPr>
            <a:picLocks noChangeAspect="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601940" y="6309320"/>
            <a:ext cx="918092" cy="2425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mc:AlternateContent xmlns:mc="http://schemas.openxmlformats.org/markup-compatibility/2006">
    <mc:Choice xmlns:p14="http://schemas.microsoft.com/office/powerpoint/2010/main" Requires="p14">
      <p:transition p14:dur="10" advTm="9437"/>
    </mc:Choice>
    <mc:Fallback>
      <p:transition advTm="9437"/>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09601" y="274637"/>
            <a:ext cx="10977563" cy="1143000"/>
          </a:xfrm>
        </p:spPr>
        <p:txBody>
          <a:bodyPr/>
          <a:lstStyle>
            <a:lvl1pPr>
              <a:defRPr/>
            </a:lvl1pPr>
          </a:lstStyle>
          <a:p>
            <a:r>
              <a:rPr lang="zh-CN" altLang="en-US"/>
              <a:t>单击此处编辑母版标题样式</a:t>
            </a:r>
            <a:endParaRPr lang="zh-CN" altLang="en-US"/>
          </a:p>
        </p:txBody>
      </p:sp>
      <p:sp>
        <p:nvSpPr>
          <p:cNvPr id="3" name="文本占位符 2"/>
          <p:cNvSpPr>
            <a:spLocks noGrp="1"/>
          </p:cNvSpPr>
          <p:nvPr>
            <p:ph type="body" idx="1"/>
          </p:nvPr>
        </p:nvSpPr>
        <p:spPr>
          <a:xfrm>
            <a:off x="609601" y="1535113"/>
            <a:ext cx="5389563" cy="639763"/>
          </a:xfrm>
        </p:spPr>
        <p:txBody>
          <a:bodyPr anchor="b"/>
          <a:lstStyle>
            <a:lvl1pPr marL="0" indent="0">
              <a:buNone/>
              <a:defRPr sz="2400" b="1"/>
            </a:lvl1pPr>
            <a:lvl2pPr marL="457200" indent="0">
              <a:buNone/>
              <a:defRPr sz="2000" b="1"/>
            </a:lvl2pPr>
            <a:lvl3pPr marL="914400" indent="0">
              <a:buNone/>
              <a:defRPr sz="17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609601" y="2174875"/>
            <a:ext cx="5389563" cy="3951288"/>
          </a:xfrm>
        </p:spPr>
        <p:txBody>
          <a:bodyPr/>
          <a:lstStyle>
            <a:lvl1pPr>
              <a:defRPr sz="2400"/>
            </a:lvl1pPr>
            <a:lvl2pPr>
              <a:defRPr sz="2000"/>
            </a:lvl2pPr>
            <a:lvl3pPr>
              <a:defRPr sz="17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p:nvPr>
        </p:nvSpPr>
        <p:spPr>
          <a:xfrm>
            <a:off x="6196013" y="1535113"/>
            <a:ext cx="5391151" cy="639763"/>
          </a:xfrm>
        </p:spPr>
        <p:txBody>
          <a:bodyPr anchor="b"/>
          <a:lstStyle>
            <a:lvl1pPr marL="0" indent="0">
              <a:buNone/>
              <a:defRPr sz="2400" b="1"/>
            </a:lvl1pPr>
            <a:lvl2pPr marL="457200" indent="0">
              <a:buNone/>
              <a:defRPr sz="2000" b="1"/>
            </a:lvl2pPr>
            <a:lvl3pPr marL="914400" indent="0">
              <a:buNone/>
              <a:defRPr sz="17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6196013" y="2174875"/>
            <a:ext cx="5391151" cy="3951288"/>
          </a:xfrm>
        </p:spPr>
        <p:txBody>
          <a:bodyPr/>
          <a:lstStyle>
            <a:lvl1pPr>
              <a:defRPr sz="2400"/>
            </a:lvl1pPr>
            <a:lvl2pPr>
              <a:defRPr sz="2000"/>
            </a:lvl2pPr>
            <a:lvl3pPr>
              <a:defRPr sz="17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Tree>
  </p:cSld>
  <p:clrMapOvr>
    <a:masterClrMapping/>
  </p:clrMapOvr>
  <mc:AlternateContent xmlns:mc="http://schemas.openxmlformats.org/markup-compatibility/2006">
    <mc:Choice xmlns:p14="http://schemas.microsoft.com/office/powerpoint/2010/main" Requires="p14">
      <p:transition p14:dur="10" advTm="9437"/>
    </mc:Choice>
    <mc:Fallback>
      <p:transition advTm="9437"/>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Tree>
  </p:cSld>
  <p:clrMapOvr>
    <a:masterClrMapping/>
  </p:clrMapOvr>
  <mc:AlternateContent xmlns:mc="http://schemas.openxmlformats.org/markup-compatibility/2006">
    <mc:Choice xmlns:p14="http://schemas.microsoft.com/office/powerpoint/2010/main" Requires="p14">
      <p:transition p14:dur="10" advTm="9437"/>
    </mc:Choice>
    <mc:Fallback>
      <p:transition advTm="9437"/>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p14="http://schemas.microsoft.com/office/powerpoint/2010/main" Requires="p14">
      <p:transition p14:dur="10" advTm="9437"/>
    </mc:Choice>
    <mc:Fallback>
      <p:transition advTm="9437"/>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09600" y="273049"/>
            <a:ext cx="4013201" cy="1162051"/>
          </a:xfrm>
        </p:spPr>
        <p:txBody>
          <a:bodyPr anchor="b"/>
          <a:lstStyle>
            <a:lvl1pPr algn="l">
              <a:defRPr sz="2000" b="1"/>
            </a:lvl1pPr>
          </a:lstStyle>
          <a:p>
            <a:r>
              <a:rPr lang="zh-CN" altLang="en-US"/>
              <a:t>单击此处编辑母版标题样式</a:t>
            </a:r>
            <a:endParaRPr lang="zh-CN" altLang="en-US"/>
          </a:p>
        </p:txBody>
      </p:sp>
      <p:sp>
        <p:nvSpPr>
          <p:cNvPr id="3" name="内容占位符 2"/>
          <p:cNvSpPr>
            <a:spLocks noGrp="1"/>
          </p:cNvSpPr>
          <p:nvPr>
            <p:ph idx="1"/>
          </p:nvPr>
        </p:nvSpPr>
        <p:spPr>
          <a:xfrm>
            <a:off x="4768850" y="273052"/>
            <a:ext cx="6818313"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文本占位符 3"/>
          <p:cNvSpPr>
            <a:spLocks noGrp="1"/>
          </p:cNvSpPr>
          <p:nvPr>
            <p:ph type="body" sz="half" idx="2"/>
          </p:nvPr>
        </p:nvSpPr>
        <p:spPr>
          <a:xfrm>
            <a:off x="609600" y="1435102"/>
            <a:ext cx="4013201" cy="4691063"/>
          </a:xfrm>
        </p:spPr>
        <p:txBody>
          <a:bodyPr/>
          <a:lstStyle>
            <a:lvl1pPr marL="0" indent="0">
              <a:buNone/>
              <a:defRPr sz="1300"/>
            </a:lvl1pPr>
            <a:lvl2pPr marL="457200" indent="0">
              <a:buNone/>
              <a:defRPr sz="1200"/>
            </a:lvl2pPr>
            <a:lvl3pPr marL="914400" indent="0">
              <a:buNone/>
              <a:defRPr sz="9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Tree>
  </p:cSld>
  <p:clrMapOvr>
    <a:masterClrMapping/>
  </p:clrMapOvr>
  <mc:AlternateContent xmlns:mc="http://schemas.openxmlformats.org/markup-compatibility/2006">
    <mc:Choice xmlns:p14="http://schemas.microsoft.com/office/powerpoint/2010/main" Requires="p14">
      <p:transition p14:dur="10" advTm="9437"/>
    </mc:Choice>
    <mc:Fallback>
      <p:transition advTm="9437"/>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2390775" y="4800600"/>
            <a:ext cx="7318375" cy="566739"/>
          </a:xfrm>
        </p:spPr>
        <p:txBody>
          <a:bodyPr anchor="b"/>
          <a:lstStyle>
            <a:lvl1pPr algn="l">
              <a:defRPr sz="2000" b="1"/>
            </a:lvl1pPr>
          </a:lstStyle>
          <a:p>
            <a:r>
              <a:rPr lang="zh-CN" altLang="en-US"/>
              <a:t>单击此处编辑母版标题样式</a:t>
            </a:r>
            <a:endParaRPr lang="zh-CN" altLang="en-US"/>
          </a:p>
        </p:txBody>
      </p:sp>
      <p:sp>
        <p:nvSpPr>
          <p:cNvPr id="3" name="图片占位符 2"/>
          <p:cNvSpPr>
            <a:spLocks noGrp="1"/>
          </p:cNvSpPr>
          <p:nvPr>
            <p:ph type="pic" idx="1"/>
          </p:nvPr>
        </p:nvSpPr>
        <p:spPr>
          <a:xfrm>
            <a:off x="2390775" y="612775"/>
            <a:ext cx="7318375"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2390775" y="5367338"/>
            <a:ext cx="7318375" cy="804863"/>
          </a:xfrm>
        </p:spPr>
        <p:txBody>
          <a:bodyPr/>
          <a:lstStyle>
            <a:lvl1pPr marL="0" indent="0">
              <a:buNone/>
              <a:defRPr sz="1300"/>
            </a:lvl1pPr>
            <a:lvl2pPr marL="457200" indent="0">
              <a:buNone/>
              <a:defRPr sz="1200"/>
            </a:lvl2pPr>
            <a:lvl3pPr marL="914400" indent="0">
              <a:buNone/>
              <a:defRPr sz="9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Tree>
  </p:cSld>
  <p:clrMapOvr>
    <a:masterClrMapping/>
  </p:clrMapOvr>
  <mc:AlternateContent xmlns:mc="http://schemas.openxmlformats.org/markup-compatibility/2006">
    <mc:Choice xmlns:p14="http://schemas.microsoft.com/office/powerpoint/2010/main" Requires="p14">
      <p:transition p14:dur="10" advTm="9437"/>
    </mc:Choice>
    <mc:Fallback>
      <p:transition advTm="9437"/>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Tree>
  </p:cSld>
  <p:clrMapOvr>
    <a:masterClrMapping/>
  </p:clrMapOvr>
  <mc:AlternateContent xmlns:mc="http://schemas.openxmlformats.org/markup-compatibility/2006">
    <mc:Choice xmlns:p14="http://schemas.microsoft.com/office/powerpoint/2010/main" Requires="p14">
      <p:transition p14:dur="10" advTm="9437"/>
    </mc:Choice>
    <mc:Fallback>
      <p:transition advTm="9437"/>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843963" y="908052"/>
            <a:ext cx="2743201" cy="5218113"/>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609601" y="908052"/>
            <a:ext cx="8081963" cy="5218113"/>
          </a:xfrm>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Tree>
  </p:cSld>
  <p:clrMapOvr>
    <a:masterClrMapping/>
  </p:clrMapOvr>
  <mc:AlternateContent xmlns:mc="http://schemas.openxmlformats.org/markup-compatibility/2006">
    <mc:Choice xmlns:p14="http://schemas.microsoft.com/office/powerpoint/2010/main" Requires="p14">
      <p:transition p14:dur="10" advTm="9437"/>
    </mc:Choice>
    <mc:Fallback>
      <p:transition advTm="9437"/>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showMasterSp="0" userDrawn="1">
  <p:cSld name="1_标题幻灯片">
    <p:spTree>
      <p:nvGrpSpPr>
        <p:cNvPr id="1" name=""/>
        <p:cNvGrpSpPr/>
        <p:nvPr/>
      </p:nvGrpSpPr>
      <p:grpSpPr>
        <a:xfrm>
          <a:off x="0" y="0"/>
          <a:ext cx="0" cy="0"/>
          <a:chOff x="0" y="0"/>
          <a:chExt cx="0" cy="0"/>
        </a:xfrm>
      </p:grpSpPr>
      <p:pic>
        <p:nvPicPr>
          <p:cNvPr id="4" name="Picture 2" descr="PPECLOGO-eff-0-1"/>
          <p:cNvPicPr>
            <a:picLocks noChangeAspect="1" noChangeArrowheads="1"/>
          </p:cNvPicPr>
          <p:nvPr userDrawn="1"/>
        </p:nvPicPr>
        <p:blipFill>
          <a:blip r:embed="rId2" cstate="screen"/>
          <a:srcRect/>
          <a:stretch>
            <a:fillRect/>
          </a:stretch>
        </p:blipFill>
        <p:spPr bwMode="auto">
          <a:xfrm>
            <a:off x="4146915" y="2886610"/>
            <a:ext cx="1060349" cy="798789"/>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3" descr="PPECLOGO-eff-0-2"/>
          <p:cNvPicPr>
            <a:picLocks noChangeAspect="1" noChangeArrowheads="1"/>
          </p:cNvPicPr>
          <p:nvPr userDrawn="1"/>
        </p:nvPicPr>
        <p:blipFill>
          <a:blip r:embed="rId3" cstate="screen"/>
          <a:srcRect/>
          <a:stretch>
            <a:fillRect/>
          </a:stretch>
        </p:blipFill>
        <p:spPr bwMode="auto">
          <a:xfrm>
            <a:off x="8430462" y="2758265"/>
            <a:ext cx="1096814" cy="838939"/>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4" descr="PPECLOGO-eff-0-3"/>
          <p:cNvPicPr>
            <a:picLocks noChangeAspect="1" noChangeArrowheads="1"/>
          </p:cNvPicPr>
          <p:nvPr userDrawn="1"/>
        </p:nvPicPr>
        <p:blipFill>
          <a:blip r:embed="rId4" cstate="print"/>
          <a:srcRect/>
          <a:stretch>
            <a:fillRect/>
          </a:stretch>
        </p:blipFill>
        <p:spPr bwMode="auto">
          <a:xfrm>
            <a:off x="1040451" y="1447780"/>
            <a:ext cx="3013732" cy="2376211"/>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5" descr="PPECLOGO-eff-0-1"/>
          <p:cNvPicPr>
            <a:picLocks noChangeAspect="1" noChangeArrowheads="1"/>
          </p:cNvPicPr>
          <p:nvPr userDrawn="1"/>
        </p:nvPicPr>
        <p:blipFill>
          <a:blip r:embed="rId5" cstate="screen"/>
          <a:srcRect/>
          <a:stretch>
            <a:fillRect/>
          </a:stretch>
        </p:blipFill>
        <p:spPr bwMode="auto">
          <a:xfrm>
            <a:off x="4467437" y="3771071"/>
            <a:ext cx="524127" cy="395616"/>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6" descr="PPECLOGO-eff-0-1"/>
          <p:cNvPicPr>
            <a:picLocks noChangeAspect="1" noChangeArrowheads="1"/>
          </p:cNvPicPr>
          <p:nvPr userDrawn="1"/>
        </p:nvPicPr>
        <p:blipFill>
          <a:blip r:embed="rId6" cstate="screen"/>
          <a:srcRect/>
          <a:stretch>
            <a:fillRect/>
          </a:stretch>
        </p:blipFill>
        <p:spPr bwMode="auto">
          <a:xfrm>
            <a:off x="7376341" y="2904247"/>
            <a:ext cx="401158" cy="302381"/>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8" descr="PPECLOGO-eff-0-2"/>
          <p:cNvPicPr>
            <a:picLocks noChangeAspect="1" noChangeArrowheads="1"/>
          </p:cNvPicPr>
          <p:nvPr userDrawn="1"/>
        </p:nvPicPr>
        <p:blipFill>
          <a:blip r:embed="rId7" cstate="screen"/>
          <a:srcRect/>
          <a:stretch>
            <a:fillRect/>
          </a:stretch>
        </p:blipFill>
        <p:spPr bwMode="auto">
          <a:xfrm>
            <a:off x="5277818" y="2574150"/>
            <a:ext cx="981731" cy="750913"/>
          </a:xfrm>
          <a:prstGeom prst="rect">
            <a:avLst/>
          </a:prstGeom>
          <a:noFill/>
          <a:extLst>
            <a:ext uri="{909E8E84-426E-40DD-AFC4-6F175D3DCCD1}">
              <a14:hiddenFill xmlns:a14="http://schemas.microsoft.com/office/drawing/2010/main">
                <a:solidFill>
                  <a:srgbClr val="FFFFFF"/>
                </a:solidFill>
              </a14:hiddenFill>
            </a:ext>
          </a:extLst>
        </p:spPr>
      </p:pic>
      <p:pic>
        <p:nvPicPr>
          <p:cNvPr id="10" name="Picture 9" descr="PPECLOGO-eff-5-4"/>
          <p:cNvPicPr>
            <a:picLocks noChangeAspect="1" noChangeArrowheads="1"/>
          </p:cNvPicPr>
          <p:nvPr userDrawn="1"/>
        </p:nvPicPr>
        <p:blipFill>
          <a:blip r:embed="rId8" cstate="print"/>
          <a:srcRect/>
          <a:stretch>
            <a:fillRect/>
          </a:stretch>
        </p:blipFill>
        <p:spPr bwMode="auto">
          <a:xfrm>
            <a:off x="3261942" y="3206629"/>
            <a:ext cx="1477636" cy="1123849"/>
          </a:xfrm>
          <a:prstGeom prst="rect">
            <a:avLst/>
          </a:prstGeom>
          <a:noFill/>
          <a:extLst>
            <a:ext uri="{909E8E84-426E-40DD-AFC4-6F175D3DCCD1}">
              <a14:hiddenFill xmlns:a14="http://schemas.microsoft.com/office/drawing/2010/main">
                <a:solidFill>
                  <a:srgbClr val="FFFFFF"/>
                </a:solidFill>
              </a14:hiddenFill>
            </a:ext>
          </a:extLst>
        </p:spPr>
      </p:pic>
      <p:pic>
        <p:nvPicPr>
          <p:cNvPr id="11" name="Picture 10" descr="PPECLOGO-eff-5-2"/>
          <p:cNvPicPr>
            <a:picLocks noChangeAspect="1" noChangeArrowheads="1"/>
          </p:cNvPicPr>
          <p:nvPr userDrawn="1"/>
        </p:nvPicPr>
        <p:blipFill>
          <a:blip r:embed="rId9" cstate="print"/>
          <a:srcRect/>
          <a:stretch>
            <a:fillRect/>
          </a:stretch>
        </p:blipFill>
        <p:spPr bwMode="auto">
          <a:xfrm>
            <a:off x="5352404" y="3446015"/>
            <a:ext cx="1834444" cy="1436309"/>
          </a:xfrm>
          <a:prstGeom prst="rect">
            <a:avLst/>
          </a:prstGeom>
          <a:noFill/>
          <a:extLst>
            <a:ext uri="{909E8E84-426E-40DD-AFC4-6F175D3DCCD1}">
              <a14:hiddenFill xmlns:a14="http://schemas.microsoft.com/office/drawing/2010/main">
                <a:solidFill>
                  <a:srgbClr val="FFFFFF"/>
                </a:solidFill>
              </a14:hiddenFill>
            </a:ext>
          </a:extLst>
        </p:spPr>
      </p:pic>
      <p:pic>
        <p:nvPicPr>
          <p:cNvPr id="12" name="Picture 11" descr="PPECLOGO-eff-5-4"/>
          <p:cNvPicPr>
            <a:picLocks noChangeAspect="1" noChangeArrowheads="1"/>
          </p:cNvPicPr>
          <p:nvPr userDrawn="1"/>
        </p:nvPicPr>
        <p:blipFill>
          <a:blip r:embed="rId10" cstate="screen"/>
          <a:srcRect/>
          <a:stretch>
            <a:fillRect/>
          </a:stretch>
        </p:blipFill>
        <p:spPr bwMode="auto">
          <a:xfrm>
            <a:off x="9886102" y="2725339"/>
            <a:ext cx="1116793" cy="851707"/>
          </a:xfrm>
          <a:prstGeom prst="rect">
            <a:avLst/>
          </a:prstGeom>
          <a:noFill/>
          <a:extLst>
            <a:ext uri="{909E8E84-426E-40DD-AFC4-6F175D3DCCD1}">
              <a14:hiddenFill xmlns:a14="http://schemas.microsoft.com/office/drawing/2010/main">
                <a:solidFill>
                  <a:srgbClr val="FFFFFF"/>
                </a:solidFill>
              </a14:hiddenFill>
            </a:ext>
          </a:extLst>
        </p:spPr>
      </p:pic>
      <p:pic>
        <p:nvPicPr>
          <p:cNvPr id="13" name="Picture 12" descr="PPECLOGO-eff-0-1"/>
          <p:cNvPicPr>
            <a:picLocks noChangeAspect="1" noChangeArrowheads="1"/>
          </p:cNvPicPr>
          <p:nvPr userDrawn="1"/>
        </p:nvPicPr>
        <p:blipFill>
          <a:blip r:embed="rId11" cstate="screen"/>
          <a:srcRect/>
          <a:stretch>
            <a:fillRect/>
          </a:stretch>
        </p:blipFill>
        <p:spPr bwMode="auto">
          <a:xfrm>
            <a:off x="7942801" y="3624922"/>
            <a:ext cx="522112" cy="393095"/>
          </a:xfrm>
          <a:prstGeom prst="rect">
            <a:avLst/>
          </a:prstGeom>
          <a:noFill/>
          <a:extLst>
            <a:ext uri="{909E8E84-426E-40DD-AFC4-6F175D3DCCD1}">
              <a14:hiddenFill xmlns:a14="http://schemas.microsoft.com/office/drawing/2010/main">
                <a:solidFill>
                  <a:srgbClr val="FFFFFF"/>
                </a:solidFill>
              </a14:hiddenFill>
            </a:ext>
          </a:extLst>
        </p:spPr>
      </p:pic>
      <p:pic>
        <p:nvPicPr>
          <p:cNvPr id="14" name="Picture 13" descr="PPECLOGO-eff-0-1"/>
          <p:cNvPicPr>
            <a:picLocks noChangeAspect="1" noChangeArrowheads="1"/>
          </p:cNvPicPr>
          <p:nvPr userDrawn="1"/>
        </p:nvPicPr>
        <p:blipFill>
          <a:blip r:embed="rId11" cstate="screen"/>
          <a:srcRect/>
          <a:stretch>
            <a:fillRect/>
          </a:stretch>
        </p:blipFill>
        <p:spPr bwMode="auto">
          <a:xfrm>
            <a:off x="11254879" y="2365002"/>
            <a:ext cx="522111" cy="393095"/>
          </a:xfrm>
          <a:prstGeom prst="rect">
            <a:avLst/>
          </a:prstGeom>
          <a:noFill/>
          <a:extLst>
            <a:ext uri="{909E8E84-426E-40DD-AFC4-6F175D3DCCD1}">
              <a14:hiddenFill xmlns:a14="http://schemas.microsoft.com/office/drawing/2010/main">
                <a:solidFill>
                  <a:srgbClr val="FFFFFF"/>
                </a:solidFill>
              </a14:hiddenFill>
            </a:ext>
          </a:extLst>
        </p:spPr>
      </p:pic>
      <p:pic>
        <p:nvPicPr>
          <p:cNvPr id="15" name="Picture 14" descr="PPECLOGO-eff2-1-2"/>
          <p:cNvPicPr>
            <a:picLocks noChangeAspect="1" noChangeArrowheads="1"/>
          </p:cNvPicPr>
          <p:nvPr userDrawn="1"/>
        </p:nvPicPr>
        <p:blipFill>
          <a:blip r:embed="rId12" cstate="print"/>
          <a:srcRect/>
          <a:stretch>
            <a:fillRect/>
          </a:stretch>
        </p:blipFill>
        <p:spPr bwMode="auto">
          <a:xfrm>
            <a:off x="2054437" y="2795895"/>
            <a:ext cx="1697366" cy="1428749"/>
          </a:xfrm>
          <a:prstGeom prst="rect">
            <a:avLst/>
          </a:prstGeom>
          <a:noFill/>
          <a:extLst>
            <a:ext uri="{909E8E84-426E-40DD-AFC4-6F175D3DCCD1}">
              <a14:hiddenFill xmlns:a14="http://schemas.microsoft.com/office/drawing/2010/main">
                <a:solidFill>
                  <a:srgbClr val="FFFFFF"/>
                </a:solidFill>
              </a14:hiddenFill>
            </a:ext>
          </a:extLst>
        </p:spPr>
      </p:pic>
      <p:pic>
        <p:nvPicPr>
          <p:cNvPr id="16" name="Picture 15" descr="PPECLOGO-eff2-1-3"/>
          <p:cNvPicPr>
            <a:picLocks noChangeAspect="1" noChangeArrowheads="1"/>
          </p:cNvPicPr>
          <p:nvPr userDrawn="1"/>
        </p:nvPicPr>
        <p:blipFill>
          <a:blip r:embed="rId13" cstate="print"/>
          <a:srcRect/>
          <a:stretch>
            <a:fillRect/>
          </a:stretch>
        </p:blipFill>
        <p:spPr bwMode="auto">
          <a:xfrm>
            <a:off x="3983627" y="2785815"/>
            <a:ext cx="437445" cy="365376"/>
          </a:xfrm>
          <a:prstGeom prst="rect">
            <a:avLst/>
          </a:prstGeom>
          <a:noFill/>
          <a:extLst>
            <a:ext uri="{909E8E84-426E-40DD-AFC4-6F175D3DCCD1}">
              <a14:hiddenFill xmlns:a14="http://schemas.microsoft.com/office/drawing/2010/main">
                <a:solidFill>
                  <a:srgbClr val="FFFFFF"/>
                </a:solidFill>
              </a14:hiddenFill>
            </a:ext>
          </a:extLst>
        </p:spPr>
      </p:pic>
      <p:pic>
        <p:nvPicPr>
          <p:cNvPr id="17" name="Picture 16" descr="PPECLOGO-eff2-1-4"/>
          <p:cNvPicPr>
            <a:picLocks noChangeAspect="1" noChangeArrowheads="1"/>
          </p:cNvPicPr>
          <p:nvPr userDrawn="1"/>
        </p:nvPicPr>
        <p:blipFill>
          <a:blip r:embed="rId14" cstate="print"/>
          <a:srcRect/>
          <a:stretch>
            <a:fillRect/>
          </a:stretch>
        </p:blipFill>
        <p:spPr bwMode="auto">
          <a:xfrm>
            <a:off x="8519341" y="3325061"/>
            <a:ext cx="703540" cy="587123"/>
          </a:xfrm>
          <a:prstGeom prst="rect">
            <a:avLst/>
          </a:prstGeom>
          <a:noFill/>
          <a:extLst>
            <a:ext uri="{909E8E84-426E-40DD-AFC4-6F175D3DCCD1}">
              <a14:hiddenFill xmlns:a14="http://schemas.microsoft.com/office/drawing/2010/main">
                <a:solidFill>
                  <a:srgbClr val="FFFFFF"/>
                </a:solidFill>
              </a14:hiddenFill>
            </a:ext>
          </a:extLst>
        </p:spPr>
      </p:pic>
      <p:pic>
        <p:nvPicPr>
          <p:cNvPr id="18" name="Picture 17" descr="PPECLOGO-eff2-1-3"/>
          <p:cNvPicPr>
            <a:picLocks noChangeAspect="1" noChangeArrowheads="1"/>
          </p:cNvPicPr>
          <p:nvPr userDrawn="1"/>
        </p:nvPicPr>
        <p:blipFill>
          <a:blip r:embed="rId13" cstate="print"/>
          <a:srcRect/>
          <a:stretch>
            <a:fillRect/>
          </a:stretch>
        </p:blipFill>
        <p:spPr bwMode="auto">
          <a:xfrm>
            <a:off x="9239009" y="2909286"/>
            <a:ext cx="360841" cy="302381"/>
          </a:xfrm>
          <a:prstGeom prst="rect">
            <a:avLst/>
          </a:prstGeom>
          <a:noFill/>
          <a:extLst>
            <a:ext uri="{909E8E84-426E-40DD-AFC4-6F175D3DCCD1}">
              <a14:hiddenFill xmlns:a14="http://schemas.microsoft.com/office/drawing/2010/main">
                <a:solidFill>
                  <a:srgbClr val="FFFFFF"/>
                </a:solidFill>
              </a14:hiddenFill>
            </a:ext>
          </a:extLst>
        </p:spPr>
      </p:pic>
      <p:pic>
        <p:nvPicPr>
          <p:cNvPr id="19" name="Picture 18" descr="PPECLOGO-eff2-1-3"/>
          <p:cNvPicPr>
            <a:picLocks noChangeAspect="1" noChangeArrowheads="1"/>
          </p:cNvPicPr>
          <p:nvPr userDrawn="1"/>
        </p:nvPicPr>
        <p:blipFill>
          <a:blip r:embed="rId13" cstate="print"/>
          <a:srcRect/>
          <a:stretch>
            <a:fillRect/>
          </a:stretch>
        </p:blipFill>
        <p:spPr bwMode="auto">
          <a:xfrm>
            <a:off x="9744990" y="3446014"/>
            <a:ext cx="282222" cy="236865"/>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mc:AlternateContent xmlns:mc="http://schemas.openxmlformats.org/markup-compatibility/2006">
    <mc:Choice xmlns:p14="http://schemas.microsoft.com/office/powerpoint/2010/main" Requires="p14">
      <p:transition p14:dur="10" advTm="9437"/>
    </mc:Choice>
    <mc:Fallback>
      <p:transition advTm="9437"/>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500"/>
                                        <p:tgtEl>
                                          <p:spTgt spid="10"/>
                                        </p:tgtEl>
                                      </p:cBhvr>
                                    </p:animEffect>
                                  </p:childTnLst>
                                </p:cTn>
                              </p:par>
                              <p:par>
                                <p:cTn id="8" presetID="10" presetClass="entr" presetSubtype="0" fill="hold" nodeType="withEffect">
                                  <p:stCondLst>
                                    <p:cond delay="0"/>
                                  </p:stCondLst>
                                  <p:childTnLst>
                                    <p:set>
                                      <p:cBhvr>
                                        <p:cTn id="9" dur="1" fill="hold">
                                          <p:stCondLst>
                                            <p:cond delay="0"/>
                                          </p:stCondLst>
                                        </p:cTn>
                                        <p:tgtEl>
                                          <p:spTgt spid="7"/>
                                        </p:tgtEl>
                                        <p:attrNameLst>
                                          <p:attrName>style.visibility</p:attrName>
                                        </p:attrNameLst>
                                      </p:cBhvr>
                                      <p:to>
                                        <p:strVal val="visible"/>
                                      </p:to>
                                    </p:set>
                                    <p:animEffect transition="in" filter="fade">
                                      <p:cBhvr>
                                        <p:cTn id="10" dur="500"/>
                                        <p:tgtEl>
                                          <p:spTgt spid="7"/>
                                        </p:tgtEl>
                                      </p:cBhvr>
                                    </p:animEffect>
                                  </p:childTnLst>
                                </p:cTn>
                              </p:par>
                              <p:par>
                                <p:cTn id="11" presetID="10" presetClass="entr" presetSubtype="0" fill="hold" nodeType="with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fade">
                                      <p:cBhvr>
                                        <p:cTn id="13" dur="500"/>
                                        <p:tgtEl>
                                          <p:spTgt spid="6"/>
                                        </p:tgtEl>
                                      </p:cBhvr>
                                    </p:animEffect>
                                  </p:childTnLst>
                                </p:cTn>
                              </p:par>
                              <p:par>
                                <p:cTn id="14" presetID="10" presetClass="entr" presetSubtype="0" fill="hold" nodeType="withEffect">
                                  <p:stCondLst>
                                    <p:cond delay="0"/>
                                  </p:stCondLst>
                                  <p:childTnLst>
                                    <p:set>
                                      <p:cBhvr>
                                        <p:cTn id="15" dur="1" fill="hold">
                                          <p:stCondLst>
                                            <p:cond delay="0"/>
                                          </p:stCondLst>
                                        </p:cTn>
                                        <p:tgtEl>
                                          <p:spTgt spid="4"/>
                                        </p:tgtEl>
                                        <p:attrNameLst>
                                          <p:attrName>style.visibility</p:attrName>
                                        </p:attrNameLst>
                                      </p:cBhvr>
                                      <p:to>
                                        <p:strVal val="visible"/>
                                      </p:to>
                                    </p:set>
                                    <p:animEffect transition="in" filter="fade">
                                      <p:cBhvr>
                                        <p:cTn id="16" dur="500"/>
                                        <p:tgtEl>
                                          <p:spTgt spid="4"/>
                                        </p:tgtEl>
                                      </p:cBhvr>
                                    </p:animEffect>
                                  </p:childTnLst>
                                </p:cTn>
                              </p:par>
                              <p:par>
                                <p:cTn id="17" presetID="10" presetClass="entr" presetSubtype="0" fill="hold" nodeType="withEffect">
                                  <p:stCondLst>
                                    <p:cond delay="0"/>
                                  </p:stCondLst>
                                  <p:childTnLst>
                                    <p:set>
                                      <p:cBhvr>
                                        <p:cTn id="18" dur="1" fill="hold">
                                          <p:stCondLst>
                                            <p:cond delay="0"/>
                                          </p:stCondLst>
                                        </p:cTn>
                                        <p:tgtEl>
                                          <p:spTgt spid="9"/>
                                        </p:tgtEl>
                                        <p:attrNameLst>
                                          <p:attrName>style.visibility</p:attrName>
                                        </p:attrNameLst>
                                      </p:cBhvr>
                                      <p:to>
                                        <p:strVal val="visible"/>
                                      </p:to>
                                    </p:set>
                                    <p:animEffect transition="in" filter="fade">
                                      <p:cBhvr>
                                        <p:cTn id="19" dur="500"/>
                                        <p:tgtEl>
                                          <p:spTgt spid="9"/>
                                        </p:tgtEl>
                                      </p:cBhvr>
                                    </p:animEffect>
                                  </p:childTnLst>
                                </p:cTn>
                              </p:par>
                              <p:par>
                                <p:cTn id="20" presetID="10" presetClass="entr" presetSubtype="0" fill="hold" nodeType="with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fade">
                                      <p:cBhvr>
                                        <p:cTn id="22" dur="500"/>
                                        <p:tgtEl>
                                          <p:spTgt spid="11"/>
                                        </p:tgtEl>
                                      </p:cBhvr>
                                    </p:animEffect>
                                  </p:childTnLst>
                                </p:cTn>
                              </p:par>
                              <p:par>
                                <p:cTn id="23" presetID="10" presetClass="entr" presetSubtype="0" fill="hold" nodeType="withEffect">
                                  <p:stCondLst>
                                    <p:cond delay="0"/>
                                  </p:stCondLst>
                                  <p:childTnLst>
                                    <p:set>
                                      <p:cBhvr>
                                        <p:cTn id="24" dur="1" fill="hold">
                                          <p:stCondLst>
                                            <p:cond delay="0"/>
                                          </p:stCondLst>
                                        </p:cTn>
                                        <p:tgtEl>
                                          <p:spTgt spid="13"/>
                                        </p:tgtEl>
                                        <p:attrNameLst>
                                          <p:attrName>style.visibility</p:attrName>
                                        </p:attrNameLst>
                                      </p:cBhvr>
                                      <p:to>
                                        <p:strVal val="visible"/>
                                      </p:to>
                                    </p:set>
                                    <p:animEffect transition="in" filter="fade">
                                      <p:cBhvr>
                                        <p:cTn id="25" dur="500"/>
                                        <p:tgtEl>
                                          <p:spTgt spid="13"/>
                                        </p:tgtEl>
                                      </p:cBhvr>
                                    </p:animEffect>
                                  </p:childTnLst>
                                </p:cTn>
                              </p:par>
                              <p:par>
                                <p:cTn id="26" presetID="10" presetClass="entr" presetSubtype="0" fill="hold" nodeType="withEffect">
                                  <p:stCondLst>
                                    <p:cond delay="0"/>
                                  </p:stCondLst>
                                  <p:childTnLst>
                                    <p:set>
                                      <p:cBhvr>
                                        <p:cTn id="27" dur="1" fill="hold">
                                          <p:stCondLst>
                                            <p:cond delay="0"/>
                                          </p:stCondLst>
                                        </p:cTn>
                                        <p:tgtEl>
                                          <p:spTgt spid="5"/>
                                        </p:tgtEl>
                                        <p:attrNameLst>
                                          <p:attrName>style.visibility</p:attrName>
                                        </p:attrNameLst>
                                      </p:cBhvr>
                                      <p:to>
                                        <p:strVal val="visible"/>
                                      </p:to>
                                    </p:set>
                                    <p:animEffect transition="in" filter="fade">
                                      <p:cBhvr>
                                        <p:cTn id="28" dur="500"/>
                                        <p:tgtEl>
                                          <p:spTgt spid="5"/>
                                        </p:tgtEl>
                                      </p:cBhvr>
                                    </p:animEffect>
                                  </p:childTnLst>
                                </p:cTn>
                              </p:par>
                              <p:par>
                                <p:cTn id="29" presetID="10" presetClass="entr" presetSubtype="0" fill="hold" nodeType="withEffect">
                                  <p:stCondLst>
                                    <p:cond delay="0"/>
                                  </p:stCondLst>
                                  <p:childTnLst>
                                    <p:set>
                                      <p:cBhvr>
                                        <p:cTn id="30" dur="1" fill="hold">
                                          <p:stCondLst>
                                            <p:cond delay="0"/>
                                          </p:stCondLst>
                                        </p:cTn>
                                        <p:tgtEl>
                                          <p:spTgt spid="12"/>
                                        </p:tgtEl>
                                        <p:attrNameLst>
                                          <p:attrName>style.visibility</p:attrName>
                                        </p:attrNameLst>
                                      </p:cBhvr>
                                      <p:to>
                                        <p:strVal val="visible"/>
                                      </p:to>
                                    </p:set>
                                    <p:animEffect transition="in" filter="fade">
                                      <p:cBhvr>
                                        <p:cTn id="31" dur="500"/>
                                        <p:tgtEl>
                                          <p:spTgt spid="12"/>
                                        </p:tgtEl>
                                      </p:cBhvr>
                                    </p:animEffect>
                                  </p:childTnLst>
                                </p:cTn>
                              </p:par>
                              <p:par>
                                <p:cTn id="32" presetID="10" presetClass="entr" presetSubtype="0" fill="hold" nodeType="withEffect">
                                  <p:stCondLst>
                                    <p:cond delay="0"/>
                                  </p:stCondLst>
                                  <p:childTnLst>
                                    <p:set>
                                      <p:cBhvr>
                                        <p:cTn id="33" dur="1" fill="hold">
                                          <p:stCondLst>
                                            <p:cond delay="0"/>
                                          </p:stCondLst>
                                        </p:cTn>
                                        <p:tgtEl>
                                          <p:spTgt spid="8"/>
                                        </p:tgtEl>
                                        <p:attrNameLst>
                                          <p:attrName>style.visibility</p:attrName>
                                        </p:attrNameLst>
                                      </p:cBhvr>
                                      <p:to>
                                        <p:strVal val="visible"/>
                                      </p:to>
                                    </p:set>
                                    <p:animEffect transition="in" filter="fade">
                                      <p:cBhvr>
                                        <p:cTn id="34" dur="500"/>
                                        <p:tgtEl>
                                          <p:spTgt spid="8"/>
                                        </p:tgtEl>
                                      </p:cBhvr>
                                    </p:animEffect>
                                  </p:childTnLst>
                                </p:cTn>
                              </p:par>
                              <p:par>
                                <p:cTn id="35" presetID="10" presetClass="entr" presetSubtype="0" fill="hold" nodeType="withEffect">
                                  <p:stCondLst>
                                    <p:cond delay="0"/>
                                  </p:stCondLst>
                                  <p:childTnLst>
                                    <p:set>
                                      <p:cBhvr>
                                        <p:cTn id="36" dur="1" fill="hold">
                                          <p:stCondLst>
                                            <p:cond delay="0"/>
                                          </p:stCondLst>
                                        </p:cTn>
                                        <p:tgtEl>
                                          <p:spTgt spid="14"/>
                                        </p:tgtEl>
                                        <p:attrNameLst>
                                          <p:attrName>style.visibility</p:attrName>
                                        </p:attrNameLst>
                                      </p:cBhvr>
                                      <p:to>
                                        <p:strVal val="visible"/>
                                      </p:to>
                                    </p:set>
                                    <p:animEffect transition="in" filter="fade">
                                      <p:cBhvr>
                                        <p:cTn id="37" dur="500"/>
                                        <p:tgtEl>
                                          <p:spTgt spid="14"/>
                                        </p:tgtEl>
                                      </p:cBhvr>
                                    </p:animEffect>
                                  </p:childTnLst>
                                </p:cTn>
                              </p:par>
                              <p:par>
                                <p:cTn id="38" presetID="35" presetClass="path" presetSubtype="0" fill="hold" nodeType="withEffect">
                                  <p:stCondLst>
                                    <p:cond delay="0"/>
                                  </p:stCondLst>
                                  <p:childTnLst>
                                    <p:animMotion origin="layout" path="M 0 0  L -0.25 0  E" pathEditMode="relative" rAng="0" ptsTypes="">
                                      <p:cBhvr>
                                        <p:cTn id="39" dur="3000" fill="hold"/>
                                        <p:tgtEl>
                                          <p:spTgt spid="12"/>
                                        </p:tgtEl>
                                        <p:attrNameLst>
                                          <p:attrName>ppt_x</p:attrName>
                                          <p:attrName>ppt_y</p:attrName>
                                        </p:attrNameLst>
                                      </p:cBhvr>
                                      <p:rCtr x="0" y="0"/>
                                    </p:animMotion>
                                  </p:childTnLst>
                                </p:cTn>
                              </p:par>
                              <p:par>
                                <p:cTn id="40" presetID="35" presetClass="path" presetSubtype="0" fill="hold" nodeType="withEffect">
                                  <p:stCondLst>
                                    <p:cond delay="0"/>
                                  </p:stCondLst>
                                  <p:childTnLst>
                                    <p:animMotion origin="layout" path="M 4.16667E-6 3.33333E-6 L -0.31632 3.33333E-6 " pathEditMode="relative" rAng="0" ptsTypes="AA">
                                      <p:cBhvr>
                                        <p:cTn id="41" dur="3000" fill="hold"/>
                                        <p:tgtEl>
                                          <p:spTgt spid="5"/>
                                        </p:tgtEl>
                                        <p:attrNameLst>
                                          <p:attrName>ppt_x</p:attrName>
                                          <p:attrName>ppt_y</p:attrName>
                                        </p:attrNameLst>
                                      </p:cBhvr>
                                      <p:rCtr x="-15816" y="0"/>
                                    </p:animMotion>
                                  </p:childTnLst>
                                </p:cTn>
                              </p:par>
                              <p:par>
                                <p:cTn id="42" presetID="35" presetClass="path" presetSubtype="0" fill="hold" nodeType="withEffect">
                                  <p:stCondLst>
                                    <p:cond delay="0"/>
                                  </p:stCondLst>
                                  <p:childTnLst>
                                    <p:animMotion origin="layout" path="M 0.00504 -1.85185E-6 L -0.46684 -1.85185E-6 " pathEditMode="relative" rAng="0" ptsTypes="AA">
                                      <p:cBhvr>
                                        <p:cTn id="43" dur="3000" fill="hold"/>
                                        <p:tgtEl>
                                          <p:spTgt spid="8"/>
                                        </p:tgtEl>
                                        <p:attrNameLst>
                                          <p:attrName>ppt_x</p:attrName>
                                          <p:attrName>ppt_y</p:attrName>
                                        </p:attrNameLst>
                                      </p:cBhvr>
                                      <p:rCtr x="-23594" y="0"/>
                                    </p:animMotion>
                                  </p:childTnLst>
                                </p:cTn>
                              </p:par>
                              <p:par>
                                <p:cTn id="44" presetID="35" presetClass="path" presetSubtype="0" fill="hold" nodeType="withEffect">
                                  <p:stCondLst>
                                    <p:cond delay="0"/>
                                  </p:stCondLst>
                                  <p:childTnLst>
                                    <p:animMotion origin="layout" path="M -3.05556E-6 1.11111E-6 L -0.19531 1.11111E-6 " pathEditMode="relative" rAng="0" ptsTypes="AA">
                                      <p:cBhvr>
                                        <p:cTn id="45" dur="3000" fill="hold"/>
                                        <p:tgtEl>
                                          <p:spTgt spid="9"/>
                                        </p:tgtEl>
                                        <p:attrNameLst>
                                          <p:attrName>ppt_x</p:attrName>
                                          <p:attrName>ppt_y</p:attrName>
                                        </p:attrNameLst>
                                      </p:cBhvr>
                                      <p:rCtr x="-9774" y="0"/>
                                    </p:animMotion>
                                  </p:childTnLst>
                                </p:cTn>
                              </p:par>
                              <p:par>
                                <p:cTn id="46" presetID="35" presetClass="path" presetSubtype="0" fill="hold" nodeType="withEffect">
                                  <p:stCondLst>
                                    <p:cond delay="0"/>
                                  </p:stCondLst>
                                  <p:childTnLst>
                                    <p:animMotion origin="layout" path="M 5.55556E-7 2.59259E-6 L -0.43594 2.59259E-6 " pathEditMode="relative" rAng="0" ptsTypes="AA">
                                      <p:cBhvr>
                                        <p:cTn id="47" dur="3000" fill="hold"/>
                                        <p:tgtEl>
                                          <p:spTgt spid="7"/>
                                        </p:tgtEl>
                                        <p:attrNameLst>
                                          <p:attrName>ppt_x</p:attrName>
                                          <p:attrName>ppt_y</p:attrName>
                                        </p:attrNameLst>
                                      </p:cBhvr>
                                      <p:rCtr x="-21806" y="0"/>
                                    </p:animMotion>
                                  </p:childTnLst>
                                </p:cTn>
                              </p:par>
                              <p:par>
                                <p:cTn id="48" presetID="35" presetClass="path" presetSubtype="0" fill="hold" nodeType="withEffect">
                                  <p:stCondLst>
                                    <p:cond delay="0"/>
                                  </p:stCondLst>
                                  <p:childTnLst>
                                    <p:animMotion origin="layout" path="M 3.05556E-6 -1.85185E-6 L -0.33577 -1.85185E-6 " pathEditMode="relative" rAng="0" ptsTypes="AA">
                                      <p:cBhvr>
                                        <p:cTn id="49" dur="3000" fill="hold"/>
                                        <p:tgtEl>
                                          <p:spTgt spid="4"/>
                                        </p:tgtEl>
                                        <p:attrNameLst>
                                          <p:attrName>ppt_x</p:attrName>
                                          <p:attrName>ppt_y</p:attrName>
                                        </p:attrNameLst>
                                      </p:cBhvr>
                                      <p:rCtr x="-16788" y="0"/>
                                    </p:animMotion>
                                  </p:childTnLst>
                                </p:cTn>
                              </p:par>
                              <p:par>
                                <p:cTn id="50" presetID="35" presetClass="path" presetSubtype="0" fill="hold" nodeType="withEffect">
                                  <p:stCondLst>
                                    <p:cond delay="0"/>
                                  </p:stCondLst>
                                  <p:childTnLst>
                                    <p:animMotion origin="layout" path="M 1.66667E-6 -1.85185E-6 L -0.57188 -1.85185E-6 " pathEditMode="relative" rAng="0" ptsTypes="AA">
                                      <p:cBhvr>
                                        <p:cTn id="51" dur="3000" fill="hold"/>
                                        <p:tgtEl>
                                          <p:spTgt spid="13"/>
                                        </p:tgtEl>
                                        <p:attrNameLst>
                                          <p:attrName>ppt_x</p:attrName>
                                          <p:attrName>ppt_y</p:attrName>
                                        </p:attrNameLst>
                                      </p:cBhvr>
                                      <p:rCtr x="-28594" y="0"/>
                                    </p:animMotion>
                                  </p:childTnLst>
                                </p:cTn>
                              </p:par>
                              <p:par>
                                <p:cTn id="52" presetID="35" presetClass="path" presetSubtype="0" fill="hold" nodeType="withEffect">
                                  <p:stCondLst>
                                    <p:cond delay="0"/>
                                  </p:stCondLst>
                                  <p:childTnLst>
                                    <p:animMotion origin="layout" path="M 1.66667E-6 -1.85185E-6 L -0.57188 -1.85185E-6 " pathEditMode="relative" rAng="0" ptsTypes="AA">
                                      <p:cBhvr>
                                        <p:cTn id="53" dur="3000" fill="hold"/>
                                        <p:tgtEl>
                                          <p:spTgt spid="14"/>
                                        </p:tgtEl>
                                        <p:attrNameLst>
                                          <p:attrName>ppt_x</p:attrName>
                                          <p:attrName>ppt_y</p:attrName>
                                        </p:attrNameLst>
                                      </p:cBhvr>
                                      <p:rCtr x="-28594" y="0"/>
                                    </p:animMotion>
                                  </p:childTnLst>
                                </p:cTn>
                              </p:par>
                              <p:par>
                                <p:cTn id="54" presetID="63" presetClass="path" presetSubtype="0" fill="hold" nodeType="withEffect">
                                  <p:stCondLst>
                                    <p:cond delay="0"/>
                                  </p:stCondLst>
                                  <p:childTnLst>
                                    <p:animMotion origin="layout" path="M 5.55556E-7 2.59259E-6 L 0.43906 2.59259E-6 " pathEditMode="relative" rAng="0" ptsTypes="AA">
                                      <p:cBhvr>
                                        <p:cTn id="55" dur="3000" fill="hold"/>
                                        <p:tgtEl>
                                          <p:spTgt spid="11"/>
                                        </p:tgtEl>
                                        <p:attrNameLst>
                                          <p:attrName>ppt_x</p:attrName>
                                          <p:attrName>ppt_y</p:attrName>
                                        </p:attrNameLst>
                                      </p:cBhvr>
                                      <p:rCtr x="21944" y="0"/>
                                    </p:animMotion>
                                  </p:childTnLst>
                                </p:cTn>
                              </p:par>
                              <p:par>
                                <p:cTn id="56" presetID="63" presetClass="path" presetSubtype="0" fill="hold" nodeType="withEffect">
                                  <p:stCondLst>
                                    <p:cond delay="0"/>
                                  </p:stCondLst>
                                  <p:childTnLst>
                                    <p:animMotion origin="layout" path="M -1.38889E-6 2.96296E-6 L 0.62813 2.96296E-6 " pathEditMode="relative" rAng="0" ptsTypes="AA">
                                      <p:cBhvr>
                                        <p:cTn id="57" dur="3000" fill="hold"/>
                                        <p:tgtEl>
                                          <p:spTgt spid="10"/>
                                        </p:tgtEl>
                                        <p:attrNameLst>
                                          <p:attrName>ppt_x</p:attrName>
                                          <p:attrName>ppt_y</p:attrName>
                                        </p:attrNameLst>
                                      </p:cBhvr>
                                      <p:rCtr x="31406" y="0"/>
                                    </p:animMotion>
                                  </p:childTnLst>
                                </p:cTn>
                              </p:par>
                              <p:par>
                                <p:cTn id="58" presetID="63" presetClass="path" presetSubtype="0" fill="hold" nodeType="withEffect">
                                  <p:stCondLst>
                                    <p:cond delay="0"/>
                                  </p:stCondLst>
                                  <p:childTnLst>
                                    <p:animMotion origin="layout" path="M 2.77778E-6 -2.96296E-6 L 0.42465 -2.96296E-6 " pathEditMode="relative" rAng="0" ptsTypes="AA">
                                      <p:cBhvr>
                                        <p:cTn id="59" dur="3000" fill="hold"/>
                                        <p:tgtEl>
                                          <p:spTgt spid="6"/>
                                        </p:tgtEl>
                                        <p:attrNameLst>
                                          <p:attrName>ppt_x</p:attrName>
                                          <p:attrName>ppt_y</p:attrName>
                                        </p:attrNameLst>
                                      </p:cBhvr>
                                      <p:rCtr x="21233" y="0"/>
                                    </p:animMotion>
                                  </p:childTnLst>
                                </p:cTn>
                              </p:par>
                              <p:par>
                                <p:cTn id="60" presetID="10" presetClass="exit" presetSubtype="0" fill="hold" nodeType="withEffect">
                                  <p:stCondLst>
                                    <p:cond delay="2500"/>
                                  </p:stCondLst>
                                  <p:childTnLst>
                                    <p:animEffect transition="out" filter="fade">
                                      <p:cBhvr>
                                        <p:cTn id="61" dur="500"/>
                                        <p:tgtEl>
                                          <p:spTgt spid="10"/>
                                        </p:tgtEl>
                                      </p:cBhvr>
                                    </p:animEffect>
                                    <p:set>
                                      <p:cBhvr>
                                        <p:cTn id="62" dur="1" fill="hold">
                                          <p:stCondLst>
                                            <p:cond delay="499"/>
                                          </p:stCondLst>
                                        </p:cTn>
                                        <p:tgtEl>
                                          <p:spTgt spid="10"/>
                                        </p:tgtEl>
                                        <p:attrNameLst>
                                          <p:attrName>style.visibility</p:attrName>
                                        </p:attrNameLst>
                                      </p:cBhvr>
                                      <p:to>
                                        <p:strVal val="hidden"/>
                                      </p:to>
                                    </p:set>
                                  </p:childTnLst>
                                </p:cTn>
                              </p:par>
                              <p:par>
                                <p:cTn id="63" presetID="10" presetClass="exit" presetSubtype="0" fill="hold" nodeType="withEffect">
                                  <p:stCondLst>
                                    <p:cond delay="2500"/>
                                  </p:stCondLst>
                                  <p:childTnLst>
                                    <p:animEffect transition="out" filter="fade">
                                      <p:cBhvr>
                                        <p:cTn id="64" dur="500"/>
                                        <p:tgtEl>
                                          <p:spTgt spid="11"/>
                                        </p:tgtEl>
                                      </p:cBhvr>
                                    </p:animEffect>
                                    <p:set>
                                      <p:cBhvr>
                                        <p:cTn id="65" dur="1" fill="hold">
                                          <p:stCondLst>
                                            <p:cond delay="499"/>
                                          </p:stCondLst>
                                        </p:cTn>
                                        <p:tgtEl>
                                          <p:spTgt spid="11"/>
                                        </p:tgtEl>
                                        <p:attrNameLst>
                                          <p:attrName>style.visibility</p:attrName>
                                        </p:attrNameLst>
                                      </p:cBhvr>
                                      <p:to>
                                        <p:strVal val="hidden"/>
                                      </p:to>
                                    </p:set>
                                  </p:childTnLst>
                                </p:cTn>
                              </p:par>
                              <p:par>
                                <p:cTn id="66" presetID="10" presetClass="exit" presetSubtype="0" fill="hold" nodeType="withEffect">
                                  <p:stCondLst>
                                    <p:cond delay="2500"/>
                                  </p:stCondLst>
                                  <p:childTnLst>
                                    <p:animEffect transition="out" filter="fade">
                                      <p:cBhvr>
                                        <p:cTn id="67" dur="500"/>
                                        <p:tgtEl>
                                          <p:spTgt spid="13"/>
                                        </p:tgtEl>
                                      </p:cBhvr>
                                    </p:animEffect>
                                    <p:set>
                                      <p:cBhvr>
                                        <p:cTn id="68" dur="1" fill="hold">
                                          <p:stCondLst>
                                            <p:cond delay="499"/>
                                          </p:stCondLst>
                                        </p:cTn>
                                        <p:tgtEl>
                                          <p:spTgt spid="13"/>
                                        </p:tgtEl>
                                        <p:attrNameLst>
                                          <p:attrName>style.visibility</p:attrName>
                                        </p:attrNameLst>
                                      </p:cBhvr>
                                      <p:to>
                                        <p:strVal val="hidden"/>
                                      </p:to>
                                    </p:set>
                                  </p:childTnLst>
                                </p:cTn>
                              </p:par>
                              <p:par>
                                <p:cTn id="69" presetID="10" presetClass="exit" presetSubtype="0" fill="hold" nodeType="withEffect">
                                  <p:stCondLst>
                                    <p:cond delay="2500"/>
                                  </p:stCondLst>
                                  <p:childTnLst>
                                    <p:animEffect transition="out" filter="fade">
                                      <p:cBhvr>
                                        <p:cTn id="70" dur="500"/>
                                        <p:tgtEl>
                                          <p:spTgt spid="7"/>
                                        </p:tgtEl>
                                      </p:cBhvr>
                                    </p:animEffect>
                                    <p:set>
                                      <p:cBhvr>
                                        <p:cTn id="71" dur="1" fill="hold">
                                          <p:stCondLst>
                                            <p:cond delay="499"/>
                                          </p:stCondLst>
                                        </p:cTn>
                                        <p:tgtEl>
                                          <p:spTgt spid="7"/>
                                        </p:tgtEl>
                                        <p:attrNameLst>
                                          <p:attrName>style.visibility</p:attrName>
                                        </p:attrNameLst>
                                      </p:cBhvr>
                                      <p:to>
                                        <p:strVal val="hidden"/>
                                      </p:to>
                                    </p:set>
                                  </p:childTnLst>
                                </p:cTn>
                              </p:par>
                              <p:par>
                                <p:cTn id="72" presetID="10" presetClass="exit" presetSubtype="0" fill="hold" nodeType="withEffect">
                                  <p:stCondLst>
                                    <p:cond delay="2500"/>
                                  </p:stCondLst>
                                  <p:childTnLst>
                                    <p:animEffect transition="out" filter="fade">
                                      <p:cBhvr>
                                        <p:cTn id="73" dur="500"/>
                                        <p:tgtEl>
                                          <p:spTgt spid="9"/>
                                        </p:tgtEl>
                                      </p:cBhvr>
                                    </p:animEffect>
                                    <p:set>
                                      <p:cBhvr>
                                        <p:cTn id="74" dur="1" fill="hold">
                                          <p:stCondLst>
                                            <p:cond delay="499"/>
                                          </p:stCondLst>
                                        </p:cTn>
                                        <p:tgtEl>
                                          <p:spTgt spid="9"/>
                                        </p:tgtEl>
                                        <p:attrNameLst>
                                          <p:attrName>style.visibility</p:attrName>
                                        </p:attrNameLst>
                                      </p:cBhvr>
                                      <p:to>
                                        <p:strVal val="hidden"/>
                                      </p:to>
                                    </p:set>
                                  </p:childTnLst>
                                </p:cTn>
                              </p:par>
                              <p:par>
                                <p:cTn id="75" presetID="10" presetClass="exit" presetSubtype="0" fill="hold" nodeType="withEffect">
                                  <p:stCondLst>
                                    <p:cond delay="2500"/>
                                  </p:stCondLst>
                                  <p:childTnLst>
                                    <p:animEffect transition="out" filter="fade">
                                      <p:cBhvr>
                                        <p:cTn id="76" dur="500"/>
                                        <p:tgtEl>
                                          <p:spTgt spid="5"/>
                                        </p:tgtEl>
                                      </p:cBhvr>
                                    </p:animEffect>
                                    <p:set>
                                      <p:cBhvr>
                                        <p:cTn id="77" dur="1" fill="hold">
                                          <p:stCondLst>
                                            <p:cond delay="499"/>
                                          </p:stCondLst>
                                        </p:cTn>
                                        <p:tgtEl>
                                          <p:spTgt spid="5"/>
                                        </p:tgtEl>
                                        <p:attrNameLst>
                                          <p:attrName>style.visibility</p:attrName>
                                        </p:attrNameLst>
                                      </p:cBhvr>
                                      <p:to>
                                        <p:strVal val="hidden"/>
                                      </p:to>
                                    </p:set>
                                  </p:childTnLst>
                                </p:cTn>
                              </p:par>
                              <p:par>
                                <p:cTn id="78" presetID="10" presetClass="exit" presetSubtype="0" fill="hold" nodeType="withEffect">
                                  <p:stCondLst>
                                    <p:cond delay="2500"/>
                                  </p:stCondLst>
                                  <p:childTnLst>
                                    <p:animEffect transition="out" filter="fade">
                                      <p:cBhvr>
                                        <p:cTn id="79" dur="500"/>
                                        <p:tgtEl>
                                          <p:spTgt spid="12"/>
                                        </p:tgtEl>
                                      </p:cBhvr>
                                    </p:animEffect>
                                    <p:set>
                                      <p:cBhvr>
                                        <p:cTn id="80" dur="1" fill="hold">
                                          <p:stCondLst>
                                            <p:cond delay="499"/>
                                          </p:stCondLst>
                                        </p:cTn>
                                        <p:tgtEl>
                                          <p:spTgt spid="12"/>
                                        </p:tgtEl>
                                        <p:attrNameLst>
                                          <p:attrName>style.visibility</p:attrName>
                                        </p:attrNameLst>
                                      </p:cBhvr>
                                      <p:to>
                                        <p:strVal val="hidden"/>
                                      </p:to>
                                    </p:set>
                                  </p:childTnLst>
                                </p:cTn>
                              </p:par>
                              <p:par>
                                <p:cTn id="81" presetID="10" presetClass="exit" presetSubtype="0" fill="hold" nodeType="withEffect">
                                  <p:stCondLst>
                                    <p:cond delay="2500"/>
                                  </p:stCondLst>
                                  <p:childTnLst>
                                    <p:animEffect transition="out" filter="fade">
                                      <p:cBhvr>
                                        <p:cTn id="82" dur="500"/>
                                        <p:tgtEl>
                                          <p:spTgt spid="14"/>
                                        </p:tgtEl>
                                      </p:cBhvr>
                                    </p:animEffect>
                                    <p:set>
                                      <p:cBhvr>
                                        <p:cTn id="83" dur="1" fill="hold">
                                          <p:stCondLst>
                                            <p:cond delay="499"/>
                                          </p:stCondLst>
                                        </p:cTn>
                                        <p:tgtEl>
                                          <p:spTgt spid="14"/>
                                        </p:tgtEl>
                                        <p:attrNameLst>
                                          <p:attrName>style.visibility</p:attrName>
                                        </p:attrNameLst>
                                      </p:cBhvr>
                                      <p:to>
                                        <p:strVal val="hidden"/>
                                      </p:to>
                                    </p:set>
                                  </p:childTnLst>
                                </p:cTn>
                              </p:par>
                              <p:par>
                                <p:cTn id="84" presetID="10" presetClass="exit" presetSubtype="0" fill="hold" nodeType="withEffect">
                                  <p:stCondLst>
                                    <p:cond delay="2500"/>
                                  </p:stCondLst>
                                  <p:childTnLst>
                                    <p:animEffect transition="out" filter="fade">
                                      <p:cBhvr>
                                        <p:cTn id="85" dur="500"/>
                                        <p:tgtEl>
                                          <p:spTgt spid="6"/>
                                        </p:tgtEl>
                                      </p:cBhvr>
                                    </p:animEffect>
                                    <p:set>
                                      <p:cBhvr>
                                        <p:cTn id="86" dur="1" fill="hold">
                                          <p:stCondLst>
                                            <p:cond delay="499"/>
                                          </p:stCondLst>
                                        </p:cTn>
                                        <p:tgtEl>
                                          <p:spTgt spid="6"/>
                                        </p:tgtEl>
                                        <p:attrNameLst>
                                          <p:attrName>style.visibility</p:attrName>
                                        </p:attrNameLst>
                                      </p:cBhvr>
                                      <p:to>
                                        <p:strVal val="hidden"/>
                                      </p:to>
                                    </p:set>
                                  </p:childTnLst>
                                </p:cTn>
                              </p:par>
                              <p:par>
                                <p:cTn id="87" presetID="10" presetClass="exit" presetSubtype="0" fill="hold" nodeType="withEffect">
                                  <p:stCondLst>
                                    <p:cond delay="2500"/>
                                  </p:stCondLst>
                                  <p:childTnLst>
                                    <p:animEffect transition="out" filter="fade">
                                      <p:cBhvr>
                                        <p:cTn id="88" dur="500"/>
                                        <p:tgtEl>
                                          <p:spTgt spid="4"/>
                                        </p:tgtEl>
                                      </p:cBhvr>
                                    </p:animEffect>
                                    <p:set>
                                      <p:cBhvr>
                                        <p:cTn id="89" dur="1" fill="hold">
                                          <p:stCondLst>
                                            <p:cond delay="499"/>
                                          </p:stCondLst>
                                        </p:cTn>
                                        <p:tgtEl>
                                          <p:spTgt spid="4"/>
                                        </p:tgtEl>
                                        <p:attrNameLst>
                                          <p:attrName>style.visibility</p:attrName>
                                        </p:attrNameLst>
                                      </p:cBhvr>
                                      <p:to>
                                        <p:strVal val="hidden"/>
                                      </p:to>
                                    </p:set>
                                  </p:childTnLst>
                                </p:cTn>
                              </p:par>
                              <p:par>
                                <p:cTn id="90" presetID="10" presetClass="exit" presetSubtype="0" fill="hold" nodeType="withEffect">
                                  <p:stCondLst>
                                    <p:cond delay="2500"/>
                                  </p:stCondLst>
                                  <p:childTnLst>
                                    <p:animEffect transition="out" filter="fade">
                                      <p:cBhvr>
                                        <p:cTn id="91" dur="500"/>
                                        <p:tgtEl>
                                          <p:spTgt spid="8"/>
                                        </p:tgtEl>
                                      </p:cBhvr>
                                    </p:animEffect>
                                    <p:set>
                                      <p:cBhvr>
                                        <p:cTn id="92" dur="1" fill="hold">
                                          <p:stCondLst>
                                            <p:cond delay="499"/>
                                          </p:stCondLst>
                                        </p:cTn>
                                        <p:tgtEl>
                                          <p:spTgt spid="8"/>
                                        </p:tgtEl>
                                        <p:attrNameLst>
                                          <p:attrName>style.visibility</p:attrName>
                                        </p:attrNameLst>
                                      </p:cBhvr>
                                      <p:to>
                                        <p:strVal val="hidden"/>
                                      </p:to>
                                    </p:set>
                                  </p:childTnLst>
                                </p:cTn>
                              </p:par>
                              <p:par>
                                <p:cTn id="93" presetID="10" presetClass="entr" presetSubtype="0" fill="hold" nodeType="withEffect">
                                  <p:stCondLst>
                                    <p:cond delay="0"/>
                                  </p:stCondLst>
                                  <p:childTnLst>
                                    <p:set>
                                      <p:cBhvr>
                                        <p:cTn id="94" dur="1" fill="hold">
                                          <p:stCondLst>
                                            <p:cond delay="0"/>
                                          </p:stCondLst>
                                        </p:cTn>
                                        <p:tgtEl>
                                          <p:spTgt spid="15"/>
                                        </p:tgtEl>
                                        <p:attrNameLst>
                                          <p:attrName>style.visibility</p:attrName>
                                        </p:attrNameLst>
                                      </p:cBhvr>
                                      <p:to>
                                        <p:strVal val="visible"/>
                                      </p:to>
                                    </p:set>
                                    <p:animEffect transition="in" filter="fade">
                                      <p:cBhvr>
                                        <p:cTn id="95" dur="100"/>
                                        <p:tgtEl>
                                          <p:spTgt spid="15"/>
                                        </p:tgtEl>
                                      </p:cBhvr>
                                    </p:animEffect>
                                  </p:childTnLst>
                                </p:cTn>
                              </p:par>
                              <p:par>
                                <p:cTn id="96" presetID="10" presetClass="entr" presetSubtype="0" fill="hold" nodeType="withEffect">
                                  <p:stCondLst>
                                    <p:cond delay="600"/>
                                  </p:stCondLst>
                                  <p:childTnLst>
                                    <p:set>
                                      <p:cBhvr>
                                        <p:cTn id="97" dur="1" fill="hold">
                                          <p:stCondLst>
                                            <p:cond delay="0"/>
                                          </p:stCondLst>
                                        </p:cTn>
                                        <p:tgtEl>
                                          <p:spTgt spid="16"/>
                                        </p:tgtEl>
                                        <p:attrNameLst>
                                          <p:attrName>style.visibility</p:attrName>
                                        </p:attrNameLst>
                                      </p:cBhvr>
                                      <p:to>
                                        <p:strVal val="visible"/>
                                      </p:to>
                                    </p:set>
                                    <p:animEffect transition="in" filter="fade">
                                      <p:cBhvr>
                                        <p:cTn id="98" dur="100"/>
                                        <p:tgtEl>
                                          <p:spTgt spid="16"/>
                                        </p:tgtEl>
                                      </p:cBhvr>
                                    </p:animEffect>
                                  </p:childTnLst>
                                </p:cTn>
                              </p:par>
                              <p:par>
                                <p:cTn id="99" presetID="10" presetClass="entr" presetSubtype="0" fill="hold" nodeType="withEffect">
                                  <p:stCondLst>
                                    <p:cond delay="200"/>
                                  </p:stCondLst>
                                  <p:childTnLst>
                                    <p:set>
                                      <p:cBhvr>
                                        <p:cTn id="100" dur="1" fill="hold">
                                          <p:stCondLst>
                                            <p:cond delay="0"/>
                                          </p:stCondLst>
                                        </p:cTn>
                                        <p:tgtEl>
                                          <p:spTgt spid="17"/>
                                        </p:tgtEl>
                                        <p:attrNameLst>
                                          <p:attrName>style.visibility</p:attrName>
                                        </p:attrNameLst>
                                      </p:cBhvr>
                                      <p:to>
                                        <p:strVal val="visible"/>
                                      </p:to>
                                    </p:set>
                                    <p:animEffect transition="in" filter="fade">
                                      <p:cBhvr>
                                        <p:cTn id="101" dur="100"/>
                                        <p:tgtEl>
                                          <p:spTgt spid="17"/>
                                        </p:tgtEl>
                                      </p:cBhvr>
                                    </p:animEffect>
                                  </p:childTnLst>
                                </p:cTn>
                              </p:par>
                              <p:par>
                                <p:cTn id="102" presetID="10" presetClass="entr" presetSubtype="0" fill="hold" nodeType="withEffect">
                                  <p:stCondLst>
                                    <p:cond delay="1800"/>
                                  </p:stCondLst>
                                  <p:childTnLst>
                                    <p:set>
                                      <p:cBhvr>
                                        <p:cTn id="103" dur="1" fill="hold">
                                          <p:stCondLst>
                                            <p:cond delay="0"/>
                                          </p:stCondLst>
                                        </p:cTn>
                                        <p:tgtEl>
                                          <p:spTgt spid="18"/>
                                        </p:tgtEl>
                                        <p:attrNameLst>
                                          <p:attrName>style.visibility</p:attrName>
                                        </p:attrNameLst>
                                      </p:cBhvr>
                                      <p:to>
                                        <p:strVal val="visible"/>
                                      </p:to>
                                    </p:set>
                                    <p:animEffect transition="in" filter="fade">
                                      <p:cBhvr>
                                        <p:cTn id="104" dur="100"/>
                                        <p:tgtEl>
                                          <p:spTgt spid="18"/>
                                        </p:tgtEl>
                                      </p:cBhvr>
                                    </p:animEffect>
                                  </p:childTnLst>
                                </p:cTn>
                              </p:par>
                              <p:par>
                                <p:cTn id="105" presetID="10" presetClass="entr" presetSubtype="0" fill="hold" nodeType="withEffect">
                                  <p:stCondLst>
                                    <p:cond delay="2200"/>
                                  </p:stCondLst>
                                  <p:childTnLst>
                                    <p:set>
                                      <p:cBhvr>
                                        <p:cTn id="106" dur="1" fill="hold">
                                          <p:stCondLst>
                                            <p:cond delay="0"/>
                                          </p:stCondLst>
                                        </p:cTn>
                                        <p:tgtEl>
                                          <p:spTgt spid="19"/>
                                        </p:tgtEl>
                                        <p:attrNameLst>
                                          <p:attrName>style.visibility</p:attrName>
                                        </p:attrNameLst>
                                      </p:cBhvr>
                                      <p:to>
                                        <p:strVal val="visible"/>
                                      </p:to>
                                    </p:set>
                                    <p:animEffect transition="in" filter="fade">
                                      <p:cBhvr>
                                        <p:cTn id="107" dur="100"/>
                                        <p:tgtEl>
                                          <p:spTgt spid="19"/>
                                        </p:tgtEl>
                                      </p:cBhvr>
                                    </p:animEffect>
                                  </p:childTnLst>
                                </p:cTn>
                              </p:par>
                              <p:par>
                                <p:cTn id="108" presetID="53" presetClass="exit" presetSubtype="16" fill="hold" nodeType="withEffect">
                                  <p:stCondLst>
                                    <p:cond delay="100"/>
                                  </p:stCondLst>
                                  <p:childTnLst>
                                    <p:anim calcmode="lin" valueType="num">
                                      <p:cBhvr>
                                        <p:cTn id="109" dur="1000"/>
                                        <p:tgtEl>
                                          <p:spTgt spid="15"/>
                                        </p:tgtEl>
                                        <p:attrNameLst>
                                          <p:attrName>ppt_w</p:attrName>
                                        </p:attrNameLst>
                                      </p:cBhvr>
                                      <p:tavLst>
                                        <p:tav tm="0">
                                          <p:val>
                                            <p:strVal val="ppt_w"/>
                                          </p:val>
                                        </p:tav>
                                        <p:tav tm="100000">
                                          <p:val>
                                            <p:fltVal val="0"/>
                                          </p:val>
                                        </p:tav>
                                      </p:tavLst>
                                    </p:anim>
                                    <p:anim calcmode="lin" valueType="num">
                                      <p:cBhvr>
                                        <p:cTn id="110" dur="1000"/>
                                        <p:tgtEl>
                                          <p:spTgt spid="15"/>
                                        </p:tgtEl>
                                        <p:attrNameLst>
                                          <p:attrName>ppt_h</p:attrName>
                                        </p:attrNameLst>
                                      </p:cBhvr>
                                      <p:tavLst>
                                        <p:tav tm="0">
                                          <p:val>
                                            <p:strVal val="ppt_h"/>
                                          </p:val>
                                        </p:tav>
                                        <p:tav tm="100000">
                                          <p:val>
                                            <p:fltVal val="0"/>
                                          </p:val>
                                        </p:tav>
                                      </p:tavLst>
                                    </p:anim>
                                    <p:animEffect transition="out" filter="fade">
                                      <p:cBhvr>
                                        <p:cTn id="111" dur="1000"/>
                                        <p:tgtEl>
                                          <p:spTgt spid="15"/>
                                        </p:tgtEl>
                                      </p:cBhvr>
                                    </p:animEffect>
                                    <p:set>
                                      <p:cBhvr>
                                        <p:cTn id="112" dur="1" fill="hold">
                                          <p:stCondLst>
                                            <p:cond delay="999"/>
                                          </p:stCondLst>
                                        </p:cTn>
                                        <p:tgtEl>
                                          <p:spTgt spid="15"/>
                                        </p:tgtEl>
                                        <p:attrNameLst>
                                          <p:attrName>style.visibility</p:attrName>
                                        </p:attrNameLst>
                                      </p:cBhvr>
                                      <p:to>
                                        <p:strVal val="hidden"/>
                                      </p:to>
                                    </p:set>
                                  </p:childTnLst>
                                </p:cTn>
                              </p:par>
                              <p:par>
                                <p:cTn id="113" presetID="53" presetClass="exit" presetSubtype="16" fill="hold" nodeType="withEffect">
                                  <p:stCondLst>
                                    <p:cond delay="700"/>
                                  </p:stCondLst>
                                  <p:childTnLst>
                                    <p:anim calcmode="lin" valueType="num">
                                      <p:cBhvr>
                                        <p:cTn id="114" dur="500"/>
                                        <p:tgtEl>
                                          <p:spTgt spid="16"/>
                                        </p:tgtEl>
                                        <p:attrNameLst>
                                          <p:attrName>ppt_w</p:attrName>
                                        </p:attrNameLst>
                                      </p:cBhvr>
                                      <p:tavLst>
                                        <p:tav tm="0">
                                          <p:val>
                                            <p:strVal val="ppt_w"/>
                                          </p:val>
                                        </p:tav>
                                        <p:tav tm="100000">
                                          <p:val>
                                            <p:fltVal val="0"/>
                                          </p:val>
                                        </p:tav>
                                      </p:tavLst>
                                    </p:anim>
                                    <p:anim calcmode="lin" valueType="num">
                                      <p:cBhvr>
                                        <p:cTn id="115" dur="500"/>
                                        <p:tgtEl>
                                          <p:spTgt spid="16"/>
                                        </p:tgtEl>
                                        <p:attrNameLst>
                                          <p:attrName>ppt_h</p:attrName>
                                        </p:attrNameLst>
                                      </p:cBhvr>
                                      <p:tavLst>
                                        <p:tav tm="0">
                                          <p:val>
                                            <p:strVal val="ppt_h"/>
                                          </p:val>
                                        </p:tav>
                                        <p:tav tm="100000">
                                          <p:val>
                                            <p:fltVal val="0"/>
                                          </p:val>
                                        </p:tav>
                                      </p:tavLst>
                                    </p:anim>
                                    <p:animEffect transition="out" filter="fade">
                                      <p:cBhvr>
                                        <p:cTn id="116" dur="500"/>
                                        <p:tgtEl>
                                          <p:spTgt spid="16"/>
                                        </p:tgtEl>
                                      </p:cBhvr>
                                    </p:animEffect>
                                    <p:set>
                                      <p:cBhvr>
                                        <p:cTn id="117" dur="1" fill="hold">
                                          <p:stCondLst>
                                            <p:cond delay="499"/>
                                          </p:stCondLst>
                                        </p:cTn>
                                        <p:tgtEl>
                                          <p:spTgt spid="16"/>
                                        </p:tgtEl>
                                        <p:attrNameLst>
                                          <p:attrName>style.visibility</p:attrName>
                                        </p:attrNameLst>
                                      </p:cBhvr>
                                      <p:to>
                                        <p:strVal val="hidden"/>
                                      </p:to>
                                    </p:set>
                                  </p:childTnLst>
                                </p:cTn>
                              </p:par>
                              <p:par>
                                <p:cTn id="118" presetID="53" presetClass="exit" presetSubtype="16" fill="hold" nodeType="withEffect">
                                  <p:stCondLst>
                                    <p:cond delay="300"/>
                                  </p:stCondLst>
                                  <p:childTnLst>
                                    <p:anim calcmode="lin" valueType="num">
                                      <p:cBhvr>
                                        <p:cTn id="119" dur="500"/>
                                        <p:tgtEl>
                                          <p:spTgt spid="17"/>
                                        </p:tgtEl>
                                        <p:attrNameLst>
                                          <p:attrName>ppt_w</p:attrName>
                                        </p:attrNameLst>
                                      </p:cBhvr>
                                      <p:tavLst>
                                        <p:tav tm="0">
                                          <p:val>
                                            <p:strVal val="ppt_w"/>
                                          </p:val>
                                        </p:tav>
                                        <p:tav tm="100000">
                                          <p:val>
                                            <p:fltVal val="0"/>
                                          </p:val>
                                        </p:tav>
                                      </p:tavLst>
                                    </p:anim>
                                    <p:anim calcmode="lin" valueType="num">
                                      <p:cBhvr>
                                        <p:cTn id="120" dur="500"/>
                                        <p:tgtEl>
                                          <p:spTgt spid="17"/>
                                        </p:tgtEl>
                                        <p:attrNameLst>
                                          <p:attrName>ppt_h</p:attrName>
                                        </p:attrNameLst>
                                      </p:cBhvr>
                                      <p:tavLst>
                                        <p:tav tm="0">
                                          <p:val>
                                            <p:strVal val="ppt_h"/>
                                          </p:val>
                                        </p:tav>
                                        <p:tav tm="100000">
                                          <p:val>
                                            <p:fltVal val="0"/>
                                          </p:val>
                                        </p:tav>
                                      </p:tavLst>
                                    </p:anim>
                                    <p:animEffect transition="out" filter="fade">
                                      <p:cBhvr>
                                        <p:cTn id="121" dur="500"/>
                                        <p:tgtEl>
                                          <p:spTgt spid="17"/>
                                        </p:tgtEl>
                                      </p:cBhvr>
                                    </p:animEffect>
                                    <p:set>
                                      <p:cBhvr>
                                        <p:cTn id="122" dur="1" fill="hold">
                                          <p:stCondLst>
                                            <p:cond delay="499"/>
                                          </p:stCondLst>
                                        </p:cTn>
                                        <p:tgtEl>
                                          <p:spTgt spid="17"/>
                                        </p:tgtEl>
                                        <p:attrNameLst>
                                          <p:attrName>style.visibility</p:attrName>
                                        </p:attrNameLst>
                                      </p:cBhvr>
                                      <p:to>
                                        <p:strVal val="hidden"/>
                                      </p:to>
                                    </p:set>
                                  </p:childTnLst>
                                </p:cTn>
                              </p:par>
                              <p:par>
                                <p:cTn id="123" presetID="53" presetClass="exit" presetSubtype="16" fill="hold" nodeType="withEffect">
                                  <p:stCondLst>
                                    <p:cond delay="1900"/>
                                  </p:stCondLst>
                                  <p:childTnLst>
                                    <p:anim calcmode="lin" valueType="num">
                                      <p:cBhvr>
                                        <p:cTn id="124" dur="500"/>
                                        <p:tgtEl>
                                          <p:spTgt spid="18"/>
                                        </p:tgtEl>
                                        <p:attrNameLst>
                                          <p:attrName>ppt_w</p:attrName>
                                        </p:attrNameLst>
                                      </p:cBhvr>
                                      <p:tavLst>
                                        <p:tav tm="0">
                                          <p:val>
                                            <p:strVal val="ppt_w"/>
                                          </p:val>
                                        </p:tav>
                                        <p:tav tm="100000">
                                          <p:val>
                                            <p:fltVal val="0"/>
                                          </p:val>
                                        </p:tav>
                                      </p:tavLst>
                                    </p:anim>
                                    <p:anim calcmode="lin" valueType="num">
                                      <p:cBhvr>
                                        <p:cTn id="125" dur="500"/>
                                        <p:tgtEl>
                                          <p:spTgt spid="18"/>
                                        </p:tgtEl>
                                        <p:attrNameLst>
                                          <p:attrName>ppt_h</p:attrName>
                                        </p:attrNameLst>
                                      </p:cBhvr>
                                      <p:tavLst>
                                        <p:tav tm="0">
                                          <p:val>
                                            <p:strVal val="ppt_h"/>
                                          </p:val>
                                        </p:tav>
                                        <p:tav tm="100000">
                                          <p:val>
                                            <p:fltVal val="0"/>
                                          </p:val>
                                        </p:tav>
                                      </p:tavLst>
                                    </p:anim>
                                    <p:animEffect transition="out" filter="fade">
                                      <p:cBhvr>
                                        <p:cTn id="126" dur="500"/>
                                        <p:tgtEl>
                                          <p:spTgt spid="18"/>
                                        </p:tgtEl>
                                      </p:cBhvr>
                                    </p:animEffect>
                                    <p:set>
                                      <p:cBhvr>
                                        <p:cTn id="127" dur="1" fill="hold">
                                          <p:stCondLst>
                                            <p:cond delay="499"/>
                                          </p:stCondLst>
                                        </p:cTn>
                                        <p:tgtEl>
                                          <p:spTgt spid="18"/>
                                        </p:tgtEl>
                                        <p:attrNameLst>
                                          <p:attrName>style.visibility</p:attrName>
                                        </p:attrNameLst>
                                      </p:cBhvr>
                                      <p:to>
                                        <p:strVal val="hidden"/>
                                      </p:to>
                                    </p:set>
                                  </p:childTnLst>
                                </p:cTn>
                              </p:par>
                              <p:par>
                                <p:cTn id="128" presetID="53" presetClass="exit" presetSubtype="16" fill="hold" nodeType="withEffect">
                                  <p:stCondLst>
                                    <p:cond delay="2300"/>
                                  </p:stCondLst>
                                  <p:childTnLst>
                                    <p:anim calcmode="lin" valueType="num">
                                      <p:cBhvr>
                                        <p:cTn id="129" dur="500"/>
                                        <p:tgtEl>
                                          <p:spTgt spid="19"/>
                                        </p:tgtEl>
                                        <p:attrNameLst>
                                          <p:attrName>ppt_w</p:attrName>
                                        </p:attrNameLst>
                                      </p:cBhvr>
                                      <p:tavLst>
                                        <p:tav tm="0">
                                          <p:val>
                                            <p:strVal val="ppt_w"/>
                                          </p:val>
                                        </p:tav>
                                        <p:tav tm="100000">
                                          <p:val>
                                            <p:fltVal val="0"/>
                                          </p:val>
                                        </p:tav>
                                      </p:tavLst>
                                    </p:anim>
                                    <p:anim calcmode="lin" valueType="num">
                                      <p:cBhvr>
                                        <p:cTn id="130" dur="500"/>
                                        <p:tgtEl>
                                          <p:spTgt spid="19"/>
                                        </p:tgtEl>
                                        <p:attrNameLst>
                                          <p:attrName>ppt_h</p:attrName>
                                        </p:attrNameLst>
                                      </p:cBhvr>
                                      <p:tavLst>
                                        <p:tav tm="0">
                                          <p:val>
                                            <p:strVal val="ppt_h"/>
                                          </p:val>
                                        </p:tav>
                                        <p:tav tm="100000">
                                          <p:val>
                                            <p:fltVal val="0"/>
                                          </p:val>
                                        </p:tav>
                                      </p:tavLst>
                                    </p:anim>
                                    <p:animEffect transition="out" filter="fade">
                                      <p:cBhvr>
                                        <p:cTn id="131" dur="500"/>
                                        <p:tgtEl>
                                          <p:spTgt spid="19"/>
                                        </p:tgtEl>
                                      </p:cBhvr>
                                    </p:animEffect>
                                    <p:set>
                                      <p:cBhvr>
                                        <p:cTn id="132" dur="1" fill="hold">
                                          <p:stCondLst>
                                            <p:cond delay="499"/>
                                          </p:stCondLst>
                                        </p:cTn>
                                        <p:tgtEl>
                                          <p:spTgt spid="19"/>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showMasterSp="0" userDrawn="1">
  <p:cSld name="标题幻灯片">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p14="http://schemas.microsoft.com/office/powerpoint/2010/main" Requires="p14">
      <p:transition p14:dur="10" advTm="9437"/>
    </mc:Choice>
    <mc:Fallback>
      <p:transition advTm="9437"/>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12" name="矩形 11"/>
          <p:cNvSpPr/>
          <p:nvPr userDrawn="1"/>
        </p:nvSpPr>
        <p:spPr>
          <a:xfrm>
            <a:off x="6170389" y="134946"/>
            <a:ext cx="775136" cy="246221"/>
          </a:xfrm>
          <a:prstGeom prst="rect">
            <a:avLst/>
          </a:prstGeom>
        </p:spPr>
        <p:txBody>
          <a:bodyPr wrap="square">
            <a:spAutoFit/>
          </a:bodyPr>
          <a:lstStyle/>
          <a:p>
            <a:pPr fontAlgn="auto">
              <a:spcBef>
                <a:spcPts val="0"/>
              </a:spcBef>
              <a:spcAft>
                <a:spcPts val="0"/>
              </a:spcAft>
              <a:buFontTx/>
              <a:buNone/>
            </a:pPr>
            <a:r>
              <a:rPr lang="en-US" altLang="zh-CN" sz="100" dirty="0">
                <a:solidFill>
                  <a:prstClr val="white"/>
                </a:solidFill>
                <a:latin typeface="Calibri" panose="020F0502020204030204"/>
                <a:ea typeface="宋体" panose="02010600030101010101" pitchFamily="2" charset="-122"/>
              </a:rPr>
              <a:t>PPT</a:t>
            </a:r>
            <a:r>
              <a:rPr lang="zh-CN" altLang="en-US" sz="100" dirty="0">
                <a:solidFill>
                  <a:prstClr val="white"/>
                </a:solidFill>
                <a:latin typeface="Calibri" panose="020F0502020204030204"/>
                <a:ea typeface="宋体" panose="02010600030101010101" pitchFamily="2" charset="-122"/>
              </a:rPr>
              <a:t>模板下载：</a:t>
            </a:r>
            <a:r>
              <a:rPr lang="en-US" altLang="zh-CN" sz="100" dirty="0">
                <a:solidFill>
                  <a:prstClr val="white"/>
                </a:solidFill>
                <a:latin typeface="Calibri" panose="020F0502020204030204"/>
                <a:ea typeface="宋体" panose="02010600030101010101" pitchFamily="2" charset="-122"/>
              </a:rPr>
              <a:t>www.1ppt.com/moban/     </a:t>
            </a:r>
            <a:r>
              <a:rPr lang="zh-CN" altLang="en-US" sz="100" dirty="0">
                <a:solidFill>
                  <a:prstClr val="white"/>
                </a:solidFill>
                <a:latin typeface="Calibri" panose="020F0502020204030204"/>
                <a:ea typeface="宋体" panose="02010600030101010101" pitchFamily="2" charset="-122"/>
              </a:rPr>
              <a:t>行业</a:t>
            </a:r>
            <a:r>
              <a:rPr lang="en-US" altLang="zh-CN" sz="100" dirty="0">
                <a:solidFill>
                  <a:prstClr val="white"/>
                </a:solidFill>
                <a:latin typeface="Calibri" panose="020F0502020204030204"/>
                <a:ea typeface="宋体" panose="02010600030101010101" pitchFamily="2" charset="-122"/>
              </a:rPr>
              <a:t>PPT</a:t>
            </a:r>
            <a:r>
              <a:rPr lang="zh-CN" altLang="en-US" sz="100" dirty="0">
                <a:solidFill>
                  <a:prstClr val="white"/>
                </a:solidFill>
                <a:latin typeface="Calibri" panose="020F0502020204030204"/>
                <a:ea typeface="宋体" panose="02010600030101010101" pitchFamily="2" charset="-122"/>
              </a:rPr>
              <a:t>模板：</a:t>
            </a:r>
            <a:r>
              <a:rPr lang="en-US" altLang="zh-CN" sz="100" dirty="0">
                <a:solidFill>
                  <a:prstClr val="white"/>
                </a:solidFill>
                <a:latin typeface="Calibri" panose="020F0502020204030204"/>
                <a:ea typeface="宋体" panose="02010600030101010101" pitchFamily="2" charset="-122"/>
              </a:rPr>
              <a:t>www.1ppt.com/hangye/ </a:t>
            </a:r>
            <a:endParaRPr lang="en-US" altLang="zh-CN" sz="100" dirty="0">
              <a:solidFill>
                <a:prstClr val="white"/>
              </a:solidFill>
              <a:latin typeface="Calibri" panose="020F0502020204030204"/>
              <a:ea typeface="宋体" panose="02010600030101010101" pitchFamily="2" charset="-122"/>
            </a:endParaRPr>
          </a:p>
          <a:p>
            <a:pPr fontAlgn="auto">
              <a:spcBef>
                <a:spcPts val="0"/>
              </a:spcBef>
              <a:spcAft>
                <a:spcPts val="0"/>
              </a:spcAft>
              <a:buFontTx/>
              <a:buNone/>
            </a:pPr>
            <a:r>
              <a:rPr lang="zh-CN" altLang="en-US" sz="100" dirty="0">
                <a:solidFill>
                  <a:prstClr val="white"/>
                </a:solidFill>
                <a:latin typeface="Calibri" panose="020F0502020204030204"/>
                <a:ea typeface="宋体" panose="02010600030101010101" pitchFamily="2" charset="-122"/>
              </a:rPr>
              <a:t>节日</a:t>
            </a:r>
            <a:r>
              <a:rPr lang="en-US" altLang="zh-CN" sz="100" dirty="0">
                <a:solidFill>
                  <a:prstClr val="white"/>
                </a:solidFill>
                <a:latin typeface="Calibri" panose="020F0502020204030204"/>
                <a:ea typeface="宋体" panose="02010600030101010101" pitchFamily="2" charset="-122"/>
              </a:rPr>
              <a:t>PPT</a:t>
            </a:r>
            <a:r>
              <a:rPr lang="zh-CN" altLang="en-US" sz="100" dirty="0">
                <a:solidFill>
                  <a:prstClr val="white"/>
                </a:solidFill>
                <a:latin typeface="Calibri" panose="020F0502020204030204"/>
                <a:ea typeface="宋体" panose="02010600030101010101" pitchFamily="2" charset="-122"/>
              </a:rPr>
              <a:t>模板：</a:t>
            </a:r>
            <a:r>
              <a:rPr lang="en-US" altLang="zh-CN" sz="100" dirty="0">
                <a:solidFill>
                  <a:prstClr val="white"/>
                </a:solidFill>
                <a:latin typeface="Calibri" panose="020F0502020204030204"/>
                <a:ea typeface="宋体" panose="02010600030101010101" pitchFamily="2" charset="-122"/>
              </a:rPr>
              <a:t>www.1ppt.com/jieri/           PPT</a:t>
            </a:r>
            <a:r>
              <a:rPr lang="zh-CN" altLang="en-US" sz="100" dirty="0">
                <a:solidFill>
                  <a:prstClr val="white"/>
                </a:solidFill>
                <a:latin typeface="Calibri" panose="020F0502020204030204"/>
                <a:ea typeface="宋体" panose="02010600030101010101" pitchFamily="2" charset="-122"/>
              </a:rPr>
              <a:t>素材下载：</a:t>
            </a:r>
            <a:r>
              <a:rPr lang="en-US" altLang="zh-CN" sz="100" dirty="0">
                <a:solidFill>
                  <a:prstClr val="white"/>
                </a:solidFill>
                <a:latin typeface="Calibri" panose="020F0502020204030204"/>
                <a:ea typeface="宋体" panose="02010600030101010101" pitchFamily="2" charset="-122"/>
              </a:rPr>
              <a:t>www.1ppt.com/sucai/</a:t>
            </a:r>
            <a:endParaRPr lang="en-US" altLang="zh-CN" sz="100" dirty="0">
              <a:solidFill>
                <a:prstClr val="white"/>
              </a:solidFill>
              <a:latin typeface="Calibri" panose="020F0502020204030204"/>
              <a:ea typeface="宋体" panose="02010600030101010101" pitchFamily="2" charset="-122"/>
            </a:endParaRPr>
          </a:p>
          <a:p>
            <a:pPr fontAlgn="auto">
              <a:spcBef>
                <a:spcPts val="0"/>
              </a:spcBef>
              <a:spcAft>
                <a:spcPts val="0"/>
              </a:spcAft>
              <a:buFontTx/>
              <a:buNone/>
            </a:pPr>
            <a:r>
              <a:rPr lang="en-US" altLang="zh-CN" sz="100" dirty="0">
                <a:solidFill>
                  <a:prstClr val="white"/>
                </a:solidFill>
                <a:latin typeface="Calibri" panose="020F0502020204030204"/>
                <a:ea typeface="宋体" panose="02010600030101010101" pitchFamily="2" charset="-122"/>
              </a:rPr>
              <a:t>PPT</a:t>
            </a:r>
            <a:r>
              <a:rPr lang="zh-CN" altLang="en-US" sz="100" dirty="0">
                <a:solidFill>
                  <a:prstClr val="white"/>
                </a:solidFill>
                <a:latin typeface="Calibri" panose="020F0502020204030204"/>
                <a:ea typeface="宋体" panose="02010600030101010101" pitchFamily="2" charset="-122"/>
              </a:rPr>
              <a:t>背景图片：</a:t>
            </a:r>
            <a:r>
              <a:rPr lang="en-US" altLang="zh-CN" sz="100" dirty="0">
                <a:solidFill>
                  <a:prstClr val="white"/>
                </a:solidFill>
                <a:latin typeface="Calibri" panose="020F0502020204030204"/>
                <a:ea typeface="宋体" panose="02010600030101010101" pitchFamily="2" charset="-122"/>
              </a:rPr>
              <a:t>www.1ppt.com/beijing/      PPT</a:t>
            </a:r>
            <a:r>
              <a:rPr lang="zh-CN" altLang="en-US" sz="100" dirty="0">
                <a:solidFill>
                  <a:prstClr val="white"/>
                </a:solidFill>
                <a:latin typeface="Calibri" panose="020F0502020204030204"/>
                <a:ea typeface="宋体" panose="02010600030101010101" pitchFamily="2" charset="-122"/>
              </a:rPr>
              <a:t>图表下载：</a:t>
            </a:r>
            <a:r>
              <a:rPr lang="en-US" altLang="zh-CN" sz="100" dirty="0">
                <a:solidFill>
                  <a:prstClr val="white"/>
                </a:solidFill>
                <a:latin typeface="Calibri" panose="020F0502020204030204"/>
                <a:ea typeface="宋体" panose="02010600030101010101" pitchFamily="2" charset="-122"/>
              </a:rPr>
              <a:t>www.1ppt.com/tubiao/      </a:t>
            </a:r>
            <a:endParaRPr lang="en-US" altLang="zh-CN" sz="100" dirty="0">
              <a:solidFill>
                <a:prstClr val="white"/>
              </a:solidFill>
              <a:latin typeface="Calibri" panose="020F0502020204030204"/>
              <a:ea typeface="宋体" panose="02010600030101010101" pitchFamily="2" charset="-122"/>
            </a:endParaRPr>
          </a:p>
          <a:p>
            <a:pPr fontAlgn="auto">
              <a:spcBef>
                <a:spcPts val="0"/>
              </a:spcBef>
              <a:spcAft>
                <a:spcPts val="0"/>
              </a:spcAft>
              <a:buFontTx/>
              <a:buNone/>
            </a:pPr>
            <a:r>
              <a:rPr lang="zh-CN" altLang="en-US" sz="100" dirty="0">
                <a:solidFill>
                  <a:prstClr val="white"/>
                </a:solidFill>
                <a:latin typeface="Calibri" panose="020F0502020204030204"/>
                <a:ea typeface="宋体" panose="02010600030101010101" pitchFamily="2" charset="-122"/>
              </a:rPr>
              <a:t>优秀</a:t>
            </a:r>
            <a:r>
              <a:rPr lang="en-US" altLang="zh-CN" sz="100" dirty="0">
                <a:solidFill>
                  <a:prstClr val="white"/>
                </a:solidFill>
                <a:latin typeface="Calibri" panose="020F0502020204030204"/>
                <a:ea typeface="宋体" panose="02010600030101010101" pitchFamily="2" charset="-122"/>
              </a:rPr>
              <a:t>PPT</a:t>
            </a:r>
            <a:r>
              <a:rPr lang="zh-CN" altLang="en-US" sz="100" dirty="0">
                <a:solidFill>
                  <a:prstClr val="white"/>
                </a:solidFill>
                <a:latin typeface="Calibri" panose="020F0502020204030204"/>
                <a:ea typeface="宋体" panose="02010600030101010101" pitchFamily="2" charset="-122"/>
              </a:rPr>
              <a:t>下载：</a:t>
            </a:r>
            <a:r>
              <a:rPr lang="en-US" altLang="zh-CN" sz="100" dirty="0">
                <a:solidFill>
                  <a:prstClr val="white"/>
                </a:solidFill>
                <a:latin typeface="Calibri" panose="020F0502020204030204"/>
                <a:ea typeface="宋体" panose="02010600030101010101" pitchFamily="2" charset="-122"/>
              </a:rPr>
              <a:t>www.1ppt.com/xiazai/        PPT</a:t>
            </a:r>
            <a:r>
              <a:rPr lang="zh-CN" altLang="en-US" sz="100" dirty="0">
                <a:solidFill>
                  <a:prstClr val="white"/>
                </a:solidFill>
                <a:latin typeface="Calibri" panose="020F0502020204030204"/>
                <a:ea typeface="宋体" panose="02010600030101010101" pitchFamily="2" charset="-122"/>
              </a:rPr>
              <a:t>教程： </a:t>
            </a:r>
            <a:r>
              <a:rPr lang="en-US" altLang="zh-CN" sz="100" dirty="0">
                <a:solidFill>
                  <a:prstClr val="white"/>
                </a:solidFill>
                <a:latin typeface="Calibri" panose="020F0502020204030204"/>
                <a:ea typeface="宋体" panose="02010600030101010101" pitchFamily="2" charset="-122"/>
              </a:rPr>
              <a:t>www.1ppt.com/powerpoint/      </a:t>
            </a:r>
            <a:endParaRPr lang="en-US" altLang="zh-CN" sz="100" dirty="0">
              <a:solidFill>
                <a:prstClr val="white"/>
              </a:solidFill>
              <a:latin typeface="Calibri" panose="020F0502020204030204"/>
              <a:ea typeface="宋体" panose="02010600030101010101" pitchFamily="2" charset="-122"/>
            </a:endParaRPr>
          </a:p>
          <a:p>
            <a:pPr fontAlgn="auto">
              <a:spcBef>
                <a:spcPts val="0"/>
              </a:spcBef>
              <a:spcAft>
                <a:spcPts val="0"/>
              </a:spcAft>
              <a:buFontTx/>
              <a:buNone/>
            </a:pPr>
            <a:r>
              <a:rPr lang="en-US" altLang="zh-CN" sz="100" dirty="0">
                <a:solidFill>
                  <a:prstClr val="white"/>
                </a:solidFill>
                <a:latin typeface="Calibri" panose="020F0502020204030204"/>
                <a:ea typeface="宋体" panose="02010600030101010101" pitchFamily="2" charset="-122"/>
              </a:rPr>
              <a:t>Word</a:t>
            </a:r>
            <a:r>
              <a:rPr lang="zh-CN" altLang="en-US" sz="100" dirty="0">
                <a:solidFill>
                  <a:prstClr val="white"/>
                </a:solidFill>
                <a:latin typeface="Calibri" panose="020F0502020204030204"/>
                <a:ea typeface="宋体" panose="02010600030101010101" pitchFamily="2" charset="-122"/>
              </a:rPr>
              <a:t>教程： </a:t>
            </a:r>
            <a:r>
              <a:rPr lang="en-US" altLang="zh-CN" sz="100" dirty="0">
                <a:solidFill>
                  <a:prstClr val="white"/>
                </a:solidFill>
                <a:latin typeface="Calibri" panose="020F0502020204030204"/>
                <a:ea typeface="宋体" panose="02010600030101010101" pitchFamily="2" charset="-122"/>
              </a:rPr>
              <a:t>www.1ppt.com/word/              Excel</a:t>
            </a:r>
            <a:r>
              <a:rPr lang="zh-CN" altLang="en-US" sz="100" dirty="0">
                <a:solidFill>
                  <a:prstClr val="white"/>
                </a:solidFill>
                <a:latin typeface="Calibri" panose="020F0502020204030204"/>
                <a:ea typeface="宋体" panose="02010600030101010101" pitchFamily="2" charset="-122"/>
              </a:rPr>
              <a:t>教程：</a:t>
            </a:r>
            <a:r>
              <a:rPr lang="en-US" altLang="zh-CN" sz="100" dirty="0">
                <a:solidFill>
                  <a:prstClr val="white"/>
                </a:solidFill>
                <a:latin typeface="Calibri" panose="020F0502020204030204"/>
                <a:ea typeface="宋体" panose="02010600030101010101" pitchFamily="2" charset="-122"/>
              </a:rPr>
              <a:t>www.1ppt.com/excel/  </a:t>
            </a:r>
            <a:endParaRPr lang="en-US" altLang="zh-CN" sz="100" dirty="0">
              <a:solidFill>
                <a:prstClr val="white"/>
              </a:solidFill>
              <a:latin typeface="Calibri" panose="020F0502020204030204"/>
              <a:ea typeface="宋体" panose="02010600030101010101" pitchFamily="2" charset="-122"/>
            </a:endParaRPr>
          </a:p>
          <a:p>
            <a:pPr fontAlgn="auto">
              <a:spcBef>
                <a:spcPts val="0"/>
              </a:spcBef>
              <a:spcAft>
                <a:spcPts val="0"/>
              </a:spcAft>
              <a:buFontTx/>
              <a:buNone/>
            </a:pPr>
            <a:r>
              <a:rPr lang="zh-CN" altLang="en-US" sz="100" dirty="0">
                <a:solidFill>
                  <a:prstClr val="white"/>
                </a:solidFill>
                <a:latin typeface="Calibri" panose="020F0502020204030204"/>
                <a:ea typeface="宋体" panose="02010600030101010101" pitchFamily="2" charset="-122"/>
              </a:rPr>
              <a:t>资料下载：</a:t>
            </a:r>
            <a:r>
              <a:rPr lang="en-US" altLang="zh-CN" sz="100" dirty="0">
                <a:solidFill>
                  <a:prstClr val="white"/>
                </a:solidFill>
                <a:latin typeface="Calibri" panose="020F0502020204030204"/>
                <a:ea typeface="宋体" panose="02010600030101010101" pitchFamily="2" charset="-122"/>
              </a:rPr>
              <a:t>www.1ppt.com/ziliao/                PPT</a:t>
            </a:r>
            <a:r>
              <a:rPr lang="zh-CN" altLang="en-US" sz="100" dirty="0">
                <a:solidFill>
                  <a:prstClr val="white"/>
                </a:solidFill>
                <a:latin typeface="Calibri" panose="020F0502020204030204"/>
                <a:ea typeface="宋体" panose="02010600030101010101" pitchFamily="2" charset="-122"/>
              </a:rPr>
              <a:t>课件下载：</a:t>
            </a:r>
            <a:r>
              <a:rPr lang="en-US" altLang="zh-CN" sz="100" dirty="0">
                <a:solidFill>
                  <a:prstClr val="white"/>
                </a:solidFill>
                <a:latin typeface="Calibri" panose="020F0502020204030204"/>
                <a:ea typeface="宋体" panose="02010600030101010101" pitchFamily="2" charset="-122"/>
              </a:rPr>
              <a:t>www.1ppt.com/kejian/ </a:t>
            </a:r>
            <a:endParaRPr lang="en-US" altLang="zh-CN" sz="100" dirty="0">
              <a:solidFill>
                <a:prstClr val="white"/>
              </a:solidFill>
              <a:latin typeface="Calibri" panose="020F0502020204030204"/>
              <a:ea typeface="宋体" panose="02010600030101010101" pitchFamily="2" charset="-122"/>
            </a:endParaRPr>
          </a:p>
          <a:p>
            <a:pPr fontAlgn="auto">
              <a:spcBef>
                <a:spcPts val="0"/>
              </a:spcBef>
              <a:spcAft>
                <a:spcPts val="0"/>
              </a:spcAft>
              <a:buFontTx/>
              <a:buNone/>
            </a:pPr>
            <a:r>
              <a:rPr lang="zh-CN" altLang="en-US" sz="100" dirty="0">
                <a:solidFill>
                  <a:prstClr val="white"/>
                </a:solidFill>
                <a:latin typeface="Calibri" panose="020F0502020204030204"/>
                <a:ea typeface="宋体" panose="02010600030101010101" pitchFamily="2" charset="-122"/>
              </a:rPr>
              <a:t>范文下载：</a:t>
            </a:r>
            <a:r>
              <a:rPr lang="en-US" altLang="zh-CN" sz="100" dirty="0">
                <a:solidFill>
                  <a:prstClr val="white"/>
                </a:solidFill>
                <a:latin typeface="Calibri" panose="020F0502020204030204"/>
                <a:ea typeface="宋体" panose="02010600030101010101" pitchFamily="2" charset="-122"/>
              </a:rPr>
              <a:t>www.1ppt.com/fanwen/             </a:t>
            </a:r>
            <a:r>
              <a:rPr lang="zh-CN" altLang="en-US" sz="100" dirty="0">
                <a:solidFill>
                  <a:prstClr val="white"/>
                </a:solidFill>
                <a:latin typeface="Calibri" panose="020F0502020204030204"/>
                <a:ea typeface="宋体" panose="02010600030101010101" pitchFamily="2" charset="-122"/>
              </a:rPr>
              <a:t>试卷下载：</a:t>
            </a:r>
            <a:r>
              <a:rPr lang="en-US" altLang="zh-CN" sz="100" dirty="0">
                <a:solidFill>
                  <a:prstClr val="white"/>
                </a:solidFill>
                <a:latin typeface="Calibri" panose="020F0502020204030204"/>
                <a:ea typeface="宋体" panose="02010600030101010101" pitchFamily="2" charset="-122"/>
              </a:rPr>
              <a:t>www.1ppt.com/shiti/  </a:t>
            </a:r>
            <a:endParaRPr lang="en-US" altLang="zh-CN" sz="100" dirty="0">
              <a:solidFill>
                <a:prstClr val="white"/>
              </a:solidFill>
              <a:latin typeface="Calibri" panose="020F0502020204030204"/>
              <a:ea typeface="宋体" panose="02010600030101010101" pitchFamily="2" charset="-122"/>
            </a:endParaRPr>
          </a:p>
          <a:p>
            <a:pPr fontAlgn="auto">
              <a:spcBef>
                <a:spcPts val="0"/>
              </a:spcBef>
              <a:spcAft>
                <a:spcPts val="0"/>
              </a:spcAft>
              <a:buFontTx/>
              <a:buNone/>
            </a:pPr>
            <a:r>
              <a:rPr lang="zh-CN" altLang="en-US" sz="100" dirty="0">
                <a:solidFill>
                  <a:prstClr val="white"/>
                </a:solidFill>
                <a:latin typeface="Calibri" panose="020F0502020204030204"/>
                <a:ea typeface="宋体" panose="02010600030101010101" pitchFamily="2" charset="-122"/>
              </a:rPr>
              <a:t>教案下载：</a:t>
            </a:r>
            <a:r>
              <a:rPr lang="en-US" altLang="zh-CN" sz="100" dirty="0">
                <a:solidFill>
                  <a:prstClr val="white"/>
                </a:solidFill>
                <a:latin typeface="Calibri" panose="020F0502020204030204"/>
                <a:ea typeface="宋体" panose="02010600030101010101" pitchFamily="2" charset="-122"/>
              </a:rPr>
              <a:t>www.1ppt.com/jiaoan/        </a:t>
            </a:r>
            <a:endParaRPr lang="en-US" altLang="zh-CN" sz="100" dirty="0">
              <a:solidFill>
                <a:prstClr val="white"/>
              </a:solidFill>
              <a:latin typeface="Calibri" panose="020F0502020204030204"/>
              <a:ea typeface="宋体" panose="02010600030101010101" pitchFamily="2" charset="-122"/>
            </a:endParaRPr>
          </a:p>
          <a:p>
            <a:pPr fontAlgn="auto">
              <a:spcBef>
                <a:spcPts val="0"/>
              </a:spcBef>
              <a:spcAft>
                <a:spcPts val="0"/>
              </a:spcAft>
              <a:buFontTx/>
              <a:buNone/>
            </a:pPr>
            <a:r>
              <a:rPr lang="zh-CN" altLang="en-US" sz="100" dirty="0">
                <a:solidFill>
                  <a:prstClr val="white"/>
                </a:solidFill>
                <a:latin typeface="Calibri" panose="020F0502020204030204"/>
                <a:ea typeface="宋体" panose="02010600030101010101" pitchFamily="2" charset="-122"/>
              </a:rPr>
              <a:t>字体下载：</a:t>
            </a:r>
            <a:r>
              <a:rPr lang="en-US" altLang="zh-CN" sz="100" dirty="0">
                <a:solidFill>
                  <a:prstClr val="white"/>
                </a:solidFill>
                <a:latin typeface="Calibri" panose="020F0502020204030204"/>
                <a:ea typeface="宋体" panose="02010600030101010101" pitchFamily="2" charset="-122"/>
              </a:rPr>
              <a:t>www.1ppt.com/ziti/</a:t>
            </a:r>
            <a:endParaRPr lang="en-US" altLang="zh-CN" sz="100" dirty="0">
              <a:solidFill>
                <a:prstClr val="white"/>
              </a:solidFill>
              <a:latin typeface="Calibri" panose="020F0502020204030204"/>
              <a:ea typeface="宋体" panose="02010600030101010101" pitchFamily="2" charset="-122"/>
            </a:endParaRPr>
          </a:p>
          <a:p>
            <a:pPr fontAlgn="auto">
              <a:spcBef>
                <a:spcPts val="0"/>
              </a:spcBef>
              <a:spcAft>
                <a:spcPts val="0"/>
              </a:spcAft>
              <a:buFontTx/>
              <a:buNone/>
            </a:pPr>
            <a:r>
              <a:rPr lang="en-US" altLang="zh-CN" sz="100" dirty="0">
                <a:solidFill>
                  <a:prstClr val="white"/>
                </a:solidFill>
                <a:latin typeface="Calibri" panose="020F0502020204030204"/>
                <a:ea typeface="宋体" panose="02010600030101010101" pitchFamily="2" charset="-122"/>
              </a:rPr>
              <a:t> </a:t>
            </a:r>
            <a:endParaRPr lang="zh-CN" altLang="en-US" sz="100" dirty="0">
              <a:solidFill>
                <a:prstClr val="white"/>
              </a:solidFill>
              <a:latin typeface="Calibri" panose="020F0502020204030204"/>
              <a:ea typeface="宋体" panose="02010600030101010101" pitchFamily="2" charset="-122"/>
            </a:endParaRPr>
          </a:p>
        </p:txBody>
      </p:sp>
      <p:sp>
        <p:nvSpPr>
          <p:cNvPr id="2" name="标题 1"/>
          <p:cNvSpPr>
            <a:spLocks noGrp="1"/>
          </p:cNvSpPr>
          <p:nvPr>
            <p:ph type="title"/>
          </p:nvPr>
        </p:nvSpPr>
        <p:spPr>
          <a:xfrm>
            <a:off x="825625" y="908051"/>
            <a:ext cx="10601349" cy="635000"/>
          </a:xfrm>
        </p:spPr>
        <p:txBody>
          <a:bodyPr/>
          <a:lstStyle>
            <a:lvl1pPr>
              <a:defRPr>
                <a:solidFill>
                  <a:schemeClr val="accent1"/>
                </a:solidFill>
              </a:defRPr>
            </a:lvl1pPr>
          </a:lstStyle>
          <a:p>
            <a:r>
              <a:rPr lang="zh-CN" altLang="en-US"/>
              <a:t>单击此处编辑母版标题样式</a:t>
            </a:r>
            <a:endParaRPr lang="zh-CN" altLang="en-US"/>
          </a:p>
        </p:txBody>
      </p:sp>
      <p:sp>
        <p:nvSpPr>
          <p:cNvPr id="3" name="内容占位符 2"/>
          <p:cNvSpPr>
            <a:spLocks noGrp="1"/>
          </p:cNvSpPr>
          <p:nvPr>
            <p:ph idx="1"/>
          </p:nvPr>
        </p:nvSpPr>
        <p:spPr>
          <a:xfrm>
            <a:off x="825625" y="1600201"/>
            <a:ext cx="10601349" cy="4525963"/>
          </a:xfrm>
        </p:spPr>
        <p:txBody>
          <a:bodyPr/>
          <a:lstStyle>
            <a:lvl1pPr>
              <a:defRPr>
                <a:solidFill>
                  <a:schemeClr val="accent1"/>
                </a:solidFill>
              </a:defRPr>
            </a:lvl1pPr>
            <a:lvl2pPr>
              <a:defRPr>
                <a:solidFill>
                  <a:schemeClr val="accent1"/>
                </a:solidFill>
              </a:defRPr>
            </a:lvl2pPr>
            <a:lvl3pPr>
              <a:defRPr>
                <a:solidFill>
                  <a:schemeClr val="accent1"/>
                </a:solidFill>
              </a:defRPr>
            </a:lvl3pPr>
            <a:lvl4pPr>
              <a:defRPr>
                <a:solidFill>
                  <a:schemeClr val="accent1"/>
                </a:solidFill>
              </a:defRPr>
            </a:lvl4pPr>
            <a:lvl5pPr>
              <a:defRPr>
                <a:solidFill>
                  <a:schemeClr val="accent1"/>
                </a:solidFill>
              </a:defRPr>
            </a:lvl5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8" name="Freeform 5"/>
          <p:cNvSpPr/>
          <p:nvPr userDrawn="1"/>
        </p:nvSpPr>
        <p:spPr bwMode="auto">
          <a:xfrm>
            <a:off x="63836" y="73173"/>
            <a:ext cx="1227153" cy="486467"/>
          </a:xfrm>
          <a:custGeom>
            <a:avLst/>
            <a:gdLst>
              <a:gd name="T0" fmla="*/ 0 w 1600"/>
              <a:gd name="T1" fmla="*/ 0 h 617"/>
              <a:gd name="T2" fmla="*/ 1429 w 1600"/>
              <a:gd name="T3" fmla="*/ 0 h 617"/>
              <a:gd name="T4" fmla="*/ 1600 w 1600"/>
              <a:gd name="T5" fmla="*/ 308 h 617"/>
              <a:gd name="T6" fmla="*/ 1429 w 1600"/>
              <a:gd name="T7" fmla="*/ 617 h 617"/>
              <a:gd name="T8" fmla="*/ 0 w 1600"/>
              <a:gd name="T9" fmla="*/ 617 h 617"/>
              <a:gd name="T10" fmla="*/ 0 w 1600"/>
              <a:gd name="T11" fmla="*/ 0 h 617"/>
            </a:gdLst>
            <a:ahLst/>
            <a:cxnLst>
              <a:cxn ang="0">
                <a:pos x="T0" y="T1"/>
              </a:cxn>
              <a:cxn ang="0">
                <a:pos x="T2" y="T3"/>
              </a:cxn>
              <a:cxn ang="0">
                <a:pos x="T4" y="T5"/>
              </a:cxn>
              <a:cxn ang="0">
                <a:pos x="T6" y="T7"/>
              </a:cxn>
              <a:cxn ang="0">
                <a:pos x="T8" y="T9"/>
              </a:cxn>
              <a:cxn ang="0">
                <a:pos x="T10" y="T11"/>
              </a:cxn>
            </a:cxnLst>
            <a:rect l="0" t="0" r="r" b="b"/>
            <a:pathLst>
              <a:path w="1600" h="617">
                <a:moveTo>
                  <a:pt x="0" y="0"/>
                </a:moveTo>
                <a:lnTo>
                  <a:pt x="1429" y="0"/>
                </a:lnTo>
                <a:lnTo>
                  <a:pt x="1600" y="308"/>
                </a:lnTo>
                <a:lnTo>
                  <a:pt x="1429" y="617"/>
                </a:lnTo>
                <a:lnTo>
                  <a:pt x="0" y="617"/>
                </a:lnTo>
                <a:lnTo>
                  <a:pt x="0" y="0"/>
                </a:lnTo>
                <a:close/>
              </a:path>
            </a:pathLst>
          </a:custGeom>
          <a:solidFill>
            <a:schemeClr val="tx1"/>
          </a:solidFill>
          <a:ln>
            <a:noFill/>
          </a:ln>
        </p:spPr>
        <p:txBody>
          <a:bodyPr vert="horz" wrap="square" lIns="91434" tIns="45717" rIns="91434" bIns="45717" numCol="1" anchor="t" anchorCtr="0" compatLnSpc="1"/>
          <a:lstStyle/>
          <a:p>
            <a:endParaRPr lang="zh-CN" altLang="en-US">
              <a:solidFill>
                <a:srgbClr val="294A5A"/>
              </a:solidFill>
            </a:endParaRPr>
          </a:p>
        </p:txBody>
      </p:sp>
      <p:sp>
        <p:nvSpPr>
          <p:cNvPr id="9" name="Freeform 6"/>
          <p:cNvSpPr/>
          <p:nvPr userDrawn="1"/>
        </p:nvSpPr>
        <p:spPr bwMode="auto">
          <a:xfrm>
            <a:off x="1196835" y="73173"/>
            <a:ext cx="10215809" cy="486467"/>
          </a:xfrm>
          <a:custGeom>
            <a:avLst/>
            <a:gdLst>
              <a:gd name="T0" fmla="*/ 0 w 13327"/>
              <a:gd name="T1" fmla="*/ 0 h 617"/>
              <a:gd name="T2" fmla="*/ 13155 w 13327"/>
              <a:gd name="T3" fmla="*/ 0 h 617"/>
              <a:gd name="T4" fmla="*/ 13327 w 13327"/>
              <a:gd name="T5" fmla="*/ 308 h 617"/>
              <a:gd name="T6" fmla="*/ 13155 w 13327"/>
              <a:gd name="T7" fmla="*/ 617 h 617"/>
              <a:gd name="T8" fmla="*/ 0 w 13327"/>
              <a:gd name="T9" fmla="*/ 617 h 617"/>
              <a:gd name="T10" fmla="*/ 171 w 13327"/>
              <a:gd name="T11" fmla="*/ 308 h 617"/>
              <a:gd name="T12" fmla="*/ 0 w 13327"/>
              <a:gd name="T13" fmla="*/ 0 h 617"/>
            </a:gdLst>
            <a:ahLst/>
            <a:cxnLst>
              <a:cxn ang="0">
                <a:pos x="T0" y="T1"/>
              </a:cxn>
              <a:cxn ang="0">
                <a:pos x="T2" y="T3"/>
              </a:cxn>
              <a:cxn ang="0">
                <a:pos x="T4" y="T5"/>
              </a:cxn>
              <a:cxn ang="0">
                <a:pos x="T6" y="T7"/>
              </a:cxn>
              <a:cxn ang="0">
                <a:pos x="T8" y="T9"/>
              </a:cxn>
              <a:cxn ang="0">
                <a:pos x="T10" y="T11"/>
              </a:cxn>
              <a:cxn ang="0">
                <a:pos x="T12" y="T13"/>
              </a:cxn>
            </a:cxnLst>
            <a:rect l="0" t="0" r="r" b="b"/>
            <a:pathLst>
              <a:path w="13327" h="617">
                <a:moveTo>
                  <a:pt x="0" y="0"/>
                </a:moveTo>
                <a:lnTo>
                  <a:pt x="13155" y="0"/>
                </a:lnTo>
                <a:lnTo>
                  <a:pt x="13327" y="308"/>
                </a:lnTo>
                <a:lnTo>
                  <a:pt x="13155" y="617"/>
                </a:lnTo>
                <a:lnTo>
                  <a:pt x="0" y="617"/>
                </a:lnTo>
                <a:lnTo>
                  <a:pt x="171" y="308"/>
                </a:lnTo>
                <a:lnTo>
                  <a:pt x="0" y="0"/>
                </a:lnTo>
                <a:close/>
              </a:path>
            </a:pathLst>
          </a:custGeom>
          <a:solidFill>
            <a:schemeClr val="accent1"/>
          </a:solidFill>
          <a:ln>
            <a:noFill/>
          </a:ln>
        </p:spPr>
        <p:txBody>
          <a:bodyPr vert="horz" wrap="square" lIns="91434" tIns="45717" rIns="91434" bIns="45717" numCol="1" anchor="t" anchorCtr="0" compatLnSpc="1"/>
          <a:lstStyle/>
          <a:p>
            <a:endParaRPr lang="zh-CN" altLang="en-US">
              <a:solidFill>
                <a:srgbClr val="294A5A"/>
              </a:solidFill>
            </a:endParaRPr>
          </a:p>
        </p:txBody>
      </p:sp>
      <p:sp>
        <p:nvSpPr>
          <p:cNvPr id="10" name="Freeform 7"/>
          <p:cNvSpPr/>
          <p:nvPr userDrawn="1"/>
        </p:nvSpPr>
        <p:spPr bwMode="auto">
          <a:xfrm>
            <a:off x="11320057" y="73173"/>
            <a:ext cx="812871" cy="486467"/>
          </a:xfrm>
          <a:custGeom>
            <a:avLst/>
            <a:gdLst>
              <a:gd name="T0" fmla="*/ 0 w 1060"/>
              <a:gd name="T1" fmla="*/ 0 h 617"/>
              <a:gd name="T2" fmla="*/ 1060 w 1060"/>
              <a:gd name="T3" fmla="*/ 0 h 617"/>
              <a:gd name="T4" fmla="*/ 1060 w 1060"/>
              <a:gd name="T5" fmla="*/ 617 h 617"/>
              <a:gd name="T6" fmla="*/ 0 w 1060"/>
              <a:gd name="T7" fmla="*/ 617 h 617"/>
              <a:gd name="T8" fmla="*/ 172 w 1060"/>
              <a:gd name="T9" fmla="*/ 308 h 617"/>
              <a:gd name="T10" fmla="*/ 0 w 1060"/>
              <a:gd name="T11" fmla="*/ 0 h 617"/>
            </a:gdLst>
            <a:ahLst/>
            <a:cxnLst>
              <a:cxn ang="0">
                <a:pos x="T0" y="T1"/>
              </a:cxn>
              <a:cxn ang="0">
                <a:pos x="T2" y="T3"/>
              </a:cxn>
              <a:cxn ang="0">
                <a:pos x="T4" y="T5"/>
              </a:cxn>
              <a:cxn ang="0">
                <a:pos x="T6" y="T7"/>
              </a:cxn>
              <a:cxn ang="0">
                <a:pos x="T8" y="T9"/>
              </a:cxn>
              <a:cxn ang="0">
                <a:pos x="T10" y="T11"/>
              </a:cxn>
            </a:cxnLst>
            <a:rect l="0" t="0" r="r" b="b"/>
            <a:pathLst>
              <a:path w="1060" h="617">
                <a:moveTo>
                  <a:pt x="0" y="0"/>
                </a:moveTo>
                <a:lnTo>
                  <a:pt x="1060" y="0"/>
                </a:lnTo>
                <a:lnTo>
                  <a:pt x="1060" y="617"/>
                </a:lnTo>
                <a:lnTo>
                  <a:pt x="0" y="617"/>
                </a:lnTo>
                <a:lnTo>
                  <a:pt x="172" y="308"/>
                </a:lnTo>
                <a:lnTo>
                  <a:pt x="0" y="0"/>
                </a:lnTo>
                <a:close/>
              </a:path>
            </a:pathLst>
          </a:custGeom>
          <a:solidFill>
            <a:schemeClr val="accent1"/>
          </a:solidFill>
          <a:ln>
            <a:noFill/>
          </a:ln>
        </p:spPr>
        <p:txBody>
          <a:bodyPr vert="horz" wrap="square" lIns="91434" tIns="45717" rIns="91434" bIns="45717" numCol="1" anchor="t" anchorCtr="0" compatLnSpc="1"/>
          <a:lstStyle/>
          <a:p>
            <a:endParaRPr lang="zh-CN" altLang="en-US">
              <a:solidFill>
                <a:srgbClr val="294A5A"/>
              </a:solidFill>
            </a:endParaRPr>
          </a:p>
        </p:txBody>
      </p:sp>
      <p:sp>
        <p:nvSpPr>
          <p:cNvPr id="15" name="TextBox 14"/>
          <p:cNvSpPr txBox="1"/>
          <p:nvPr userDrawn="1"/>
        </p:nvSpPr>
        <p:spPr>
          <a:xfrm>
            <a:off x="11537052" y="116633"/>
            <a:ext cx="474797" cy="353937"/>
          </a:xfrm>
          <a:prstGeom prst="rect">
            <a:avLst/>
          </a:prstGeom>
          <a:noFill/>
        </p:spPr>
        <p:txBody>
          <a:bodyPr wrap="none" lIns="91434" tIns="45717" rIns="91434" bIns="45717" rtlCol="0">
            <a:spAutoFit/>
          </a:bodyPr>
          <a:lstStyle/>
          <a:p>
            <a:pPr algn="ctr"/>
            <a:fld id="{B879B013-EF15-44F9-9A4C-93BE492C244C}" type="slidenum">
              <a:rPr lang="zh-CN" altLang="en-US" sz="1700" smtClean="0">
                <a:solidFill>
                  <a:srgbClr val="FFFFFF"/>
                </a:solidFill>
                <a:latin typeface="微软雅黑" panose="020B0503020204020204" pitchFamily="34" charset="-122"/>
                <a:ea typeface="微软雅黑" panose="020B0503020204020204" pitchFamily="34" charset="-122"/>
              </a:rPr>
            </a:fld>
            <a:endParaRPr lang="zh-CN" altLang="en-US" sz="1700" dirty="0">
              <a:solidFill>
                <a:srgbClr val="FFFFFF"/>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p14:dur="10" advTm="9437"/>
    </mc:Choice>
    <mc:Fallback>
      <p:transition advTm="9437"/>
    </mc:Fallback>
  </mc:AlternateContent>
  <mc:AlternateContent xmlns:mc="http://schemas.openxmlformats.org/markup-compatibility/2006">
    <mc:Choice xmlns:p14="http://schemas.microsoft.com/office/powerpoint/2010/main"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afterEffect" p14:presetBounceEnd="33000">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14:bounceEnd="33000">
                                          <p:cBhvr additive="base">
                                            <p:cTn id="7" dur="300" fill="hold"/>
                                            <p:tgtEl>
                                              <p:spTgt spid="8"/>
                                            </p:tgtEl>
                                            <p:attrNameLst>
                                              <p:attrName>ppt_x</p:attrName>
                                            </p:attrNameLst>
                                          </p:cBhvr>
                                          <p:tavLst>
                                            <p:tav tm="0">
                                              <p:val>
                                                <p:strVal val="0-#ppt_w/2"/>
                                              </p:val>
                                            </p:tav>
                                            <p:tav tm="100000">
                                              <p:val>
                                                <p:strVal val="#ppt_x"/>
                                              </p:val>
                                            </p:tav>
                                          </p:tavLst>
                                        </p:anim>
                                        <p:anim calcmode="lin" valueType="num" p14:bounceEnd="33000">
                                          <p:cBhvr additive="base">
                                            <p:cTn id="8" dur="300" fill="hold"/>
                                            <p:tgtEl>
                                              <p:spTgt spid="8"/>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22" presetClass="entr" presetSubtype="8" fill="hold" grpId="0" nodeType="after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wipe(left)">
                                          <p:cBhvr>
                                            <p:cTn id="12" dur="300"/>
                                            <p:tgtEl>
                                              <p:spTgt spid="9"/>
                                            </p:tgtEl>
                                          </p:cBhvr>
                                        </p:animEffect>
                                      </p:childTnLst>
                                    </p:cTn>
                                  </p:par>
                                </p:childTnLst>
                              </p:cTn>
                            </p:par>
                            <p:par>
                              <p:cTn id="13" fill="hold">
                                <p:stCondLst>
                                  <p:cond delay="1000"/>
                                </p:stCondLst>
                                <p:childTnLst>
                                  <p:par>
                                    <p:cTn id="14" presetID="2" presetClass="entr" presetSubtype="2" fill="hold" grpId="0" nodeType="afterEffect" p14:presetBounceEnd="33000">
                                      <p:stCondLst>
                                        <p:cond delay="0"/>
                                      </p:stCondLst>
                                      <p:childTnLst>
                                        <p:set>
                                          <p:cBhvr>
                                            <p:cTn id="15" dur="1" fill="hold">
                                              <p:stCondLst>
                                                <p:cond delay="0"/>
                                              </p:stCondLst>
                                            </p:cTn>
                                            <p:tgtEl>
                                              <p:spTgt spid="10"/>
                                            </p:tgtEl>
                                            <p:attrNameLst>
                                              <p:attrName>style.visibility</p:attrName>
                                            </p:attrNameLst>
                                          </p:cBhvr>
                                          <p:to>
                                            <p:strVal val="visible"/>
                                          </p:to>
                                        </p:set>
                                        <p:anim calcmode="lin" valueType="num" p14:bounceEnd="33000">
                                          <p:cBhvr additive="base">
                                            <p:cTn id="16" dur="300" fill="hold"/>
                                            <p:tgtEl>
                                              <p:spTgt spid="10"/>
                                            </p:tgtEl>
                                            <p:attrNameLst>
                                              <p:attrName>ppt_x</p:attrName>
                                            </p:attrNameLst>
                                          </p:cBhvr>
                                          <p:tavLst>
                                            <p:tav tm="0">
                                              <p:val>
                                                <p:strVal val="1+#ppt_w/2"/>
                                              </p:val>
                                            </p:tav>
                                            <p:tav tm="100000">
                                              <p:val>
                                                <p:strVal val="#ppt_x"/>
                                              </p:val>
                                            </p:tav>
                                          </p:tavLst>
                                        </p:anim>
                                        <p:anim calcmode="lin" valueType="num" p14:bounceEnd="33000">
                                          <p:cBhvr additive="base">
                                            <p:cTn id="17" dur="300" fill="hold"/>
                                            <p:tgtEl>
                                              <p:spTgt spid="10"/>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P spid="10" grpId="0" animBg="1"/>
        </p:bldLst>
      </p:timing>
    </mc:Choice>
    <mc:Fallback>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after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300" fill="hold"/>
                                            <p:tgtEl>
                                              <p:spTgt spid="8"/>
                                            </p:tgtEl>
                                            <p:attrNameLst>
                                              <p:attrName>ppt_x</p:attrName>
                                            </p:attrNameLst>
                                          </p:cBhvr>
                                          <p:tavLst>
                                            <p:tav tm="0">
                                              <p:val>
                                                <p:strVal val="0-#ppt_w/2"/>
                                              </p:val>
                                            </p:tav>
                                            <p:tav tm="100000">
                                              <p:val>
                                                <p:strVal val="#ppt_x"/>
                                              </p:val>
                                            </p:tav>
                                          </p:tavLst>
                                        </p:anim>
                                        <p:anim calcmode="lin" valueType="num">
                                          <p:cBhvr additive="base">
                                            <p:cTn id="8" dur="300" fill="hold"/>
                                            <p:tgtEl>
                                              <p:spTgt spid="8"/>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22" presetClass="entr" presetSubtype="8" fill="hold" grpId="0" nodeType="after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wipe(left)">
                                          <p:cBhvr>
                                            <p:cTn id="12" dur="300"/>
                                            <p:tgtEl>
                                              <p:spTgt spid="9"/>
                                            </p:tgtEl>
                                          </p:cBhvr>
                                        </p:animEffect>
                                      </p:childTnLst>
                                    </p:cTn>
                                  </p:par>
                                </p:childTnLst>
                              </p:cTn>
                            </p:par>
                            <p:par>
                              <p:cTn id="13" fill="hold">
                                <p:stCondLst>
                                  <p:cond delay="1000"/>
                                </p:stCondLst>
                                <p:childTnLst>
                                  <p:par>
                                    <p:cTn id="14" presetID="2" presetClass="entr" presetSubtype="2" fill="hold" grpId="0" nodeType="afterEffect">
                                      <p:stCondLst>
                                        <p:cond delay="0"/>
                                      </p:stCondLst>
                                      <p:childTnLst>
                                        <p:set>
                                          <p:cBhvr>
                                            <p:cTn id="15" dur="1" fill="hold">
                                              <p:stCondLst>
                                                <p:cond delay="0"/>
                                              </p:stCondLst>
                                            </p:cTn>
                                            <p:tgtEl>
                                              <p:spTgt spid="10"/>
                                            </p:tgtEl>
                                            <p:attrNameLst>
                                              <p:attrName>style.visibility</p:attrName>
                                            </p:attrNameLst>
                                          </p:cBhvr>
                                          <p:to>
                                            <p:strVal val="visible"/>
                                          </p:to>
                                        </p:set>
                                        <p:anim calcmode="lin" valueType="num">
                                          <p:cBhvr additive="base">
                                            <p:cTn id="16" dur="300" fill="hold"/>
                                            <p:tgtEl>
                                              <p:spTgt spid="10"/>
                                            </p:tgtEl>
                                            <p:attrNameLst>
                                              <p:attrName>ppt_x</p:attrName>
                                            </p:attrNameLst>
                                          </p:cBhvr>
                                          <p:tavLst>
                                            <p:tav tm="0">
                                              <p:val>
                                                <p:strVal val="1+#ppt_w/2"/>
                                              </p:val>
                                            </p:tav>
                                            <p:tav tm="100000">
                                              <p:val>
                                                <p:strVal val="#ppt_x"/>
                                              </p:val>
                                            </p:tav>
                                          </p:tavLst>
                                        </p:anim>
                                        <p:anim calcmode="lin" valueType="num">
                                          <p:cBhvr additive="base">
                                            <p:cTn id="17" dur="300" fill="hold"/>
                                            <p:tgtEl>
                                              <p:spTgt spid="10"/>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P spid="10" grpId="0" animBg="1"/>
        </p:bldLst>
      </p:timing>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preserve="1">
  <p:cSld name="节标题">
    <p:bg>
      <p:bgPr>
        <a:blipFill dpi="0" rotWithShape="1">
          <a:blip r:embed="rId2" cstate="print">
            <a:lum/>
          </a:blip>
          <a:srcRect/>
          <a:stretch>
            <a:fillRect/>
          </a:stretch>
        </a:blip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963614" y="4406901"/>
            <a:ext cx="10366375" cy="1362075"/>
          </a:xfrm>
        </p:spPr>
        <p:txBody>
          <a:bodyPr anchor="t"/>
          <a:lstStyle>
            <a:lvl1pPr algn="l">
              <a:defRPr sz="4000" b="1" cap="all">
                <a:solidFill>
                  <a:srgbClr val="F8F8F8"/>
                </a:solidFill>
              </a:defRPr>
            </a:lvl1pPr>
          </a:lstStyle>
          <a:p>
            <a:r>
              <a:rPr lang="zh-CN" altLang="en-US"/>
              <a:t>单击此处编辑母版标题样式</a:t>
            </a:r>
            <a:endParaRPr lang="zh-CN" altLang="en-US"/>
          </a:p>
        </p:txBody>
      </p:sp>
      <p:sp>
        <p:nvSpPr>
          <p:cNvPr id="3" name="文本占位符 2"/>
          <p:cNvSpPr>
            <a:spLocks noGrp="1"/>
          </p:cNvSpPr>
          <p:nvPr>
            <p:ph type="body" idx="1"/>
          </p:nvPr>
        </p:nvSpPr>
        <p:spPr>
          <a:xfrm>
            <a:off x="963614" y="2906713"/>
            <a:ext cx="10366375" cy="1500187"/>
          </a:xfrm>
        </p:spPr>
        <p:txBody>
          <a:bodyPr anchor="b"/>
          <a:lstStyle>
            <a:lvl1pPr marL="0" indent="0">
              <a:buNone/>
              <a:defRPr sz="2000">
                <a:solidFill>
                  <a:srgbClr val="F8F8F8"/>
                </a:solidFill>
              </a:defRPr>
            </a:lvl1pPr>
            <a:lvl2pPr marL="457200" indent="0">
              <a:buNone/>
              <a:defRPr sz="1700"/>
            </a:lvl2pPr>
            <a:lvl3pPr marL="914400" indent="0">
              <a:buNone/>
              <a:defRPr sz="1600"/>
            </a:lvl3pPr>
            <a:lvl4pPr marL="1371600" indent="0">
              <a:buNone/>
              <a:defRPr sz="1300"/>
            </a:lvl4pPr>
            <a:lvl5pPr marL="1828800" indent="0">
              <a:buNone/>
              <a:defRPr sz="1300"/>
            </a:lvl5pPr>
            <a:lvl6pPr marL="2286000" indent="0">
              <a:buNone/>
              <a:defRPr sz="1300"/>
            </a:lvl6pPr>
            <a:lvl7pPr marL="2743200" indent="0">
              <a:buNone/>
              <a:defRPr sz="1300"/>
            </a:lvl7pPr>
            <a:lvl8pPr marL="3200400" indent="0">
              <a:buNone/>
              <a:defRPr sz="1300"/>
            </a:lvl8pPr>
            <a:lvl9pPr marL="3657600" indent="0">
              <a:buNone/>
              <a:defRPr sz="1300"/>
            </a:lvl9pPr>
          </a:lstStyle>
          <a:p>
            <a:pPr lvl="0"/>
            <a:r>
              <a:rPr lang="zh-CN" altLang="en-US"/>
              <a:t>单击此处编辑母版文本样式</a:t>
            </a:r>
            <a:endParaRPr lang="zh-CN" altLang="en-US"/>
          </a:p>
        </p:txBody>
      </p:sp>
    </p:spTree>
  </p:cSld>
  <p:clrMapOvr>
    <a:masterClrMapping/>
  </p:clrMapOvr>
  <mc:AlternateContent xmlns:mc="http://schemas.openxmlformats.org/markup-compatibility/2006">
    <mc:Choice xmlns:p14="http://schemas.microsoft.com/office/powerpoint/2010/main" Requires="p14">
      <p:transition p14:dur="10" advTm="9437"/>
    </mc:Choice>
    <mc:Fallback>
      <p:transition advTm="9437"/>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609599" y="1600201"/>
            <a:ext cx="5411788" cy="4525963"/>
          </a:xfrm>
        </p:spPr>
        <p:txBody>
          <a:bodyPr/>
          <a:lstStyle>
            <a:lvl1pPr>
              <a:defRPr sz="2800"/>
            </a:lvl1pPr>
            <a:lvl2pPr>
              <a:defRPr sz="2400"/>
            </a:lvl2pPr>
            <a:lvl3pPr>
              <a:defRPr sz="2000"/>
            </a:lvl3pPr>
            <a:lvl4pPr>
              <a:defRPr sz="1700"/>
            </a:lvl4pPr>
            <a:lvl5pPr>
              <a:defRPr sz="1700"/>
            </a:lvl5pPr>
            <a:lvl6pPr>
              <a:defRPr sz="1700"/>
            </a:lvl6pPr>
            <a:lvl7pPr>
              <a:defRPr sz="1700"/>
            </a:lvl7pPr>
            <a:lvl8pPr>
              <a:defRPr sz="1700"/>
            </a:lvl8pPr>
            <a:lvl9pPr>
              <a:defRPr sz="17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p:nvPr>
        </p:nvSpPr>
        <p:spPr>
          <a:xfrm>
            <a:off x="6173788" y="1600201"/>
            <a:ext cx="5413375" cy="4525963"/>
          </a:xfrm>
        </p:spPr>
        <p:txBody>
          <a:bodyPr/>
          <a:lstStyle>
            <a:lvl1pPr>
              <a:defRPr sz="2800"/>
            </a:lvl1pPr>
            <a:lvl2pPr>
              <a:defRPr sz="2400"/>
            </a:lvl2pPr>
            <a:lvl3pPr>
              <a:defRPr sz="2000"/>
            </a:lvl3pPr>
            <a:lvl4pPr>
              <a:defRPr sz="1700"/>
            </a:lvl4pPr>
            <a:lvl5pPr>
              <a:defRPr sz="1700"/>
            </a:lvl5pPr>
            <a:lvl6pPr>
              <a:defRPr sz="1700"/>
            </a:lvl6pPr>
            <a:lvl7pPr>
              <a:defRPr sz="1700"/>
            </a:lvl7pPr>
            <a:lvl8pPr>
              <a:defRPr sz="1700"/>
            </a:lvl8pPr>
            <a:lvl9pPr>
              <a:defRPr sz="17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pic>
        <p:nvPicPr>
          <p:cNvPr id="5" name="图片 13" descr="泰迪logo无底色.png"/>
          <p:cNvPicPr>
            <a:picLocks noChangeAspect="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601940" y="6309320"/>
            <a:ext cx="918092" cy="2425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mc:AlternateContent xmlns:mc="http://schemas.openxmlformats.org/markup-compatibility/2006">
    <mc:Choice xmlns:p14="http://schemas.microsoft.com/office/powerpoint/2010/main" Requires="p14">
      <p:transition p14:dur="10" advTm="9437"/>
    </mc:Choice>
    <mc:Fallback>
      <p:transition advTm="9437"/>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09601" y="274637"/>
            <a:ext cx="10977563" cy="1143000"/>
          </a:xfrm>
        </p:spPr>
        <p:txBody>
          <a:bodyPr/>
          <a:lstStyle>
            <a:lvl1pPr>
              <a:defRPr/>
            </a:lvl1pPr>
          </a:lstStyle>
          <a:p>
            <a:r>
              <a:rPr lang="zh-CN" altLang="en-US"/>
              <a:t>单击此处编辑母版标题样式</a:t>
            </a:r>
            <a:endParaRPr lang="zh-CN" altLang="en-US"/>
          </a:p>
        </p:txBody>
      </p:sp>
      <p:sp>
        <p:nvSpPr>
          <p:cNvPr id="3" name="文本占位符 2"/>
          <p:cNvSpPr>
            <a:spLocks noGrp="1"/>
          </p:cNvSpPr>
          <p:nvPr>
            <p:ph type="body" idx="1"/>
          </p:nvPr>
        </p:nvSpPr>
        <p:spPr>
          <a:xfrm>
            <a:off x="609601" y="1535113"/>
            <a:ext cx="5389563" cy="639763"/>
          </a:xfrm>
        </p:spPr>
        <p:txBody>
          <a:bodyPr anchor="b"/>
          <a:lstStyle>
            <a:lvl1pPr marL="0" indent="0">
              <a:buNone/>
              <a:defRPr sz="2400" b="1"/>
            </a:lvl1pPr>
            <a:lvl2pPr marL="457200" indent="0">
              <a:buNone/>
              <a:defRPr sz="2000" b="1"/>
            </a:lvl2pPr>
            <a:lvl3pPr marL="914400" indent="0">
              <a:buNone/>
              <a:defRPr sz="17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609601" y="2174875"/>
            <a:ext cx="5389563" cy="3951288"/>
          </a:xfrm>
        </p:spPr>
        <p:txBody>
          <a:bodyPr/>
          <a:lstStyle>
            <a:lvl1pPr>
              <a:defRPr sz="2400"/>
            </a:lvl1pPr>
            <a:lvl2pPr>
              <a:defRPr sz="2000"/>
            </a:lvl2pPr>
            <a:lvl3pPr>
              <a:defRPr sz="17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p:nvPr>
        </p:nvSpPr>
        <p:spPr>
          <a:xfrm>
            <a:off x="6196013" y="1535113"/>
            <a:ext cx="5391151" cy="639763"/>
          </a:xfrm>
        </p:spPr>
        <p:txBody>
          <a:bodyPr anchor="b"/>
          <a:lstStyle>
            <a:lvl1pPr marL="0" indent="0">
              <a:buNone/>
              <a:defRPr sz="2400" b="1"/>
            </a:lvl1pPr>
            <a:lvl2pPr marL="457200" indent="0">
              <a:buNone/>
              <a:defRPr sz="2000" b="1"/>
            </a:lvl2pPr>
            <a:lvl3pPr marL="914400" indent="0">
              <a:buNone/>
              <a:defRPr sz="17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6196013" y="2174875"/>
            <a:ext cx="5391151" cy="3951288"/>
          </a:xfrm>
        </p:spPr>
        <p:txBody>
          <a:bodyPr/>
          <a:lstStyle>
            <a:lvl1pPr>
              <a:defRPr sz="2400"/>
            </a:lvl1pPr>
            <a:lvl2pPr>
              <a:defRPr sz="2000"/>
            </a:lvl2pPr>
            <a:lvl3pPr>
              <a:defRPr sz="17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Tree>
  </p:cSld>
  <p:clrMapOvr>
    <a:masterClrMapping/>
  </p:clrMapOvr>
  <mc:AlternateContent xmlns:mc="http://schemas.openxmlformats.org/markup-compatibility/2006">
    <mc:Choice xmlns:p14="http://schemas.microsoft.com/office/powerpoint/2010/main" Requires="p14">
      <p:transition p14:dur="10" advTm="9437"/>
    </mc:Choice>
    <mc:Fallback>
      <p:transition advTm="9437"/>
    </mc:Fallback>
  </mc:AlternateContent>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Tree>
  </p:cSld>
  <p:clrMapOvr>
    <a:masterClrMapping/>
  </p:clrMapOvr>
  <mc:AlternateContent xmlns:mc="http://schemas.openxmlformats.org/markup-compatibility/2006">
    <mc:Choice xmlns:p14="http://schemas.microsoft.com/office/powerpoint/2010/main" Requires="p14">
      <p:transition p14:dur="10" advTm="9437"/>
    </mc:Choice>
    <mc:Fallback>
      <p:transition advTm="9437"/>
    </mc:Fallback>
  </mc:AlternateContent>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p14="http://schemas.microsoft.com/office/powerpoint/2010/main" Requires="p14">
      <p:transition p14:dur="10" advTm="9437"/>
    </mc:Choice>
    <mc:Fallback>
      <p:transition advTm="9437"/>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09600" y="273049"/>
            <a:ext cx="4013201" cy="1162051"/>
          </a:xfrm>
        </p:spPr>
        <p:txBody>
          <a:bodyPr anchor="b"/>
          <a:lstStyle>
            <a:lvl1pPr algn="l">
              <a:defRPr sz="2000" b="1"/>
            </a:lvl1pPr>
          </a:lstStyle>
          <a:p>
            <a:r>
              <a:rPr lang="zh-CN" altLang="en-US"/>
              <a:t>单击此处编辑母版标题样式</a:t>
            </a:r>
            <a:endParaRPr lang="zh-CN" altLang="en-US"/>
          </a:p>
        </p:txBody>
      </p:sp>
      <p:sp>
        <p:nvSpPr>
          <p:cNvPr id="3" name="内容占位符 2"/>
          <p:cNvSpPr>
            <a:spLocks noGrp="1"/>
          </p:cNvSpPr>
          <p:nvPr>
            <p:ph idx="1"/>
          </p:nvPr>
        </p:nvSpPr>
        <p:spPr>
          <a:xfrm>
            <a:off x="4768850" y="273052"/>
            <a:ext cx="6818313"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文本占位符 3"/>
          <p:cNvSpPr>
            <a:spLocks noGrp="1"/>
          </p:cNvSpPr>
          <p:nvPr>
            <p:ph type="body" sz="half" idx="2"/>
          </p:nvPr>
        </p:nvSpPr>
        <p:spPr>
          <a:xfrm>
            <a:off x="609600" y="1435102"/>
            <a:ext cx="4013201" cy="4691063"/>
          </a:xfrm>
        </p:spPr>
        <p:txBody>
          <a:bodyPr/>
          <a:lstStyle>
            <a:lvl1pPr marL="0" indent="0">
              <a:buNone/>
              <a:defRPr sz="1300"/>
            </a:lvl1pPr>
            <a:lvl2pPr marL="457200" indent="0">
              <a:buNone/>
              <a:defRPr sz="1200"/>
            </a:lvl2pPr>
            <a:lvl3pPr marL="914400" indent="0">
              <a:buNone/>
              <a:defRPr sz="9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Tree>
  </p:cSld>
  <p:clrMapOvr>
    <a:masterClrMapping/>
  </p:clrMapOvr>
  <mc:AlternateContent xmlns:mc="http://schemas.openxmlformats.org/markup-compatibility/2006">
    <mc:Choice xmlns:p14="http://schemas.microsoft.com/office/powerpoint/2010/main" Requires="p14">
      <p:transition p14:dur="10" advTm="9437"/>
    </mc:Choice>
    <mc:Fallback>
      <p:transition advTm="9437"/>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2390775" y="4800600"/>
            <a:ext cx="7318375" cy="566739"/>
          </a:xfrm>
        </p:spPr>
        <p:txBody>
          <a:bodyPr anchor="b"/>
          <a:lstStyle>
            <a:lvl1pPr algn="l">
              <a:defRPr sz="2000" b="1"/>
            </a:lvl1pPr>
          </a:lstStyle>
          <a:p>
            <a:r>
              <a:rPr lang="zh-CN" altLang="en-US"/>
              <a:t>单击此处编辑母版标题样式</a:t>
            </a:r>
            <a:endParaRPr lang="zh-CN" altLang="en-US"/>
          </a:p>
        </p:txBody>
      </p:sp>
      <p:sp>
        <p:nvSpPr>
          <p:cNvPr id="3" name="图片占位符 2"/>
          <p:cNvSpPr>
            <a:spLocks noGrp="1"/>
          </p:cNvSpPr>
          <p:nvPr>
            <p:ph type="pic" idx="1"/>
          </p:nvPr>
        </p:nvSpPr>
        <p:spPr>
          <a:xfrm>
            <a:off x="2390775" y="612775"/>
            <a:ext cx="7318375"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2390775" y="5367338"/>
            <a:ext cx="7318375" cy="804863"/>
          </a:xfrm>
        </p:spPr>
        <p:txBody>
          <a:bodyPr/>
          <a:lstStyle>
            <a:lvl1pPr marL="0" indent="0">
              <a:buNone/>
              <a:defRPr sz="1300"/>
            </a:lvl1pPr>
            <a:lvl2pPr marL="457200" indent="0">
              <a:buNone/>
              <a:defRPr sz="1200"/>
            </a:lvl2pPr>
            <a:lvl3pPr marL="914400" indent="0">
              <a:buNone/>
              <a:defRPr sz="9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Tree>
  </p:cSld>
  <p:clrMapOvr>
    <a:masterClrMapping/>
  </p:clrMapOvr>
  <mc:AlternateContent xmlns:mc="http://schemas.openxmlformats.org/markup-compatibility/2006">
    <mc:Choice xmlns:p14="http://schemas.microsoft.com/office/powerpoint/2010/main" Requires="p14">
      <p:transition p14:dur="10" advTm="9437"/>
    </mc:Choice>
    <mc:Fallback>
      <p:transition advTm="9437"/>
    </mc:Fallback>
  </mc:AlternateContent>
</p:sldLayout>
</file>

<file path=ppt/slideLayouts/slideLayout22.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Tree>
  </p:cSld>
  <p:clrMapOvr>
    <a:masterClrMapping/>
  </p:clrMapOvr>
  <mc:AlternateContent xmlns:mc="http://schemas.openxmlformats.org/markup-compatibility/2006">
    <mc:Choice xmlns:p14="http://schemas.microsoft.com/office/powerpoint/2010/main" Requires="p14">
      <p:transition p14:dur="10" advTm="9437"/>
    </mc:Choice>
    <mc:Fallback>
      <p:transition advTm="9437"/>
    </mc:Fallback>
  </mc:AlternateContent>
</p:sldLayout>
</file>

<file path=ppt/slideLayouts/slideLayout23.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843963" y="908052"/>
            <a:ext cx="2743201" cy="5218113"/>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609601" y="908052"/>
            <a:ext cx="8081963" cy="5218113"/>
          </a:xfrm>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Tree>
  </p:cSld>
  <p:clrMapOvr>
    <a:masterClrMapping/>
  </p:clrMapOvr>
  <mc:AlternateContent xmlns:mc="http://schemas.openxmlformats.org/markup-compatibility/2006">
    <mc:Choice xmlns:p14="http://schemas.microsoft.com/office/powerpoint/2010/main" Requires="p14">
      <p:transition p14:dur="10" advTm="9437"/>
    </mc:Choice>
    <mc:Fallback>
      <p:transition advTm="9437"/>
    </mc:Fallback>
  </mc:AlternateConten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showMasterSp="0" userDrawn="1">
  <p:cSld name="1_标题幻灯片">
    <p:spTree>
      <p:nvGrpSpPr>
        <p:cNvPr id="1" name=""/>
        <p:cNvGrpSpPr/>
        <p:nvPr/>
      </p:nvGrpSpPr>
      <p:grpSpPr>
        <a:xfrm>
          <a:off x="0" y="0"/>
          <a:ext cx="0" cy="0"/>
          <a:chOff x="0" y="0"/>
          <a:chExt cx="0" cy="0"/>
        </a:xfrm>
      </p:grpSpPr>
      <p:pic>
        <p:nvPicPr>
          <p:cNvPr id="4" name="Picture 2" descr="PPECLOGO-eff-0-1"/>
          <p:cNvPicPr>
            <a:picLocks noChangeAspect="1" noChangeArrowheads="1"/>
          </p:cNvPicPr>
          <p:nvPr userDrawn="1"/>
        </p:nvPicPr>
        <p:blipFill>
          <a:blip r:embed="rId2" cstate="screen"/>
          <a:srcRect/>
          <a:stretch>
            <a:fillRect/>
          </a:stretch>
        </p:blipFill>
        <p:spPr bwMode="auto">
          <a:xfrm>
            <a:off x="4146915" y="2886610"/>
            <a:ext cx="1060349" cy="798789"/>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3" descr="PPECLOGO-eff-0-2"/>
          <p:cNvPicPr>
            <a:picLocks noChangeAspect="1" noChangeArrowheads="1"/>
          </p:cNvPicPr>
          <p:nvPr userDrawn="1"/>
        </p:nvPicPr>
        <p:blipFill>
          <a:blip r:embed="rId3" cstate="screen"/>
          <a:srcRect/>
          <a:stretch>
            <a:fillRect/>
          </a:stretch>
        </p:blipFill>
        <p:spPr bwMode="auto">
          <a:xfrm>
            <a:off x="8430462" y="2758265"/>
            <a:ext cx="1096814" cy="838939"/>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4" descr="PPECLOGO-eff-0-3"/>
          <p:cNvPicPr>
            <a:picLocks noChangeAspect="1" noChangeArrowheads="1"/>
          </p:cNvPicPr>
          <p:nvPr userDrawn="1"/>
        </p:nvPicPr>
        <p:blipFill>
          <a:blip r:embed="rId4" cstate="print"/>
          <a:srcRect/>
          <a:stretch>
            <a:fillRect/>
          </a:stretch>
        </p:blipFill>
        <p:spPr bwMode="auto">
          <a:xfrm>
            <a:off x="1040451" y="1447780"/>
            <a:ext cx="3013732" cy="2376211"/>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5" descr="PPECLOGO-eff-0-1"/>
          <p:cNvPicPr>
            <a:picLocks noChangeAspect="1" noChangeArrowheads="1"/>
          </p:cNvPicPr>
          <p:nvPr userDrawn="1"/>
        </p:nvPicPr>
        <p:blipFill>
          <a:blip r:embed="rId5" cstate="screen"/>
          <a:srcRect/>
          <a:stretch>
            <a:fillRect/>
          </a:stretch>
        </p:blipFill>
        <p:spPr bwMode="auto">
          <a:xfrm>
            <a:off x="4467437" y="3771071"/>
            <a:ext cx="524127" cy="395616"/>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6" descr="PPECLOGO-eff-0-1"/>
          <p:cNvPicPr>
            <a:picLocks noChangeAspect="1" noChangeArrowheads="1"/>
          </p:cNvPicPr>
          <p:nvPr userDrawn="1"/>
        </p:nvPicPr>
        <p:blipFill>
          <a:blip r:embed="rId6" cstate="screen"/>
          <a:srcRect/>
          <a:stretch>
            <a:fillRect/>
          </a:stretch>
        </p:blipFill>
        <p:spPr bwMode="auto">
          <a:xfrm>
            <a:off x="7376341" y="2904247"/>
            <a:ext cx="401158" cy="302381"/>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8" descr="PPECLOGO-eff-0-2"/>
          <p:cNvPicPr>
            <a:picLocks noChangeAspect="1" noChangeArrowheads="1"/>
          </p:cNvPicPr>
          <p:nvPr userDrawn="1"/>
        </p:nvPicPr>
        <p:blipFill>
          <a:blip r:embed="rId7" cstate="screen"/>
          <a:srcRect/>
          <a:stretch>
            <a:fillRect/>
          </a:stretch>
        </p:blipFill>
        <p:spPr bwMode="auto">
          <a:xfrm>
            <a:off x="5277818" y="2574150"/>
            <a:ext cx="981731" cy="750913"/>
          </a:xfrm>
          <a:prstGeom prst="rect">
            <a:avLst/>
          </a:prstGeom>
          <a:noFill/>
          <a:extLst>
            <a:ext uri="{909E8E84-426E-40DD-AFC4-6F175D3DCCD1}">
              <a14:hiddenFill xmlns:a14="http://schemas.microsoft.com/office/drawing/2010/main">
                <a:solidFill>
                  <a:srgbClr val="FFFFFF"/>
                </a:solidFill>
              </a14:hiddenFill>
            </a:ext>
          </a:extLst>
        </p:spPr>
      </p:pic>
      <p:pic>
        <p:nvPicPr>
          <p:cNvPr id="10" name="Picture 9" descr="PPECLOGO-eff-5-4"/>
          <p:cNvPicPr>
            <a:picLocks noChangeAspect="1" noChangeArrowheads="1"/>
          </p:cNvPicPr>
          <p:nvPr userDrawn="1"/>
        </p:nvPicPr>
        <p:blipFill>
          <a:blip r:embed="rId8" cstate="print"/>
          <a:srcRect/>
          <a:stretch>
            <a:fillRect/>
          </a:stretch>
        </p:blipFill>
        <p:spPr bwMode="auto">
          <a:xfrm>
            <a:off x="3261942" y="3206629"/>
            <a:ext cx="1477636" cy="1123849"/>
          </a:xfrm>
          <a:prstGeom prst="rect">
            <a:avLst/>
          </a:prstGeom>
          <a:noFill/>
          <a:extLst>
            <a:ext uri="{909E8E84-426E-40DD-AFC4-6F175D3DCCD1}">
              <a14:hiddenFill xmlns:a14="http://schemas.microsoft.com/office/drawing/2010/main">
                <a:solidFill>
                  <a:srgbClr val="FFFFFF"/>
                </a:solidFill>
              </a14:hiddenFill>
            </a:ext>
          </a:extLst>
        </p:spPr>
      </p:pic>
      <p:pic>
        <p:nvPicPr>
          <p:cNvPr id="11" name="Picture 10" descr="PPECLOGO-eff-5-2"/>
          <p:cNvPicPr>
            <a:picLocks noChangeAspect="1" noChangeArrowheads="1"/>
          </p:cNvPicPr>
          <p:nvPr userDrawn="1"/>
        </p:nvPicPr>
        <p:blipFill>
          <a:blip r:embed="rId9" cstate="print"/>
          <a:srcRect/>
          <a:stretch>
            <a:fillRect/>
          </a:stretch>
        </p:blipFill>
        <p:spPr bwMode="auto">
          <a:xfrm>
            <a:off x="5352404" y="3446015"/>
            <a:ext cx="1834444" cy="1436309"/>
          </a:xfrm>
          <a:prstGeom prst="rect">
            <a:avLst/>
          </a:prstGeom>
          <a:noFill/>
          <a:extLst>
            <a:ext uri="{909E8E84-426E-40DD-AFC4-6F175D3DCCD1}">
              <a14:hiddenFill xmlns:a14="http://schemas.microsoft.com/office/drawing/2010/main">
                <a:solidFill>
                  <a:srgbClr val="FFFFFF"/>
                </a:solidFill>
              </a14:hiddenFill>
            </a:ext>
          </a:extLst>
        </p:spPr>
      </p:pic>
      <p:pic>
        <p:nvPicPr>
          <p:cNvPr id="12" name="Picture 11" descr="PPECLOGO-eff-5-4"/>
          <p:cNvPicPr>
            <a:picLocks noChangeAspect="1" noChangeArrowheads="1"/>
          </p:cNvPicPr>
          <p:nvPr userDrawn="1"/>
        </p:nvPicPr>
        <p:blipFill>
          <a:blip r:embed="rId10" cstate="screen"/>
          <a:srcRect/>
          <a:stretch>
            <a:fillRect/>
          </a:stretch>
        </p:blipFill>
        <p:spPr bwMode="auto">
          <a:xfrm>
            <a:off x="9886102" y="2725339"/>
            <a:ext cx="1116793" cy="851707"/>
          </a:xfrm>
          <a:prstGeom prst="rect">
            <a:avLst/>
          </a:prstGeom>
          <a:noFill/>
          <a:extLst>
            <a:ext uri="{909E8E84-426E-40DD-AFC4-6F175D3DCCD1}">
              <a14:hiddenFill xmlns:a14="http://schemas.microsoft.com/office/drawing/2010/main">
                <a:solidFill>
                  <a:srgbClr val="FFFFFF"/>
                </a:solidFill>
              </a14:hiddenFill>
            </a:ext>
          </a:extLst>
        </p:spPr>
      </p:pic>
      <p:pic>
        <p:nvPicPr>
          <p:cNvPr id="13" name="Picture 12" descr="PPECLOGO-eff-0-1"/>
          <p:cNvPicPr>
            <a:picLocks noChangeAspect="1" noChangeArrowheads="1"/>
          </p:cNvPicPr>
          <p:nvPr userDrawn="1"/>
        </p:nvPicPr>
        <p:blipFill>
          <a:blip r:embed="rId11" cstate="screen"/>
          <a:srcRect/>
          <a:stretch>
            <a:fillRect/>
          </a:stretch>
        </p:blipFill>
        <p:spPr bwMode="auto">
          <a:xfrm>
            <a:off x="7942801" y="3624922"/>
            <a:ext cx="522112" cy="393095"/>
          </a:xfrm>
          <a:prstGeom prst="rect">
            <a:avLst/>
          </a:prstGeom>
          <a:noFill/>
          <a:extLst>
            <a:ext uri="{909E8E84-426E-40DD-AFC4-6F175D3DCCD1}">
              <a14:hiddenFill xmlns:a14="http://schemas.microsoft.com/office/drawing/2010/main">
                <a:solidFill>
                  <a:srgbClr val="FFFFFF"/>
                </a:solidFill>
              </a14:hiddenFill>
            </a:ext>
          </a:extLst>
        </p:spPr>
      </p:pic>
      <p:pic>
        <p:nvPicPr>
          <p:cNvPr id="14" name="Picture 13" descr="PPECLOGO-eff-0-1"/>
          <p:cNvPicPr>
            <a:picLocks noChangeAspect="1" noChangeArrowheads="1"/>
          </p:cNvPicPr>
          <p:nvPr userDrawn="1"/>
        </p:nvPicPr>
        <p:blipFill>
          <a:blip r:embed="rId11" cstate="screen"/>
          <a:srcRect/>
          <a:stretch>
            <a:fillRect/>
          </a:stretch>
        </p:blipFill>
        <p:spPr bwMode="auto">
          <a:xfrm>
            <a:off x="11254879" y="2365002"/>
            <a:ext cx="522111" cy="393095"/>
          </a:xfrm>
          <a:prstGeom prst="rect">
            <a:avLst/>
          </a:prstGeom>
          <a:noFill/>
          <a:extLst>
            <a:ext uri="{909E8E84-426E-40DD-AFC4-6F175D3DCCD1}">
              <a14:hiddenFill xmlns:a14="http://schemas.microsoft.com/office/drawing/2010/main">
                <a:solidFill>
                  <a:srgbClr val="FFFFFF"/>
                </a:solidFill>
              </a14:hiddenFill>
            </a:ext>
          </a:extLst>
        </p:spPr>
      </p:pic>
      <p:pic>
        <p:nvPicPr>
          <p:cNvPr id="15" name="Picture 14" descr="PPECLOGO-eff2-1-2"/>
          <p:cNvPicPr>
            <a:picLocks noChangeAspect="1" noChangeArrowheads="1"/>
          </p:cNvPicPr>
          <p:nvPr userDrawn="1"/>
        </p:nvPicPr>
        <p:blipFill>
          <a:blip r:embed="rId12" cstate="print"/>
          <a:srcRect/>
          <a:stretch>
            <a:fillRect/>
          </a:stretch>
        </p:blipFill>
        <p:spPr bwMode="auto">
          <a:xfrm>
            <a:off x="2054437" y="2795895"/>
            <a:ext cx="1697366" cy="1428749"/>
          </a:xfrm>
          <a:prstGeom prst="rect">
            <a:avLst/>
          </a:prstGeom>
          <a:noFill/>
          <a:extLst>
            <a:ext uri="{909E8E84-426E-40DD-AFC4-6F175D3DCCD1}">
              <a14:hiddenFill xmlns:a14="http://schemas.microsoft.com/office/drawing/2010/main">
                <a:solidFill>
                  <a:srgbClr val="FFFFFF"/>
                </a:solidFill>
              </a14:hiddenFill>
            </a:ext>
          </a:extLst>
        </p:spPr>
      </p:pic>
      <p:pic>
        <p:nvPicPr>
          <p:cNvPr id="16" name="Picture 15" descr="PPECLOGO-eff2-1-3"/>
          <p:cNvPicPr>
            <a:picLocks noChangeAspect="1" noChangeArrowheads="1"/>
          </p:cNvPicPr>
          <p:nvPr userDrawn="1"/>
        </p:nvPicPr>
        <p:blipFill>
          <a:blip r:embed="rId13" cstate="print"/>
          <a:srcRect/>
          <a:stretch>
            <a:fillRect/>
          </a:stretch>
        </p:blipFill>
        <p:spPr bwMode="auto">
          <a:xfrm>
            <a:off x="3983627" y="2785815"/>
            <a:ext cx="437445" cy="365376"/>
          </a:xfrm>
          <a:prstGeom prst="rect">
            <a:avLst/>
          </a:prstGeom>
          <a:noFill/>
          <a:extLst>
            <a:ext uri="{909E8E84-426E-40DD-AFC4-6F175D3DCCD1}">
              <a14:hiddenFill xmlns:a14="http://schemas.microsoft.com/office/drawing/2010/main">
                <a:solidFill>
                  <a:srgbClr val="FFFFFF"/>
                </a:solidFill>
              </a14:hiddenFill>
            </a:ext>
          </a:extLst>
        </p:spPr>
      </p:pic>
      <p:pic>
        <p:nvPicPr>
          <p:cNvPr id="17" name="Picture 16" descr="PPECLOGO-eff2-1-4"/>
          <p:cNvPicPr>
            <a:picLocks noChangeAspect="1" noChangeArrowheads="1"/>
          </p:cNvPicPr>
          <p:nvPr userDrawn="1"/>
        </p:nvPicPr>
        <p:blipFill>
          <a:blip r:embed="rId14" cstate="print"/>
          <a:srcRect/>
          <a:stretch>
            <a:fillRect/>
          </a:stretch>
        </p:blipFill>
        <p:spPr bwMode="auto">
          <a:xfrm>
            <a:off x="8519341" y="3325061"/>
            <a:ext cx="703540" cy="587123"/>
          </a:xfrm>
          <a:prstGeom prst="rect">
            <a:avLst/>
          </a:prstGeom>
          <a:noFill/>
          <a:extLst>
            <a:ext uri="{909E8E84-426E-40DD-AFC4-6F175D3DCCD1}">
              <a14:hiddenFill xmlns:a14="http://schemas.microsoft.com/office/drawing/2010/main">
                <a:solidFill>
                  <a:srgbClr val="FFFFFF"/>
                </a:solidFill>
              </a14:hiddenFill>
            </a:ext>
          </a:extLst>
        </p:spPr>
      </p:pic>
      <p:pic>
        <p:nvPicPr>
          <p:cNvPr id="18" name="Picture 17" descr="PPECLOGO-eff2-1-3"/>
          <p:cNvPicPr>
            <a:picLocks noChangeAspect="1" noChangeArrowheads="1"/>
          </p:cNvPicPr>
          <p:nvPr userDrawn="1"/>
        </p:nvPicPr>
        <p:blipFill>
          <a:blip r:embed="rId13" cstate="print"/>
          <a:srcRect/>
          <a:stretch>
            <a:fillRect/>
          </a:stretch>
        </p:blipFill>
        <p:spPr bwMode="auto">
          <a:xfrm>
            <a:off x="9239009" y="2909286"/>
            <a:ext cx="360841" cy="302381"/>
          </a:xfrm>
          <a:prstGeom prst="rect">
            <a:avLst/>
          </a:prstGeom>
          <a:noFill/>
          <a:extLst>
            <a:ext uri="{909E8E84-426E-40DD-AFC4-6F175D3DCCD1}">
              <a14:hiddenFill xmlns:a14="http://schemas.microsoft.com/office/drawing/2010/main">
                <a:solidFill>
                  <a:srgbClr val="FFFFFF"/>
                </a:solidFill>
              </a14:hiddenFill>
            </a:ext>
          </a:extLst>
        </p:spPr>
      </p:pic>
      <p:pic>
        <p:nvPicPr>
          <p:cNvPr id="19" name="Picture 18" descr="PPECLOGO-eff2-1-3"/>
          <p:cNvPicPr>
            <a:picLocks noChangeAspect="1" noChangeArrowheads="1"/>
          </p:cNvPicPr>
          <p:nvPr userDrawn="1"/>
        </p:nvPicPr>
        <p:blipFill>
          <a:blip r:embed="rId13" cstate="print"/>
          <a:srcRect/>
          <a:stretch>
            <a:fillRect/>
          </a:stretch>
        </p:blipFill>
        <p:spPr bwMode="auto">
          <a:xfrm>
            <a:off x="9744990" y="3446014"/>
            <a:ext cx="282222" cy="236865"/>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mc:AlternateContent xmlns:mc="http://schemas.openxmlformats.org/markup-compatibility/2006">
    <mc:Choice xmlns:p14="http://schemas.microsoft.com/office/powerpoint/2010/main" Requires="p14">
      <p:transition p14:dur="10" advTm="9437"/>
    </mc:Choice>
    <mc:Fallback>
      <p:transition advTm="9437"/>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500"/>
                                        <p:tgtEl>
                                          <p:spTgt spid="10"/>
                                        </p:tgtEl>
                                      </p:cBhvr>
                                    </p:animEffect>
                                  </p:childTnLst>
                                </p:cTn>
                              </p:par>
                              <p:par>
                                <p:cTn id="8" presetID="10" presetClass="entr" presetSubtype="0" fill="hold" nodeType="withEffect">
                                  <p:stCondLst>
                                    <p:cond delay="0"/>
                                  </p:stCondLst>
                                  <p:childTnLst>
                                    <p:set>
                                      <p:cBhvr>
                                        <p:cTn id="9" dur="1" fill="hold">
                                          <p:stCondLst>
                                            <p:cond delay="0"/>
                                          </p:stCondLst>
                                        </p:cTn>
                                        <p:tgtEl>
                                          <p:spTgt spid="7"/>
                                        </p:tgtEl>
                                        <p:attrNameLst>
                                          <p:attrName>style.visibility</p:attrName>
                                        </p:attrNameLst>
                                      </p:cBhvr>
                                      <p:to>
                                        <p:strVal val="visible"/>
                                      </p:to>
                                    </p:set>
                                    <p:animEffect transition="in" filter="fade">
                                      <p:cBhvr>
                                        <p:cTn id="10" dur="500"/>
                                        <p:tgtEl>
                                          <p:spTgt spid="7"/>
                                        </p:tgtEl>
                                      </p:cBhvr>
                                    </p:animEffect>
                                  </p:childTnLst>
                                </p:cTn>
                              </p:par>
                              <p:par>
                                <p:cTn id="11" presetID="10" presetClass="entr" presetSubtype="0" fill="hold" nodeType="with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fade">
                                      <p:cBhvr>
                                        <p:cTn id="13" dur="500"/>
                                        <p:tgtEl>
                                          <p:spTgt spid="6"/>
                                        </p:tgtEl>
                                      </p:cBhvr>
                                    </p:animEffect>
                                  </p:childTnLst>
                                </p:cTn>
                              </p:par>
                              <p:par>
                                <p:cTn id="14" presetID="10" presetClass="entr" presetSubtype="0" fill="hold" nodeType="withEffect">
                                  <p:stCondLst>
                                    <p:cond delay="0"/>
                                  </p:stCondLst>
                                  <p:childTnLst>
                                    <p:set>
                                      <p:cBhvr>
                                        <p:cTn id="15" dur="1" fill="hold">
                                          <p:stCondLst>
                                            <p:cond delay="0"/>
                                          </p:stCondLst>
                                        </p:cTn>
                                        <p:tgtEl>
                                          <p:spTgt spid="4"/>
                                        </p:tgtEl>
                                        <p:attrNameLst>
                                          <p:attrName>style.visibility</p:attrName>
                                        </p:attrNameLst>
                                      </p:cBhvr>
                                      <p:to>
                                        <p:strVal val="visible"/>
                                      </p:to>
                                    </p:set>
                                    <p:animEffect transition="in" filter="fade">
                                      <p:cBhvr>
                                        <p:cTn id="16" dur="500"/>
                                        <p:tgtEl>
                                          <p:spTgt spid="4"/>
                                        </p:tgtEl>
                                      </p:cBhvr>
                                    </p:animEffect>
                                  </p:childTnLst>
                                </p:cTn>
                              </p:par>
                              <p:par>
                                <p:cTn id="17" presetID="10" presetClass="entr" presetSubtype="0" fill="hold" nodeType="withEffect">
                                  <p:stCondLst>
                                    <p:cond delay="0"/>
                                  </p:stCondLst>
                                  <p:childTnLst>
                                    <p:set>
                                      <p:cBhvr>
                                        <p:cTn id="18" dur="1" fill="hold">
                                          <p:stCondLst>
                                            <p:cond delay="0"/>
                                          </p:stCondLst>
                                        </p:cTn>
                                        <p:tgtEl>
                                          <p:spTgt spid="9"/>
                                        </p:tgtEl>
                                        <p:attrNameLst>
                                          <p:attrName>style.visibility</p:attrName>
                                        </p:attrNameLst>
                                      </p:cBhvr>
                                      <p:to>
                                        <p:strVal val="visible"/>
                                      </p:to>
                                    </p:set>
                                    <p:animEffect transition="in" filter="fade">
                                      <p:cBhvr>
                                        <p:cTn id="19" dur="500"/>
                                        <p:tgtEl>
                                          <p:spTgt spid="9"/>
                                        </p:tgtEl>
                                      </p:cBhvr>
                                    </p:animEffect>
                                  </p:childTnLst>
                                </p:cTn>
                              </p:par>
                              <p:par>
                                <p:cTn id="20" presetID="10" presetClass="entr" presetSubtype="0" fill="hold" nodeType="with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fade">
                                      <p:cBhvr>
                                        <p:cTn id="22" dur="500"/>
                                        <p:tgtEl>
                                          <p:spTgt spid="11"/>
                                        </p:tgtEl>
                                      </p:cBhvr>
                                    </p:animEffect>
                                  </p:childTnLst>
                                </p:cTn>
                              </p:par>
                              <p:par>
                                <p:cTn id="23" presetID="10" presetClass="entr" presetSubtype="0" fill="hold" nodeType="withEffect">
                                  <p:stCondLst>
                                    <p:cond delay="0"/>
                                  </p:stCondLst>
                                  <p:childTnLst>
                                    <p:set>
                                      <p:cBhvr>
                                        <p:cTn id="24" dur="1" fill="hold">
                                          <p:stCondLst>
                                            <p:cond delay="0"/>
                                          </p:stCondLst>
                                        </p:cTn>
                                        <p:tgtEl>
                                          <p:spTgt spid="13"/>
                                        </p:tgtEl>
                                        <p:attrNameLst>
                                          <p:attrName>style.visibility</p:attrName>
                                        </p:attrNameLst>
                                      </p:cBhvr>
                                      <p:to>
                                        <p:strVal val="visible"/>
                                      </p:to>
                                    </p:set>
                                    <p:animEffect transition="in" filter="fade">
                                      <p:cBhvr>
                                        <p:cTn id="25" dur="500"/>
                                        <p:tgtEl>
                                          <p:spTgt spid="13"/>
                                        </p:tgtEl>
                                      </p:cBhvr>
                                    </p:animEffect>
                                  </p:childTnLst>
                                </p:cTn>
                              </p:par>
                              <p:par>
                                <p:cTn id="26" presetID="10" presetClass="entr" presetSubtype="0" fill="hold" nodeType="withEffect">
                                  <p:stCondLst>
                                    <p:cond delay="0"/>
                                  </p:stCondLst>
                                  <p:childTnLst>
                                    <p:set>
                                      <p:cBhvr>
                                        <p:cTn id="27" dur="1" fill="hold">
                                          <p:stCondLst>
                                            <p:cond delay="0"/>
                                          </p:stCondLst>
                                        </p:cTn>
                                        <p:tgtEl>
                                          <p:spTgt spid="5"/>
                                        </p:tgtEl>
                                        <p:attrNameLst>
                                          <p:attrName>style.visibility</p:attrName>
                                        </p:attrNameLst>
                                      </p:cBhvr>
                                      <p:to>
                                        <p:strVal val="visible"/>
                                      </p:to>
                                    </p:set>
                                    <p:animEffect transition="in" filter="fade">
                                      <p:cBhvr>
                                        <p:cTn id="28" dur="500"/>
                                        <p:tgtEl>
                                          <p:spTgt spid="5"/>
                                        </p:tgtEl>
                                      </p:cBhvr>
                                    </p:animEffect>
                                  </p:childTnLst>
                                </p:cTn>
                              </p:par>
                              <p:par>
                                <p:cTn id="29" presetID="10" presetClass="entr" presetSubtype="0" fill="hold" nodeType="withEffect">
                                  <p:stCondLst>
                                    <p:cond delay="0"/>
                                  </p:stCondLst>
                                  <p:childTnLst>
                                    <p:set>
                                      <p:cBhvr>
                                        <p:cTn id="30" dur="1" fill="hold">
                                          <p:stCondLst>
                                            <p:cond delay="0"/>
                                          </p:stCondLst>
                                        </p:cTn>
                                        <p:tgtEl>
                                          <p:spTgt spid="12"/>
                                        </p:tgtEl>
                                        <p:attrNameLst>
                                          <p:attrName>style.visibility</p:attrName>
                                        </p:attrNameLst>
                                      </p:cBhvr>
                                      <p:to>
                                        <p:strVal val="visible"/>
                                      </p:to>
                                    </p:set>
                                    <p:animEffect transition="in" filter="fade">
                                      <p:cBhvr>
                                        <p:cTn id="31" dur="500"/>
                                        <p:tgtEl>
                                          <p:spTgt spid="12"/>
                                        </p:tgtEl>
                                      </p:cBhvr>
                                    </p:animEffect>
                                  </p:childTnLst>
                                </p:cTn>
                              </p:par>
                              <p:par>
                                <p:cTn id="32" presetID="10" presetClass="entr" presetSubtype="0" fill="hold" nodeType="withEffect">
                                  <p:stCondLst>
                                    <p:cond delay="0"/>
                                  </p:stCondLst>
                                  <p:childTnLst>
                                    <p:set>
                                      <p:cBhvr>
                                        <p:cTn id="33" dur="1" fill="hold">
                                          <p:stCondLst>
                                            <p:cond delay="0"/>
                                          </p:stCondLst>
                                        </p:cTn>
                                        <p:tgtEl>
                                          <p:spTgt spid="8"/>
                                        </p:tgtEl>
                                        <p:attrNameLst>
                                          <p:attrName>style.visibility</p:attrName>
                                        </p:attrNameLst>
                                      </p:cBhvr>
                                      <p:to>
                                        <p:strVal val="visible"/>
                                      </p:to>
                                    </p:set>
                                    <p:animEffect transition="in" filter="fade">
                                      <p:cBhvr>
                                        <p:cTn id="34" dur="500"/>
                                        <p:tgtEl>
                                          <p:spTgt spid="8"/>
                                        </p:tgtEl>
                                      </p:cBhvr>
                                    </p:animEffect>
                                  </p:childTnLst>
                                </p:cTn>
                              </p:par>
                              <p:par>
                                <p:cTn id="35" presetID="10" presetClass="entr" presetSubtype="0" fill="hold" nodeType="withEffect">
                                  <p:stCondLst>
                                    <p:cond delay="0"/>
                                  </p:stCondLst>
                                  <p:childTnLst>
                                    <p:set>
                                      <p:cBhvr>
                                        <p:cTn id="36" dur="1" fill="hold">
                                          <p:stCondLst>
                                            <p:cond delay="0"/>
                                          </p:stCondLst>
                                        </p:cTn>
                                        <p:tgtEl>
                                          <p:spTgt spid="14"/>
                                        </p:tgtEl>
                                        <p:attrNameLst>
                                          <p:attrName>style.visibility</p:attrName>
                                        </p:attrNameLst>
                                      </p:cBhvr>
                                      <p:to>
                                        <p:strVal val="visible"/>
                                      </p:to>
                                    </p:set>
                                    <p:animEffect transition="in" filter="fade">
                                      <p:cBhvr>
                                        <p:cTn id="37" dur="500"/>
                                        <p:tgtEl>
                                          <p:spTgt spid="14"/>
                                        </p:tgtEl>
                                      </p:cBhvr>
                                    </p:animEffect>
                                  </p:childTnLst>
                                </p:cTn>
                              </p:par>
                              <p:par>
                                <p:cTn id="38" presetID="35" presetClass="path" presetSubtype="0" fill="hold" nodeType="withEffect">
                                  <p:stCondLst>
                                    <p:cond delay="0"/>
                                  </p:stCondLst>
                                  <p:childTnLst>
                                    <p:animMotion origin="layout" path="M 0 0  L -0.25 0  E" pathEditMode="relative" rAng="0" ptsTypes="">
                                      <p:cBhvr>
                                        <p:cTn id="39" dur="3000" fill="hold"/>
                                        <p:tgtEl>
                                          <p:spTgt spid="12"/>
                                        </p:tgtEl>
                                        <p:attrNameLst>
                                          <p:attrName>ppt_x</p:attrName>
                                          <p:attrName>ppt_y</p:attrName>
                                        </p:attrNameLst>
                                      </p:cBhvr>
                                      <p:rCtr x="0" y="0"/>
                                    </p:animMotion>
                                  </p:childTnLst>
                                </p:cTn>
                              </p:par>
                              <p:par>
                                <p:cTn id="40" presetID="35" presetClass="path" presetSubtype="0" fill="hold" nodeType="withEffect">
                                  <p:stCondLst>
                                    <p:cond delay="0"/>
                                  </p:stCondLst>
                                  <p:childTnLst>
                                    <p:animMotion origin="layout" path="M 4.16667E-6 3.33333E-6 L -0.31632 3.33333E-6 " pathEditMode="relative" rAng="0" ptsTypes="AA">
                                      <p:cBhvr>
                                        <p:cTn id="41" dur="3000" fill="hold"/>
                                        <p:tgtEl>
                                          <p:spTgt spid="5"/>
                                        </p:tgtEl>
                                        <p:attrNameLst>
                                          <p:attrName>ppt_x</p:attrName>
                                          <p:attrName>ppt_y</p:attrName>
                                        </p:attrNameLst>
                                      </p:cBhvr>
                                      <p:rCtr x="-15816" y="0"/>
                                    </p:animMotion>
                                  </p:childTnLst>
                                </p:cTn>
                              </p:par>
                              <p:par>
                                <p:cTn id="42" presetID="35" presetClass="path" presetSubtype="0" fill="hold" nodeType="withEffect">
                                  <p:stCondLst>
                                    <p:cond delay="0"/>
                                  </p:stCondLst>
                                  <p:childTnLst>
                                    <p:animMotion origin="layout" path="M 0.00504 -1.85185E-6 L -0.46684 -1.85185E-6 " pathEditMode="relative" rAng="0" ptsTypes="AA">
                                      <p:cBhvr>
                                        <p:cTn id="43" dur="3000" fill="hold"/>
                                        <p:tgtEl>
                                          <p:spTgt spid="8"/>
                                        </p:tgtEl>
                                        <p:attrNameLst>
                                          <p:attrName>ppt_x</p:attrName>
                                          <p:attrName>ppt_y</p:attrName>
                                        </p:attrNameLst>
                                      </p:cBhvr>
                                      <p:rCtr x="-23594" y="0"/>
                                    </p:animMotion>
                                  </p:childTnLst>
                                </p:cTn>
                              </p:par>
                              <p:par>
                                <p:cTn id="44" presetID="35" presetClass="path" presetSubtype="0" fill="hold" nodeType="withEffect">
                                  <p:stCondLst>
                                    <p:cond delay="0"/>
                                  </p:stCondLst>
                                  <p:childTnLst>
                                    <p:animMotion origin="layout" path="M -3.05556E-6 1.11111E-6 L -0.19531 1.11111E-6 " pathEditMode="relative" rAng="0" ptsTypes="AA">
                                      <p:cBhvr>
                                        <p:cTn id="45" dur="3000" fill="hold"/>
                                        <p:tgtEl>
                                          <p:spTgt spid="9"/>
                                        </p:tgtEl>
                                        <p:attrNameLst>
                                          <p:attrName>ppt_x</p:attrName>
                                          <p:attrName>ppt_y</p:attrName>
                                        </p:attrNameLst>
                                      </p:cBhvr>
                                      <p:rCtr x="-9774" y="0"/>
                                    </p:animMotion>
                                  </p:childTnLst>
                                </p:cTn>
                              </p:par>
                              <p:par>
                                <p:cTn id="46" presetID="35" presetClass="path" presetSubtype="0" fill="hold" nodeType="withEffect">
                                  <p:stCondLst>
                                    <p:cond delay="0"/>
                                  </p:stCondLst>
                                  <p:childTnLst>
                                    <p:animMotion origin="layout" path="M 5.55556E-7 2.59259E-6 L -0.43594 2.59259E-6 " pathEditMode="relative" rAng="0" ptsTypes="AA">
                                      <p:cBhvr>
                                        <p:cTn id="47" dur="3000" fill="hold"/>
                                        <p:tgtEl>
                                          <p:spTgt spid="7"/>
                                        </p:tgtEl>
                                        <p:attrNameLst>
                                          <p:attrName>ppt_x</p:attrName>
                                          <p:attrName>ppt_y</p:attrName>
                                        </p:attrNameLst>
                                      </p:cBhvr>
                                      <p:rCtr x="-21806" y="0"/>
                                    </p:animMotion>
                                  </p:childTnLst>
                                </p:cTn>
                              </p:par>
                              <p:par>
                                <p:cTn id="48" presetID="35" presetClass="path" presetSubtype="0" fill="hold" nodeType="withEffect">
                                  <p:stCondLst>
                                    <p:cond delay="0"/>
                                  </p:stCondLst>
                                  <p:childTnLst>
                                    <p:animMotion origin="layout" path="M 3.05556E-6 -1.85185E-6 L -0.33577 -1.85185E-6 " pathEditMode="relative" rAng="0" ptsTypes="AA">
                                      <p:cBhvr>
                                        <p:cTn id="49" dur="3000" fill="hold"/>
                                        <p:tgtEl>
                                          <p:spTgt spid="4"/>
                                        </p:tgtEl>
                                        <p:attrNameLst>
                                          <p:attrName>ppt_x</p:attrName>
                                          <p:attrName>ppt_y</p:attrName>
                                        </p:attrNameLst>
                                      </p:cBhvr>
                                      <p:rCtr x="-16788" y="0"/>
                                    </p:animMotion>
                                  </p:childTnLst>
                                </p:cTn>
                              </p:par>
                              <p:par>
                                <p:cTn id="50" presetID="35" presetClass="path" presetSubtype="0" fill="hold" nodeType="withEffect">
                                  <p:stCondLst>
                                    <p:cond delay="0"/>
                                  </p:stCondLst>
                                  <p:childTnLst>
                                    <p:animMotion origin="layout" path="M 1.66667E-6 -1.85185E-6 L -0.57188 -1.85185E-6 " pathEditMode="relative" rAng="0" ptsTypes="AA">
                                      <p:cBhvr>
                                        <p:cTn id="51" dur="3000" fill="hold"/>
                                        <p:tgtEl>
                                          <p:spTgt spid="13"/>
                                        </p:tgtEl>
                                        <p:attrNameLst>
                                          <p:attrName>ppt_x</p:attrName>
                                          <p:attrName>ppt_y</p:attrName>
                                        </p:attrNameLst>
                                      </p:cBhvr>
                                      <p:rCtr x="-28594" y="0"/>
                                    </p:animMotion>
                                  </p:childTnLst>
                                </p:cTn>
                              </p:par>
                              <p:par>
                                <p:cTn id="52" presetID="35" presetClass="path" presetSubtype="0" fill="hold" nodeType="withEffect">
                                  <p:stCondLst>
                                    <p:cond delay="0"/>
                                  </p:stCondLst>
                                  <p:childTnLst>
                                    <p:animMotion origin="layout" path="M 1.66667E-6 -1.85185E-6 L -0.57188 -1.85185E-6 " pathEditMode="relative" rAng="0" ptsTypes="AA">
                                      <p:cBhvr>
                                        <p:cTn id="53" dur="3000" fill="hold"/>
                                        <p:tgtEl>
                                          <p:spTgt spid="14"/>
                                        </p:tgtEl>
                                        <p:attrNameLst>
                                          <p:attrName>ppt_x</p:attrName>
                                          <p:attrName>ppt_y</p:attrName>
                                        </p:attrNameLst>
                                      </p:cBhvr>
                                      <p:rCtr x="-28594" y="0"/>
                                    </p:animMotion>
                                  </p:childTnLst>
                                </p:cTn>
                              </p:par>
                              <p:par>
                                <p:cTn id="54" presetID="63" presetClass="path" presetSubtype="0" fill="hold" nodeType="withEffect">
                                  <p:stCondLst>
                                    <p:cond delay="0"/>
                                  </p:stCondLst>
                                  <p:childTnLst>
                                    <p:animMotion origin="layout" path="M 5.55556E-7 2.59259E-6 L 0.43906 2.59259E-6 " pathEditMode="relative" rAng="0" ptsTypes="AA">
                                      <p:cBhvr>
                                        <p:cTn id="55" dur="3000" fill="hold"/>
                                        <p:tgtEl>
                                          <p:spTgt spid="11"/>
                                        </p:tgtEl>
                                        <p:attrNameLst>
                                          <p:attrName>ppt_x</p:attrName>
                                          <p:attrName>ppt_y</p:attrName>
                                        </p:attrNameLst>
                                      </p:cBhvr>
                                      <p:rCtr x="21944" y="0"/>
                                    </p:animMotion>
                                  </p:childTnLst>
                                </p:cTn>
                              </p:par>
                              <p:par>
                                <p:cTn id="56" presetID="63" presetClass="path" presetSubtype="0" fill="hold" nodeType="withEffect">
                                  <p:stCondLst>
                                    <p:cond delay="0"/>
                                  </p:stCondLst>
                                  <p:childTnLst>
                                    <p:animMotion origin="layout" path="M -1.38889E-6 2.96296E-6 L 0.62813 2.96296E-6 " pathEditMode="relative" rAng="0" ptsTypes="AA">
                                      <p:cBhvr>
                                        <p:cTn id="57" dur="3000" fill="hold"/>
                                        <p:tgtEl>
                                          <p:spTgt spid="10"/>
                                        </p:tgtEl>
                                        <p:attrNameLst>
                                          <p:attrName>ppt_x</p:attrName>
                                          <p:attrName>ppt_y</p:attrName>
                                        </p:attrNameLst>
                                      </p:cBhvr>
                                      <p:rCtr x="31406" y="0"/>
                                    </p:animMotion>
                                  </p:childTnLst>
                                </p:cTn>
                              </p:par>
                              <p:par>
                                <p:cTn id="58" presetID="63" presetClass="path" presetSubtype="0" fill="hold" nodeType="withEffect">
                                  <p:stCondLst>
                                    <p:cond delay="0"/>
                                  </p:stCondLst>
                                  <p:childTnLst>
                                    <p:animMotion origin="layout" path="M 2.77778E-6 -2.96296E-6 L 0.42465 -2.96296E-6 " pathEditMode="relative" rAng="0" ptsTypes="AA">
                                      <p:cBhvr>
                                        <p:cTn id="59" dur="3000" fill="hold"/>
                                        <p:tgtEl>
                                          <p:spTgt spid="6"/>
                                        </p:tgtEl>
                                        <p:attrNameLst>
                                          <p:attrName>ppt_x</p:attrName>
                                          <p:attrName>ppt_y</p:attrName>
                                        </p:attrNameLst>
                                      </p:cBhvr>
                                      <p:rCtr x="21233" y="0"/>
                                    </p:animMotion>
                                  </p:childTnLst>
                                </p:cTn>
                              </p:par>
                              <p:par>
                                <p:cTn id="60" presetID="10" presetClass="exit" presetSubtype="0" fill="hold" nodeType="withEffect">
                                  <p:stCondLst>
                                    <p:cond delay="2500"/>
                                  </p:stCondLst>
                                  <p:childTnLst>
                                    <p:animEffect transition="out" filter="fade">
                                      <p:cBhvr>
                                        <p:cTn id="61" dur="500"/>
                                        <p:tgtEl>
                                          <p:spTgt spid="10"/>
                                        </p:tgtEl>
                                      </p:cBhvr>
                                    </p:animEffect>
                                    <p:set>
                                      <p:cBhvr>
                                        <p:cTn id="62" dur="1" fill="hold">
                                          <p:stCondLst>
                                            <p:cond delay="499"/>
                                          </p:stCondLst>
                                        </p:cTn>
                                        <p:tgtEl>
                                          <p:spTgt spid="10"/>
                                        </p:tgtEl>
                                        <p:attrNameLst>
                                          <p:attrName>style.visibility</p:attrName>
                                        </p:attrNameLst>
                                      </p:cBhvr>
                                      <p:to>
                                        <p:strVal val="hidden"/>
                                      </p:to>
                                    </p:set>
                                  </p:childTnLst>
                                </p:cTn>
                              </p:par>
                              <p:par>
                                <p:cTn id="63" presetID="10" presetClass="exit" presetSubtype="0" fill="hold" nodeType="withEffect">
                                  <p:stCondLst>
                                    <p:cond delay="2500"/>
                                  </p:stCondLst>
                                  <p:childTnLst>
                                    <p:animEffect transition="out" filter="fade">
                                      <p:cBhvr>
                                        <p:cTn id="64" dur="500"/>
                                        <p:tgtEl>
                                          <p:spTgt spid="11"/>
                                        </p:tgtEl>
                                      </p:cBhvr>
                                    </p:animEffect>
                                    <p:set>
                                      <p:cBhvr>
                                        <p:cTn id="65" dur="1" fill="hold">
                                          <p:stCondLst>
                                            <p:cond delay="499"/>
                                          </p:stCondLst>
                                        </p:cTn>
                                        <p:tgtEl>
                                          <p:spTgt spid="11"/>
                                        </p:tgtEl>
                                        <p:attrNameLst>
                                          <p:attrName>style.visibility</p:attrName>
                                        </p:attrNameLst>
                                      </p:cBhvr>
                                      <p:to>
                                        <p:strVal val="hidden"/>
                                      </p:to>
                                    </p:set>
                                  </p:childTnLst>
                                </p:cTn>
                              </p:par>
                              <p:par>
                                <p:cTn id="66" presetID="10" presetClass="exit" presetSubtype="0" fill="hold" nodeType="withEffect">
                                  <p:stCondLst>
                                    <p:cond delay="2500"/>
                                  </p:stCondLst>
                                  <p:childTnLst>
                                    <p:animEffect transition="out" filter="fade">
                                      <p:cBhvr>
                                        <p:cTn id="67" dur="500"/>
                                        <p:tgtEl>
                                          <p:spTgt spid="13"/>
                                        </p:tgtEl>
                                      </p:cBhvr>
                                    </p:animEffect>
                                    <p:set>
                                      <p:cBhvr>
                                        <p:cTn id="68" dur="1" fill="hold">
                                          <p:stCondLst>
                                            <p:cond delay="499"/>
                                          </p:stCondLst>
                                        </p:cTn>
                                        <p:tgtEl>
                                          <p:spTgt spid="13"/>
                                        </p:tgtEl>
                                        <p:attrNameLst>
                                          <p:attrName>style.visibility</p:attrName>
                                        </p:attrNameLst>
                                      </p:cBhvr>
                                      <p:to>
                                        <p:strVal val="hidden"/>
                                      </p:to>
                                    </p:set>
                                  </p:childTnLst>
                                </p:cTn>
                              </p:par>
                              <p:par>
                                <p:cTn id="69" presetID="10" presetClass="exit" presetSubtype="0" fill="hold" nodeType="withEffect">
                                  <p:stCondLst>
                                    <p:cond delay="2500"/>
                                  </p:stCondLst>
                                  <p:childTnLst>
                                    <p:animEffect transition="out" filter="fade">
                                      <p:cBhvr>
                                        <p:cTn id="70" dur="500"/>
                                        <p:tgtEl>
                                          <p:spTgt spid="7"/>
                                        </p:tgtEl>
                                      </p:cBhvr>
                                    </p:animEffect>
                                    <p:set>
                                      <p:cBhvr>
                                        <p:cTn id="71" dur="1" fill="hold">
                                          <p:stCondLst>
                                            <p:cond delay="499"/>
                                          </p:stCondLst>
                                        </p:cTn>
                                        <p:tgtEl>
                                          <p:spTgt spid="7"/>
                                        </p:tgtEl>
                                        <p:attrNameLst>
                                          <p:attrName>style.visibility</p:attrName>
                                        </p:attrNameLst>
                                      </p:cBhvr>
                                      <p:to>
                                        <p:strVal val="hidden"/>
                                      </p:to>
                                    </p:set>
                                  </p:childTnLst>
                                </p:cTn>
                              </p:par>
                              <p:par>
                                <p:cTn id="72" presetID="10" presetClass="exit" presetSubtype="0" fill="hold" nodeType="withEffect">
                                  <p:stCondLst>
                                    <p:cond delay="2500"/>
                                  </p:stCondLst>
                                  <p:childTnLst>
                                    <p:animEffect transition="out" filter="fade">
                                      <p:cBhvr>
                                        <p:cTn id="73" dur="500"/>
                                        <p:tgtEl>
                                          <p:spTgt spid="9"/>
                                        </p:tgtEl>
                                      </p:cBhvr>
                                    </p:animEffect>
                                    <p:set>
                                      <p:cBhvr>
                                        <p:cTn id="74" dur="1" fill="hold">
                                          <p:stCondLst>
                                            <p:cond delay="499"/>
                                          </p:stCondLst>
                                        </p:cTn>
                                        <p:tgtEl>
                                          <p:spTgt spid="9"/>
                                        </p:tgtEl>
                                        <p:attrNameLst>
                                          <p:attrName>style.visibility</p:attrName>
                                        </p:attrNameLst>
                                      </p:cBhvr>
                                      <p:to>
                                        <p:strVal val="hidden"/>
                                      </p:to>
                                    </p:set>
                                  </p:childTnLst>
                                </p:cTn>
                              </p:par>
                              <p:par>
                                <p:cTn id="75" presetID="10" presetClass="exit" presetSubtype="0" fill="hold" nodeType="withEffect">
                                  <p:stCondLst>
                                    <p:cond delay="2500"/>
                                  </p:stCondLst>
                                  <p:childTnLst>
                                    <p:animEffect transition="out" filter="fade">
                                      <p:cBhvr>
                                        <p:cTn id="76" dur="500"/>
                                        <p:tgtEl>
                                          <p:spTgt spid="5"/>
                                        </p:tgtEl>
                                      </p:cBhvr>
                                    </p:animEffect>
                                    <p:set>
                                      <p:cBhvr>
                                        <p:cTn id="77" dur="1" fill="hold">
                                          <p:stCondLst>
                                            <p:cond delay="499"/>
                                          </p:stCondLst>
                                        </p:cTn>
                                        <p:tgtEl>
                                          <p:spTgt spid="5"/>
                                        </p:tgtEl>
                                        <p:attrNameLst>
                                          <p:attrName>style.visibility</p:attrName>
                                        </p:attrNameLst>
                                      </p:cBhvr>
                                      <p:to>
                                        <p:strVal val="hidden"/>
                                      </p:to>
                                    </p:set>
                                  </p:childTnLst>
                                </p:cTn>
                              </p:par>
                              <p:par>
                                <p:cTn id="78" presetID="10" presetClass="exit" presetSubtype="0" fill="hold" nodeType="withEffect">
                                  <p:stCondLst>
                                    <p:cond delay="2500"/>
                                  </p:stCondLst>
                                  <p:childTnLst>
                                    <p:animEffect transition="out" filter="fade">
                                      <p:cBhvr>
                                        <p:cTn id="79" dur="500"/>
                                        <p:tgtEl>
                                          <p:spTgt spid="12"/>
                                        </p:tgtEl>
                                      </p:cBhvr>
                                    </p:animEffect>
                                    <p:set>
                                      <p:cBhvr>
                                        <p:cTn id="80" dur="1" fill="hold">
                                          <p:stCondLst>
                                            <p:cond delay="499"/>
                                          </p:stCondLst>
                                        </p:cTn>
                                        <p:tgtEl>
                                          <p:spTgt spid="12"/>
                                        </p:tgtEl>
                                        <p:attrNameLst>
                                          <p:attrName>style.visibility</p:attrName>
                                        </p:attrNameLst>
                                      </p:cBhvr>
                                      <p:to>
                                        <p:strVal val="hidden"/>
                                      </p:to>
                                    </p:set>
                                  </p:childTnLst>
                                </p:cTn>
                              </p:par>
                              <p:par>
                                <p:cTn id="81" presetID="10" presetClass="exit" presetSubtype="0" fill="hold" nodeType="withEffect">
                                  <p:stCondLst>
                                    <p:cond delay="2500"/>
                                  </p:stCondLst>
                                  <p:childTnLst>
                                    <p:animEffect transition="out" filter="fade">
                                      <p:cBhvr>
                                        <p:cTn id="82" dur="500"/>
                                        <p:tgtEl>
                                          <p:spTgt spid="14"/>
                                        </p:tgtEl>
                                      </p:cBhvr>
                                    </p:animEffect>
                                    <p:set>
                                      <p:cBhvr>
                                        <p:cTn id="83" dur="1" fill="hold">
                                          <p:stCondLst>
                                            <p:cond delay="499"/>
                                          </p:stCondLst>
                                        </p:cTn>
                                        <p:tgtEl>
                                          <p:spTgt spid="14"/>
                                        </p:tgtEl>
                                        <p:attrNameLst>
                                          <p:attrName>style.visibility</p:attrName>
                                        </p:attrNameLst>
                                      </p:cBhvr>
                                      <p:to>
                                        <p:strVal val="hidden"/>
                                      </p:to>
                                    </p:set>
                                  </p:childTnLst>
                                </p:cTn>
                              </p:par>
                              <p:par>
                                <p:cTn id="84" presetID="10" presetClass="exit" presetSubtype="0" fill="hold" nodeType="withEffect">
                                  <p:stCondLst>
                                    <p:cond delay="2500"/>
                                  </p:stCondLst>
                                  <p:childTnLst>
                                    <p:animEffect transition="out" filter="fade">
                                      <p:cBhvr>
                                        <p:cTn id="85" dur="500"/>
                                        <p:tgtEl>
                                          <p:spTgt spid="6"/>
                                        </p:tgtEl>
                                      </p:cBhvr>
                                    </p:animEffect>
                                    <p:set>
                                      <p:cBhvr>
                                        <p:cTn id="86" dur="1" fill="hold">
                                          <p:stCondLst>
                                            <p:cond delay="499"/>
                                          </p:stCondLst>
                                        </p:cTn>
                                        <p:tgtEl>
                                          <p:spTgt spid="6"/>
                                        </p:tgtEl>
                                        <p:attrNameLst>
                                          <p:attrName>style.visibility</p:attrName>
                                        </p:attrNameLst>
                                      </p:cBhvr>
                                      <p:to>
                                        <p:strVal val="hidden"/>
                                      </p:to>
                                    </p:set>
                                  </p:childTnLst>
                                </p:cTn>
                              </p:par>
                              <p:par>
                                <p:cTn id="87" presetID="10" presetClass="exit" presetSubtype="0" fill="hold" nodeType="withEffect">
                                  <p:stCondLst>
                                    <p:cond delay="2500"/>
                                  </p:stCondLst>
                                  <p:childTnLst>
                                    <p:animEffect transition="out" filter="fade">
                                      <p:cBhvr>
                                        <p:cTn id="88" dur="500"/>
                                        <p:tgtEl>
                                          <p:spTgt spid="4"/>
                                        </p:tgtEl>
                                      </p:cBhvr>
                                    </p:animEffect>
                                    <p:set>
                                      <p:cBhvr>
                                        <p:cTn id="89" dur="1" fill="hold">
                                          <p:stCondLst>
                                            <p:cond delay="499"/>
                                          </p:stCondLst>
                                        </p:cTn>
                                        <p:tgtEl>
                                          <p:spTgt spid="4"/>
                                        </p:tgtEl>
                                        <p:attrNameLst>
                                          <p:attrName>style.visibility</p:attrName>
                                        </p:attrNameLst>
                                      </p:cBhvr>
                                      <p:to>
                                        <p:strVal val="hidden"/>
                                      </p:to>
                                    </p:set>
                                  </p:childTnLst>
                                </p:cTn>
                              </p:par>
                              <p:par>
                                <p:cTn id="90" presetID="10" presetClass="exit" presetSubtype="0" fill="hold" nodeType="withEffect">
                                  <p:stCondLst>
                                    <p:cond delay="2500"/>
                                  </p:stCondLst>
                                  <p:childTnLst>
                                    <p:animEffect transition="out" filter="fade">
                                      <p:cBhvr>
                                        <p:cTn id="91" dur="500"/>
                                        <p:tgtEl>
                                          <p:spTgt spid="8"/>
                                        </p:tgtEl>
                                      </p:cBhvr>
                                    </p:animEffect>
                                    <p:set>
                                      <p:cBhvr>
                                        <p:cTn id="92" dur="1" fill="hold">
                                          <p:stCondLst>
                                            <p:cond delay="499"/>
                                          </p:stCondLst>
                                        </p:cTn>
                                        <p:tgtEl>
                                          <p:spTgt spid="8"/>
                                        </p:tgtEl>
                                        <p:attrNameLst>
                                          <p:attrName>style.visibility</p:attrName>
                                        </p:attrNameLst>
                                      </p:cBhvr>
                                      <p:to>
                                        <p:strVal val="hidden"/>
                                      </p:to>
                                    </p:set>
                                  </p:childTnLst>
                                </p:cTn>
                              </p:par>
                              <p:par>
                                <p:cTn id="93" presetID="10" presetClass="entr" presetSubtype="0" fill="hold" nodeType="withEffect">
                                  <p:stCondLst>
                                    <p:cond delay="0"/>
                                  </p:stCondLst>
                                  <p:childTnLst>
                                    <p:set>
                                      <p:cBhvr>
                                        <p:cTn id="94" dur="1" fill="hold">
                                          <p:stCondLst>
                                            <p:cond delay="0"/>
                                          </p:stCondLst>
                                        </p:cTn>
                                        <p:tgtEl>
                                          <p:spTgt spid="15"/>
                                        </p:tgtEl>
                                        <p:attrNameLst>
                                          <p:attrName>style.visibility</p:attrName>
                                        </p:attrNameLst>
                                      </p:cBhvr>
                                      <p:to>
                                        <p:strVal val="visible"/>
                                      </p:to>
                                    </p:set>
                                    <p:animEffect transition="in" filter="fade">
                                      <p:cBhvr>
                                        <p:cTn id="95" dur="100"/>
                                        <p:tgtEl>
                                          <p:spTgt spid="15"/>
                                        </p:tgtEl>
                                      </p:cBhvr>
                                    </p:animEffect>
                                  </p:childTnLst>
                                </p:cTn>
                              </p:par>
                              <p:par>
                                <p:cTn id="96" presetID="10" presetClass="entr" presetSubtype="0" fill="hold" nodeType="withEffect">
                                  <p:stCondLst>
                                    <p:cond delay="600"/>
                                  </p:stCondLst>
                                  <p:childTnLst>
                                    <p:set>
                                      <p:cBhvr>
                                        <p:cTn id="97" dur="1" fill="hold">
                                          <p:stCondLst>
                                            <p:cond delay="0"/>
                                          </p:stCondLst>
                                        </p:cTn>
                                        <p:tgtEl>
                                          <p:spTgt spid="16"/>
                                        </p:tgtEl>
                                        <p:attrNameLst>
                                          <p:attrName>style.visibility</p:attrName>
                                        </p:attrNameLst>
                                      </p:cBhvr>
                                      <p:to>
                                        <p:strVal val="visible"/>
                                      </p:to>
                                    </p:set>
                                    <p:animEffect transition="in" filter="fade">
                                      <p:cBhvr>
                                        <p:cTn id="98" dur="100"/>
                                        <p:tgtEl>
                                          <p:spTgt spid="16"/>
                                        </p:tgtEl>
                                      </p:cBhvr>
                                    </p:animEffect>
                                  </p:childTnLst>
                                </p:cTn>
                              </p:par>
                              <p:par>
                                <p:cTn id="99" presetID="10" presetClass="entr" presetSubtype="0" fill="hold" nodeType="withEffect">
                                  <p:stCondLst>
                                    <p:cond delay="200"/>
                                  </p:stCondLst>
                                  <p:childTnLst>
                                    <p:set>
                                      <p:cBhvr>
                                        <p:cTn id="100" dur="1" fill="hold">
                                          <p:stCondLst>
                                            <p:cond delay="0"/>
                                          </p:stCondLst>
                                        </p:cTn>
                                        <p:tgtEl>
                                          <p:spTgt spid="17"/>
                                        </p:tgtEl>
                                        <p:attrNameLst>
                                          <p:attrName>style.visibility</p:attrName>
                                        </p:attrNameLst>
                                      </p:cBhvr>
                                      <p:to>
                                        <p:strVal val="visible"/>
                                      </p:to>
                                    </p:set>
                                    <p:animEffect transition="in" filter="fade">
                                      <p:cBhvr>
                                        <p:cTn id="101" dur="100"/>
                                        <p:tgtEl>
                                          <p:spTgt spid="17"/>
                                        </p:tgtEl>
                                      </p:cBhvr>
                                    </p:animEffect>
                                  </p:childTnLst>
                                </p:cTn>
                              </p:par>
                              <p:par>
                                <p:cTn id="102" presetID="10" presetClass="entr" presetSubtype="0" fill="hold" nodeType="withEffect">
                                  <p:stCondLst>
                                    <p:cond delay="1800"/>
                                  </p:stCondLst>
                                  <p:childTnLst>
                                    <p:set>
                                      <p:cBhvr>
                                        <p:cTn id="103" dur="1" fill="hold">
                                          <p:stCondLst>
                                            <p:cond delay="0"/>
                                          </p:stCondLst>
                                        </p:cTn>
                                        <p:tgtEl>
                                          <p:spTgt spid="18"/>
                                        </p:tgtEl>
                                        <p:attrNameLst>
                                          <p:attrName>style.visibility</p:attrName>
                                        </p:attrNameLst>
                                      </p:cBhvr>
                                      <p:to>
                                        <p:strVal val="visible"/>
                                      </p:to>
                                    </p:set>
                                    <p:animEffect transition="in" filter="fade">
                                      <p:cBhvr>
                                        <p:cTn id="104" dur="100"/>
                                        <p:tgtEl>
                                          <p:spTgt spid="18"/>
                                        </p:tgtEl>
                                      </p:cBhvr>
                                    </p:animEffect>
                                  </p:childTnLst>
                                </p:cTn>
                              </p:par>
                              <p:par>
                                <p:cTn id="105" presetID="10" presetClass="entr" presetSubtype="0" fill="hold" nodeType="withEffect">
                                  <p:stCondLst>
                                    <p:cond delay="2200"/>
                                  </p:stCondLst>
                                  <p:childTnLst>
                                    <p:set>
                                      <p:cBhvr>
                                        <p:cTn id="106" dur="1" fill="hold">
                                          <p:stCondLst>
                                            <p:cond delay="0"/>
                                          </p:stCondLst>
                                        </p:cTn>
                                        <p:tgtEl>
                                          <p:spTgt spid="19"/>
                                        </p:tgtEl>
                                        <p:attrNameLst>
                                          <p:attrName>style.visibility</p:attrName>
                                        </p:attrNameLst>
                                      </p:cBhvr>
                                      <p:to>
                                        <p:strVal val="visible"/>
                                      </p:to>
                                    </p:set>
                                    <p:animEffect transition="in" filter="fade">
                                      <p:cBhvr>
                                        <p:cTn id="107" dur="100"/>
                                        <p:tgtEl>
                                          <p:spTgt spid="19"/>
                                        </p:tgtEl>
                                      </p:cBhvr>
                                    </p:animEffect>
                                  </p:childTnLst>
                                </p:cTn>
                              </p:par>
                              <p:par>
                                <p:cTn id="108" presetID="53" presetClass="exit" presetSubtype="16" fill="hold" nodeType="withEffect">
                                  <p:stCondLst>
                                    <p:cond delay="100"/>
                                  </p:stCondLst>
                                  <p:childTnLst>
                                    <p:anim calcmode="lin" valueType="num">
                                      <p:cBhvr>
                                        <p:cTn id="109" dur="1000"/>
                                        <p:tgtEl>
                                          <p:spTgt spid="15"/>
                                        </p:tgtEl>
                                        <p:attrNameLst>
                                          <p:attrName>ppt_w</p:attrName>
                                        </p:attrNameLst>
                                      </p:cBhvr>
                                      <p:tavLst>
                                        <p:tav tm="0">
                                          <p:val>
                                            <p:strVal val="ppt_w"/>
                                          </p:val>
                                        </p:tav>
                                        <p:tav tm="100000">
                                          <p:val>
                                            <p:fltVal val="0"/>
                                          </p:val>
                                        </p:tav>
                                      </p:tavLst>
                                    </p:anim>
                                    <p:anim calcmode="lin" valueType="num">
                                      <p:cBhvr>
                                        <p:cTn id="110" dur="1000"/>
                                        <p:tgtEl>
                                          <p:spTgt spid="15"/>
                                        </p:tgtEl>
                                        <p:attrNameLst>
                                          <p:attrName>ppt_h</p:attrName>
                                        </p:attrNameLst>
                                      </p:cBhvr>
                                      <p:tavLst>
                                        <p:tav tm="0">
                                          <p:val>
                                            <p:strVal val="ppt_h"/>
                                          </p:val>
                                        </p:tav>
                                        <p:tav tm="100000">
                                          <p:val>
                                            <p:fltVal val="0"/>
                                          </p:val>
                                        </p:tav>
                                      </p:tavLst>
                                    </p:anim>
                                    <p:animEffect transition="out" filter="fade">
                                      <p:cBhvr>
                                        <p:cTn id="111" dur="1000"/>
                                        <p:tgtEl>
                                          <p:spTgt spid="15"/>
                                        </p:tgtEl>
                                      </p:cBhvr>
                                    </p:animEffect>
                                    <p:set>
                                      <p:cBhvr>
                                        <p:cTn id="112" dur="1" fill="hold">
                                          <p:stCondLst>
                                            <p:cond delay="999"/>
                                          </p:stCondLst>
                                        </p:cTn>
                                        <p:tgtEl>
                                          <p:spTgt spid="15"/>
                                        </p:tgtEl>
                                        <p:attrNameLst>
                                          <p:attrName>style.visibility</p:attrName>
                                        </p:attrNameLst>
                                      </p:cBhvr>
                                      <p:to>
                                        <p:strVal val="hidden"/>
                                      </p:to>
                                    </p:set>
                                  </p:childTnLst>
                                </p:cTn>
                              </p:par>
                              <p:par>
                                <p:cTn id="113" presetID="53" presetClass="exit" presetSubtype="16" fill="hold" nodeType="withEffect">
                                  <p:stCondLst>
                                    <p:cond delay="700"/>
                                  </p:stCondLst>
                                  <p:childTnLst>
                                    <p:anim calcmode="lin" valueType="num">
                                      <p:cBhvr>
                                        <p:cTn id="114" dur="500"/>
                                        <p:tgtEl>
                                          <p:spTgt spid="16"/>
                                        </p:tgtEl>
                                        <p:attrNameLst>
                                          <p:attrName>ppt_w</p:attrName>
                                        </p:attrNameLst>
                                      </p:cBhvr>
                                      <p:tavLst>
                                        <p:tav tm="0">
                                          <p:val>
                                            <p:strVal val="ppt_w"/>
                                          </p:val>
                                        </p:tav>
                                        <p:tav tm="100000">
                                          <p:val>
                                            <p:fltVal val="0"/>
                                          </p:val>
                                        </p:tav>
                                      </p:tavLst>
                                    </p:anim>
                                    <p:anim calcmode="lin" valueType="num">
                                      <p:cBhvr>
                                        <p:cTn id="115" dur="500"/>
                                        <p:tgtEl>
                                          <p:spTgt spid="16"/>
                                        </p:tgtEl>
                                        <p:attrNameLst>
                                          <p:attrName>ppt_h</p:attrName>
                                        </p:attrNameLst>
                                      </p:cBhvr>
                                      <p:tavLst>
                                        <p:tav tm="0">
                                          <p:val>
                                            <p:strVal val="ppt_h"/>
                                          </p:val>
                                        </p:tav>
                                        <p:tav tm="100000">
                                          <p:val>
                                            <p:fltVal val="0"/>
                                          </p:val>
                                        </p:tav>
                                      </p:tavLst>
                                    </p:anim>
                                    <p:animEffect transition="out" filter="fade">
                                      <p:cBhvr>
                                        <p:cTn id="116" dur="500"/>
                                        <p:tgtEl>
                                          <p:spTgt spid="16"/>
                                        </p:tgtEl>
                                      </p:cBhvr>
                                    </p:animEffect>
                                    <p:set>
                                      <p:cBhvr>
                                        <p:cTn id="117" dur="1" fill="hold">
                                          <p:stCondLst>
                                            <p:cond delay="499"/>
                                          </p:stCondLst>
                                        </p:cTn>
                                        <p:tgtEl>
                                          <p:spTgt spid="16"/>
                                        </p:tgtEl>
                                        <p:attrNameLst>
                                          <p:attrName>style.visibility</p:attrName>
                                        </p:attrNameLst>
                                      </p:cBhvr>
                                      <p:to>
                                        <p:strVal val="hidden"/>
                                      </p:to>
                                    </p:set>
                                  </p:childTnLst>
                                </p:cTn>
                              </p:par>
                              <p:par>
                                <p:cTn id="118" presetID="53" presetClass="exit" presetSubtype="16" fill="hold" nodeType="withEffect">
                                  <p:stCondLst>
                                    <p:cond delay="300"/>
                                  </p:stCondLst>
                                  <p:childTnLst>
                                    <p:anim calcmode="lin" valueType="num">
                                      <p:cBhvr>
                                        <p:cTn id="119" dur="500"/>
                                        <p:tgtEl>
                                          <p:spTgt spid="17"/>
                                        </p:tgtEl>
                                        <p:attrNameLst>
                                          <p:attrName>ppt_w</p:attrName>
                                        </p:attrNameLst>
                                      </p:cBhvr>
                                      <p:tavLst>
                                        <p:tav tm="0">
                                          <p:val>
                                            <p:strVal val="ppt_w"/>
                                          </p:val>
                                        </p:tav>
                                        <p:tav tm="100000">
                                          <p:val>
                                            <p:fltVal val="0"/>
                                          </p:val>
                                        </p:tav>
                                      </p:tavLst>
                                    </p:anim>
                                    <p:anim calcmode="lin" valueType="num">
                                      <p:cBhvr>
                                        <p:cTn id="120" dur="500"/>
                                        <p:tgtEl>
                                          <p:spTgt spid="17"/>
                                        </p:tgtEl>
                                        <p:attrNameLst>
                                          <p:attrName>ppt_h</p:attrName>
                                        </p:attrNameLst>
                                      </p:cBhvr>
                                      <p:tavLst>
                                        <p:tav tm="0">
                                          <p:val>
                                            <p:strVal val="ppt_h"/>
                                          </p:val>
                                        </p:tav>
                                        <p:tav tm="100000">
                                          <p:val>
                                            <p:fltVal val="0"/>
                                          </p:val>
                                        </p:tav>
                                      </p:tavLst>
                                    </p:anim>
                                    <p:animEffect transition="out" filter="fade">
                                      <p:cBhvr>
                                        <p:cTn id="121" dur="500"/>
                                        <p:tgtEl>
                                          <p:spTgt spid="17"/>
                                        </p:tgtEl>
                                      </p:cBhvr>
                                    </p:animEffect>
                                    <p:set>
                                      <p:cBhvr>
                                        <p:cTn id="122" dur="1" fill="hold">
                                          <p:stCondLst>
                                            <p:cond delay="499"/>
                                          </p:stCondLst>
                                        </p:cTn>
                                        <p:tgtEl>
                                          <p:spTgt spid="17"/>
                                        </p:tgtEl>
                                        <p:attrNameLst>
                                          <p:attrName>style.visibility</p:attrName>
                                        </p:attrNameLst>
                                      </p:cBhvr>
                                      <p:to>
                                        <p:strVal val="hidden"/>
                                      </p:to>
                                    </p:set>
                                  </p:childTnLst>
                                </p:cTn>
                              </p:par>
                              <p:par>
                                <p:cTn id="123" presetID="53" presetClass="exit" presetSubtype="16" fill="hold" nodeType="withEffect">
                                  <p:stCondLst>
                                    <p:cond delay="1900"/>
                                  </p:stCondLst>
                                  <p:childTnLst>
                                    <p:anim calcmode="lin" valueType="num">
                                      <p:cBhvr>
                                        <p:cTn id="124" dur="500"/>
                                        <p:tgtEl>
                                          <p:spTgt spid="18"/>
                                        </p:tgtEl>
                                        <p:attrNameLst>
                                          <p:attrName>ppt_w</p:attrName>
                                        </p:attrNameLst>
                                      </p:cBhvr>
                                      <p:tavLst>
                                        <p:tav tm="0">
                                          <p:val>
                                            <p:strVal val="ppt_w"/>
                                          </p:val>
                                        </p:tav>
                                        <p:tav tm="100000">
                                          <p:val>
                                            <p:fltVal val="0"/>
                                          </p:val>
                                        </p:tav>
                                      </p:tavLst>
                                    </p:anim>
                                    <p:anim calcmode="lin" valueType="num">
                                      <p:cBhvr>
                                        <p:cTn id="125" dur="500"/>
                                        <p:tgtEl>
                                          <p:spTgt spid="18"/>
                                        </p:tgtEl>
                                        <p:attrNameLst>
                                          <p:attrName>ppt_h</p:attrName>
                                        </p:attrNameLst>
                                      </p:cBhvr>
                                      <p:tavLst>
                                        <p:tav tm="0">
                                          <p:val>
                                            <p:strVal val="ppt_h"/>
                                          </p:val>
                                        </p:tav>
                                        <p:tav tm="100000">
                                          <p:val>
                                            <p:fltVal val="0"/>
                                          </p:val>
                                        </p:tav>
                                      </p:tavLst>
                                    </p:anim>
                                    <p:animEffect transition="out" filter="fade">
                                      <p:cBhvr>
                                        <p:cTn id="126" dur="500"/>
                                        <p:tgtEl>
                                          <p:spTgt spid="18"/>
                                        </p:tgtEl>
                                      </p:cBhvr>
                                    </p:animEffect>
                                    <p:set>
                                      <p:cBhvr>
                                        <p:cTn id="127" dur="1" fill="hold">
                                          <p:stCondLst>
                                            <p:cond delay="499"/>
                                          </p:stCondLst>
                                        </p:cTn>
                                        <p:tgtEl>
                                          <p:spTgt spid="18"/>
                                        </p:tgtEl>
                                        <p:attrNameLst>
                                          <p:attrName>style.visibility</p:attrName>
                                        </p:attrNameLst>
                                      </p:cBhvr>
                                      <p:to>
                                        <p:strVal val="hidden"/>
                                      </p:to>
                                    </p:set>
                                  </p:childTnLst>
                                </p:cTn>
                              </p:par>
                              <p:par>
                                <p:cTn id="128" presetID="53" presetClass="exit" presetSubtype="16" fill="hold" nodeType="withEffect">
                                  <p:stCondLst>
                                    <p:cond delay="2300"/>
                                  </p:stCondLst>
                                  <p:childTnLst>
                                    <p:anim calcmode="lin" valueType="num">
                                      <p:cBhvr>
                                        <p:cTn id="129" dur="500"/>
                                        <p:tgtEl>
                                          <p:spTgt spid="19"/>
                                        </p:tgtEl>
                                        <p:attrNameLst>
                                          <p:attrName>ppt_w</p:attrName>
                                        </p:attrNameLst>
                                      </p:cBhvr>
                                      <p:tavLst>
                                        <p:tav tm="0">
                                          <p:val>
                                            <p:strVal val="ppt_w"/>
                                          </p:val>
                                        </p:tav>
                                        <p:tav tm="100000">
                                          <p:val>
                                            <p:fltVal val="0"/>
                                          </p:val>
                                        </p:tav>
                                      </p:tavLst>
                                    </p:anim>
                                    <p:anim calcmode="lin" valueType="num">
                                      <p:cBhvr>
                                        <p:cTn id="130" dur="500"/>
                                        <p:tgtEl>
                                          <p:spTgt spid="19"/>
                                        </p:tgtEl>
                                        <p:attrNameLst>
                                          <p:attrName>ppt_h</p:attrName>
                                        </p:attrNameLst>
                                      </p:cBhvr>
                                      <p:tavLst>
                                        <p:tav tm="0">
                                          <p:val>
                                            <p:strVal val="ppt_h"/>
                                          </p:val>
                                        </p:tav>
                                        <p:tav tm="100000">
                                          <p:val>
                                            <p:fltVal val="0"/>
                                          </p:val>
                                        </p:tav>
                                      </p:tavLst>
                                    </p:anim>
                                    <p:animEffect transition="out" filter="fade">
                                      <p:cBhvr>
                                        <p:cTn id="131" dur="500"/>
                                        <p:tgtEl>
                                          <p:spTgt spid="19"/>
                                        </p:tgtEl>
                                      </p:cBhvr>
                                    </p:animEffect>
                                    <p:set>
                                      <p:cBhvr>
                                        <p:cTn id="132" dur="1" fill="hold">
                                          <p:stCondLst>
                                            <p:cond delay="499"/>
                                          </p:stCondLst>
                                        </p:cTn>
                                        <p:tgtEl>
                                          <p:spTgt spid="19"/>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showMasterSp="0" userDrawn="1">
  <p:cSld name="标题幻灯片">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p14="http://schemas.microsoft.com/office/powerpoint/2010/main" Requires="p14">
      <p:transition p14:dur="10" advTm="9437"/>
    </mc:Choice>
    <mc:Fallback>
      <p:transition advTm="9437"/>
    </mc:Fallback>
  </mc:AlternateContent>
</p:sldLayout>
</file>

<file path=ppt/slideLayouts/slideLayout26.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12" name="矩形 11"/>
          <p:cNvSpPr/>
          <p:nvPr userDrawn="1"/>
        </p:nvSpPr>
        <p:spPr>
          <a:xfrm>
            <a:off x="6170389" y="134946"/>
            <a:ext cx="775136" cy="246221"/>
          </a:xfrm>
          <a:prstGeom prst="rect">
            <a:avLst/>
          </a:prstGeom>
        </p:spPr>
        <p:txBody>
          <a:bodyPr wrap="square">
            <a:spAutoFit/>
          </a:bodyPr>
          <a:lstStyle/>
          <a:p>
            <a:pPr fontAlgn="auto">
              <a:spcBef>
                <a:spcPts val="0"/>
              </a:spcBef>
              <a:spcAft>
                <a:spcPts val="0"/>
              </a:spcAft>
              <a:buFontTx/>
              <a:buNone/>
            </a:pPr>
            <a:r>
              <a:rPr lang="en-US" altLang="zh-CN" sz="100" dirty="0">
                <a:solidFill>
                  <a:prstClr val="white"/>
                </a:solidFill>
                <a:latin typeface="Calibri" panose="020F0502020204030204"/>
                <a:ea typeface="宋体" panose="02010600030101010101" pitchFamily="2" charset="-122"/>
              </a:rPr>
              <a:t>PPT</a:t>
            </a:r>
            <a:r>
              <a:rPr lang="zh-CN" altLang="en-US" sz="100" dirty="0">
                <a:solidFill>
                  <a:prstClr val="white"/>
                </a:solidFill>
                <a:latin typeface="Calibri" panose="020F0502020204030204"/>
                <a:ea typeface="宋体" panose="02010600030101010101" pitchFamily="2" charset="-122"/>
              </a:rPr>
              <a:t>模板下载：</a:t>
            </a:r>
            <a:r>
              <a:rPr lang="en-US" altLang="zh-CN" sz="100" dirty="0">
                <a:solidFill>
                  <a:prstClr val="white"/>
                </a:solidFill>
                <a:latin typeface="Calibri" panose="020F0502020204030204"/>
                <a:ea typeface="宋体" panose="02010600030101010101" pitchFamily="2" charset="-122"/>
              </a:rPr>
              <a:t>www.1ppt.com/moban/     </a:t>
            </a:r>
            <a:r>
              <a:rPr lang="zh-CN" altLang="en-US" sz="100" dirty="0">
                <a:solidFill>
                  <a:prstClr val="white"/>
                </a:solidFill>
                <a:latin typeface="Calibri" panose="020F0502020204030204"/>
                <a:ea typeface="宋体" panose="02010600030101010101" pitchFamily="2" charset="-122"/>
              </a:rPr>
              <a:t>行业</a:t>
            </a:r>
            <a:r>
              <a:rPr lang="en-US" altLang="zh-CN" sz="100" dirty="0">
                <a:solidFill>
                  <a:prstClr val="white"/>
                </a:solidFill>
                <a:latin typeface="Calibri" panose="020F0502020204030204"/>
                <a:ea typeface="宋体" panose="02010600030101010101" pitchFamily="2" charset="-122"/>
              </a:rPr>
              <a:t>PPT</a:t>
            </a:r>
            <a:r>
              <a:rPr lang="zh-CN" altLang="en-US" sz="100" dirty="0">
                <a:solidFill>
                  <a:prstClr val="white"/>
                </a:solidFill>
                <a:latin typeface="Calibri" panose="020F0502020204030204"/>
                <a:ea typeface="宋体" panose="02010600030101010101" pitchFamily="2" charset="-122"/>
              </a:rPr>
              <a:t>模板：</a:t>
            </a:r>
            <a:r>
              <a:rPr lang="en-US" altLang="zh-CN" sz="100" dirty="0">
                <a:solidFill>
                  <a:prstClr val="white"/>
                </a:solidFill>
                <a:latin typeface="Calibri" panose="020F0502020204030204"/>
                <a:ea typeface="宋体" panose="02010600030101010101" pitchFamily="2" charset="-122"/>
              </a:rPr>
              <a:t>www.1ppt.com/hangye/ </a:t>
            </a:r>
            <a:endParaRPr lang="en-US" altLang="zh-CN" sz="100" dirty="0">
              <a:solidFill>
                <a:prstClr val="white"/>
              </a:solidFill>
              <a:latin typeface="Calibri" panose="020F0502020204030204"/>
              <a:ea typeface="宋体" panose="02010600030101010101" pitchFamily="2" charset="-122"/>
            </a:endParaRPr>
          </a:p>
          <a:p>
            <a:pPr fontAlgn="auto">
              <a:spcBef>
                <a:spcPts val="0"/>
              </a:spcBef>
              <a:spcAft>
                <a:spcPts val="0"/>
              </a:spcAft>
              <a:buFontTx/>
              <a:buNone/>
            </a:pPr>
            <a:r>
              <a:rPr lang="zh-CN" altLang="en-US" sz="100" dirty="0">
                <a:solidFill>
                  <a:prstClr val="white"/>
                </a:solidFill>
                <a:latin typeface="Calibri" panose="020F0502020204030204"/>
                <a:ea typeface="宋体" panose="02010600030101010101" pitchFamily="2" charset="-122"/>
              </a:rPr>
              <a:t>节日</a:t>
            </a:r>
            <a:r>
              <a:rPr lang="en-US" altLang="zh-CN" sz="100" dirty="0">
                <a:solidFill>
                  <a:prstClr val="white"/>
                </a:solidFill>
                <a:latin typeface="Calibri" panose="020F0502020204030204"/>
                <a:ea typeface="宋体" panose="02010600030101010101" pitchFamily="2" charset="-122"/>
              </a:rPr>
              <a:t>PPT</a:t>
            </a:r>
            <a:r>
              <a:rPr lang="zh-CN" altLang="en-US" sz="100" dirty="0">
                <a:solidFill>
                  <a:prstClr val="white"/>
                </a:solidFill>
                <a:latin typeface="Calibri" panose="020F0502020204030204"/>
                <a:ea typeface="宋体" panose="02010600030101010101" pitchFamily="2" charset="-122"/>
              </a:rPr>
              <a:t>模板：</a:t>
            </a:r>
            <a:r>
              <a:rPr lang="en-US" altLang="zh-CN" sz="100" dirty="0">
                <a:solidFill>
                  <a:prstClr val="white"/>
                </a:solidFill>
                <a:latin typeface="Calibri" panose="020F0502020204030204"/>
                <a:ea typeface="宋体" panose="02010600030101010101" pitchFamily="2" charset="-122"/>
              </a:rPr>
              <a:t>www.1ppt.com/jieri/           PPT</a:t>
            </a:r>
            <a:r>
              <a:rPr lang="zh-CN" altLang="en-US" sz="100" dirty="0">
                <a:solidFill>
                  <a:prstClr val="white"/>
                </a:solidFill>
                <a:latin typeface="Calibri" panose="020F0502020204030204"/>
                <a:ea typeface="宋体" panose="02010600030101010101" pitchFamily="2" charset="-122"/>
              </a:rPr>
              <a:t>素材下载：</a:t>
            </a:r>
            <a:r>
              <a:rPr lang="en-US" altLang="zh-CN" sz="100" dirty="0">
                <a:solidFill>
                  <a:prstClr val="white"/>
                </a:solidFill>
                <a:latin typeface="Calibri" panose="020F0502020204030204"/>
                <a:ea typeface="宋体" panose="02010600030101010101" pitchFamily="2" charset="-122"/>
              </a:rPr>
              <a:t>www.1ppt.com/sucai/</a:t>
            </a:r>
            <a:endParaRPr lang="en-US" altLang="zh-CN" sz="100" dirty="0">
              <a:solidFill>
                <a:prstClr val="white"/>
              </a:solidFill>
              <a:latin typeface="Calibri" panose="020F0502020204030204"/>
              <a:ea typeface="宋体" panose="02010600030101010101" pitchFamily="2" charset="-122"/>
            </a:endParaRPr>
          </a:p>
          <a:p>
            <a:pPr fontAlgn="auto">
              <a:spcBef>
                <a:spcPts val="0"/>
              </a:spcBef>
              <a:spcAft>
                <a:spcPts val="0"/>
              </a:spcAft>
              <a:buFontTx/>
              <a:buNone/>
            </a:pPr>
            <a:r>
              <a:rPr lang="en-US" altLang="zh-CN" sz="100" dirty="0">
                <a:solidFill>
                  <a:prstClr val="white"/>
                </a:solidFill>
                <a:latin typeface="Calibri" panose="020F0502020204030204"/>
                <a:ea typeface="宋体" panose="02010600030101010101" pitchFamily="2" charset="-122"/>
              </a:rPr>
              <a:t>PPT</a:t>
            </a:r>
            <a:r>
              <a:rPr lang="zh-CN" altLang="en-US" sz="100" dirty="0">
                <a:solidFill>
                  <a:prstClr val="white"/>
                </a:solidFill>
                <a:latin typeface="Calibri" panose="020F0502020204030204"/>
                <a:ea typeface="宋体" panose="02010600030101010101" pitchFamily="2" charset="-122"/>
              </a:rPr>
              <a:t>背景图片：</a:t>
            </a:r>
            <a:r>
              <a:rPr lang="en-US" altLang="zh-CN" sz="100" dirty="0">
                <a:solidFill>
                  <a:prstClr val="white"/>
                </a:solidFill>
                <a:latin typeface="Calibri" panose="020F0502020204030204"/>
                <a:ea typeface="宋体" panose="02010600030101010101" pitchFamily="2" charset="-122"/>
              </a:rPr>
              <a:t>www.1ppt.com/beijing/      PPT</a:t>
            </a:r>
            <a:r>
              <a:rPr lang="zh-CN" altLang="en-US" sz="100" dirty="0">
                <a:solidFill>
                  <a:prstClr val="white"/>
                </a:solidFill>
                <a:latin typeface="Calibri" panose="020F0502020204030204"/>
                <a:ea typeface="宋体" panose="02010600030101010101" pitchFamily="2" charset="-122"/>
              </a:rPr>
              <a:t>图表下载：</a:t>
            </a:r>
            <a:r>
              <a:rPr lang="en-US" altLang="zh-CN" sz="100" dirty="0">
                <a:solidFill>
                  <a:prstClr val="white"/>
                </a:solidFill>
                <a:latin typeface="Calibri" panose="020F0502020204030204"/>
                <a:ea typeface="宋体" panose="02010600030101010101" pitchFamily="2" charset="-122"/>
              </a:rPr>
              <a:t>www.1ppt.com/tubiao/      </a:t>
            </a:r>
            <a:endParaRPr lang="en-US" altLang="zh-CN" sz="100" dirty="0">
              <a:solidFill>
                <a:prstClr val="white"/>
              </a:solidFill>
              <a:latin typeface="Calibri" panose="020F0502020204030204"/>
              <a:ea typeface="宋体" panose="02010600030101010101" pitchFamily="2" charset="-122"/>
            </a:endParaRPr>
          </a:p>
          <a:p>
            <a:pPr fontAlgn="auto">
              <a:spcBef>
                <a:spcPts val="0"/>
              </a:spcBef>
              <a:spcAft>
                <a:spcPts val="0"/>
              </a:spcAft>
              <a:buFontTx/>
              <a:buNone/>
            </a:pPr>
            <a:r>
              <a:rPr lang="zh-CN" altLang="en-US" sz="100" dirty="0">
                <a:solidFill>
                  <a:prstClr val="white"/>
                </a:solidFill>
                <a:latin typeface="Calibri" panose="020F0502020204030204"/>
                <a:ea typeface="宋体" panose="02010600030101010101" pitchFamily="2" charset="-122"/>
              </a:rPr>
              <a:t>优秀</a:t>
            </a:r>
            <a:r>
              <a:rPr lang="en-US" altLang="zh-CN" sz="100" dirty="0">
                <a:solidFill>
                  <a:prstClr val="white"/>
                </a:solidFill>
                <a:latin typeface="Calibri" panose="020F0502020204030204"/>
                <a:ea typeface="宋体" panose="02010600030101010101" pitchFamily="2" charset="-122"/>
              </a:rPr>
              <a:t>PPT</a:t>
            </a:r>
            <a:r>
              <a:rPr lang="zh-CN" altLang="en-US" sz="100" dirty="0">
                <a:solidFill>
                  <a:prstClr val="white"/>
                </a:solidFill>
                <a:latin typeface="Calibri" panose="020F0502020204030204"/>
                <a:ea typeface="宋体" panose="02010600030101010101" pitchFamily="2" charset="-122"/>
              </a:rPr>
              <a:t>下载：</a:t>
            </a:r>
            <a:r>
              <a:rPr lang="en-US" altLang="zh-CN" sz="100" dirty="0">
                <a:solidFill>
                  <a:prstClr val="white"/>
                </a:solidFill>
                <a:latin typeface="Calibri" panose="020F0502020204030204"/>
                <a:ea typeface="宋体" panose="02010600030101010101" pitchFamily="2" charset="-122"/>
              </a:rPr>
              <a:t>www.1ppt.com/xiazai/        PPT</a:t>
            </a:r>
            <a:r>
              <a:rPr lang="zh-CN" altLang="en-US" sz="100" dirty="0">
                <a:solidFill>
                  <a:prstClr val="white"/>
                </a:solidFill>
                <a:latin typeface="Calibri" panose="020F0502020204030204"/>
                <a:ea typeface="宋体" panose="02010600030101010101" pitchFamily="2" charset="-122"/>
              </a:rPr>
              <a:t>教程： </a:t>
            </a:r>
            <a:r>
              <a:rPr lang="en-US" altLang="zh-CN" sz="100" dirty="0">
                <a:solidFill>
                  <a:prstClr val="white"/>
                </a:solidFill>
                <a:latin typeface="Calibri" panose="020F0502020204030204"/>
                <a:ea typeface="宋体" panose="02010600030101010101" pitchFamily="2" charset="-122"/>
              </a:rPr>
              <a:t>www.1ppt.com/powerpoint/      </a:t>
            </a:r>
            <a:endParaRPr lang="en-US" altLang="zh-CN" sz="100" dirty="0">
              <a:solidFill>
                <a:prstClr val="white"/>
              </a:solidFill>
              <a:latin typeface="Calibri" panose="020F0502020204030204"/>
              <a:ea typeface="宋体" panose="02010600030101010101" pitchFamily="2" charset="-122"/>
            </a:endParaRPr>
          </a:p>
          <a:p>
            <a:pPr fontAlgn="auto">
              <a:spcBef>
                <a:spcPts val="0"/>
              </a:spcBef>
              <a:spcAft>
                <a:spcPts val="0"/>
              </a:spcAft>
              <a:buFontTx/>
              <a:buNone/>
            </a:pPr>
            <a:r>
              <a:rPr lang="en-US" altLang="zh-CN" sz="100" dirty="0">
                <a:solidFill>
                  <a:prstClr val="white"/>
                </a:solidFill>
                <a:latin typeface="Calibri" panose="020F0502020204030204"/>
                <a:ea typeface="宋体" panose="02010600030101010101" pitchFamily="2" charset="-122"/>
              </a:rPr>
              <a:t>Word</a:t>
            </a:r>
            <a:r>
              <a:rPr lang="zh-CN" altLang="en-US" sz="100" dirty="0">
                <a:solidFill>
                  <a:prstClr val="white"/>
                </a:solidFill>
                <a:latin typeface="Calibri" panose="020F0502020204030204"/>
                <a:ea typeface="宋体" panose="02010600030101010101" pitchFamily="2" charset="-122"/>
              </a:rPr>
              <a:t>教程： </a:t>
            </a:r>
            <a:r>
              <a:rPr lang="en-US" altLang="zh-CN" sz="100" dirty="0">
                <a:solidFill>
                  <a:prstClr val="white"/>
                </a:solidFill>
                <a:latin typeface="Calibri" panose="020F0502020204030204"/>
                <a:ea typeface="宋体" panose="02010600030101010101" pitchFamily="2" charset="-122"/>
              </a:rPr>
              <a:t>www.1ppt.com/word/              Excel</a:t>
            </a:r>
            <a:r>
              <a:rPr lang="zh-CN" altLang="en-US" sz="100" dirty="0">
                <a:solidFill>
                  <a:prstClr val="white"/>
                </a:solidFill>
                <a:latin typeface="Calibri" panose="020F0502020204030204"/>
                <a:ea typeface="宋体" panose="02010600030101010101" pitchFamily="2" charset="-122"/>
              </a:rPr>
              <a:t>教程：</a:t>
            </a:r>
            <a:r>
              <a:rPr lang="en-US" altLang="zh-CN" sz="100" dirty="0">
                <a:solidFill>
                  <a:prstClr val="white"/>
                </a:solidFill>
                <a:latin typeface="Calibri" panose="020F0502020204030204"/>
                <a:ea typeface="宋体" panose="02010600030101010101" pitchFamily="2" charset="-122"/>
              </a:rPr>
              <a:t>www.1ppt.com/excel/  </a:t>
            </a:r>
            <a:endParaRPr lang="en-US" altLang="zh-CN" sz="100" dirty="0">
              <a:solidFill>
                <a:prstClr val="white"/>
              </a:solidFill>
              <a:latin typeface="Calibri" panose="020F0502020204030204"/>
              <a:ea typeface="宋体" panose="02010600030101010101" pitchFamily="2" charset="-122"/>
            </a:endParaRPr>
          </a:p>
          <a:p>
            <a:pPr fontAlgn="auto">
              <a:spcBef>
                <a:spcPts val="0"/>
              </a:spcBef>
              <a:spcAft>
                <a:spcPts val="0"/>
              </a:spcAft>
              <a:buFontTx/>
              <a:buNone/>
            </a:pPr>
            <a:r>
              <a:rPr lang="zh-CN" altLang="en-US" sz="100" dirty="0">
                <a:solidFill>
                  <a:prstClr val="white"/>
                </a:solidFill>
                <a:latin typeface="Calibri" panose="020F0502020204030204"/>
                <a:ea typeface="宋体" panose="02010600030101010101" pitchFamily="2" charset="-122"/>
              </a:rPr>
              <a:t>资料下载：</a:t>
            </a:r>
            <a:r>
              <a:rPr lang="en-US" altLang="zh-CN" sz="100" dirty="0">
                <a:solidFill>
                  <a:prstClr val="white"/>
                </a:solidFill>
                <a:latin typeface="Calibri" panose="020F0502020204030204"/>
                <a:ea typeface="宋体" panose="02010600030101010101" pitchFamily="2" charset="-122"/>
              </a:rPr>
              <a:t>www.1ppt.com/ziliao/                PPT</a:t>
            </a:r>
            <a:r>
              <a:rPr lang="zh-CN" altLang="en-US" sz="100" dirty="0">
                <a:solidFill>
                  <a:prstClr val="white"/>
                </a:solidFill>
                <a:latin typeface="Calibri" panose="020F0502020204030204"/>
                <a:ea typeface="宋体" panose="02010600030101010101" pitchFamily="2" charset="-122"/>
              </a:rPr>
              <a:t>课件下载：</a:t>
            </a:r>
            <a:r>
              <a:rPr lang="en-US" altLang="zh-CN" sz="100" dirty="0">
                <a:solidFill>
                  <a:prstClr val="white"/>
                </a:solidFill>
                <a:latin typeface="Calibri" panose="020F0502020204030204"/>
                <a:ea typeface="宋体" panose="02010600030101010101" pitchFamily="2" charset="-122"/>
              </a:rPr>
              <a:t>www.1ppt.com/kejian/ </a:t>
            </a:r>
            <a:endParaRPr lang="en-US" altLang="zh-CN" sz="100" dirty="0">
              <a:solidFill>
                <a:prstClr val="white"/>
              </a:solidFill>
              <a:latin typeface="Calibri" panose="020F0502020204030204"/>
              <a:ea typeface="宋体" panose="02010600030101010101" pitchFamily="2" charset="-122"/>
            </a:endParaRPr>
          </a:p>
          <a:p>
            <a:pPr fontAlgn="auto">
              <a:spcBef>
                <a:spcPts val="0"/>
              </a:spcBef>
              <a:spcAft>
                <a:spcPts val="0"/>
              </a:spcAft>
              <a:buFontTx/>
              <a:buNone/>
            </a:pPr>
            <a:r>
              <a:rPr lang="zh-CN" altLang="en-US" sz="100" dirty="0">
                <a:solidFill>
                  <a:prstClr val="white"/>
                </a:solidFill>
                <a:latin typeface="Calibri" panose="020F0502020204030204"/>
                <a:ea typeface="宋体" panose="02010600030101010101" pitchFamily="2" charset="-122"/>
              </a:rPr>
              <a:t>范文下载：</a:t>
            </a:r>
            <a:r>
              <a:rPr lang="en-US" altLang="zh-CN" sz="100" dirty="0">
                <a:solidFill>
                  <a:prstClr val="white"/>
                </a:solidFill>
                <a:latin typeface="Calibri" panose="020F0502020204030204"/>
                <a:ea typeface="宋体" panose="02010600030101010101" pitchFamily="2" charset="-122"/>
              </a:rPr>
              <a:t>www.1ppt.com/fanwen/             </a:t>
            </a:r>
            <a:r>
              <a:rPr lang="zh-CN" altLang="en-US" sz="100" dirty="0">
                <a:solidFill>
                  <a:prstClr val="white"/>
                </a:solidFill>
                <a:latin typeface="Calibri" panose="020F0502020204030204"/>
                <a:ea typeface="宋体" panose="02010600030101010101" pitchFamily="2" charset="-122"/>
              </a:rPr>
              <a:t>试卷下载：</a:t>
            </a:r>
            <a:r>
              <a:rPr lang="en-US" altLang="zh-CN" sz="100" dirty="0">
                <a:solidFill>
                  <a:prstClr val="white"/>
                </a:solidFill>
                <a:latin typeface="Calibri" panose="020F0502020204030204"/>
                <a:ea typeface="宋体" panose="02010600030101010101" pitchFamily="2" charset="-122"/>
              </a:rPr>
              <a:t>www.1ppt.com/shiti/  </a:t>
            </a:r>
            <a:endParaRPr lang="en-US" altLang="zh-CN" sz="100" dirty="0">
              <a:solidFill>
                <a:prstClr val="white"/>
              </a:solidFill>
              <a:latin typeface="Calibri" panose="020F0502020204030204"/>
              <a:ea typeface="宋体" panose="02010600030101010101" pitchFamily="2" charset="-122"/>
            </a:endParaRPr>
          </a:p>
          <a:p>
            <a:pPr fontAlgn="auto">
              <a:spcBef>
                <a:spcPts val="0"/>
              </a:spcBef>
              <a:spcAft>
                <a:spcPts val="0"/>
              </a:spcAft>
              <a:buFontTx/>
              <a:buNone/>
            </a:pPr>
            <a:r>
              <a:rPr lang="zh-CN" altLang="en-US" sz="100" dirty="0">
                <a:solidFill>
                  <a:prstClr val="white"/>
                </a:solidFill>
                <a:latin typeface="Calibri" panose="020F0502020204030204"/>
                <a:ea typeface="宋体" panose="02010600030101010101" pitchFamily="2" charset="-122"/>
              </a:rPr>
              <a:t>教案下载：</a:t>
            </a:r>
            <a:r>
              <a:rPr lang="en-US" altLang="zh-CN" sz="100" dirty="0">
                <a:solidFill>
                  <a:prstClr val="white"/>
                </a:solidFill>
                <a:latin typeface="Calibri" panose="020F0502020204030204"/>
                <a:ea typeface="宋体" panose="02010600030101010101" pitchFamily="2" charset="-122"/>
              </a:rPr>
              <a:t>www.1ppt.com/jiaoan/        </a:t>
            </a:r>
            <a:endParaRPr lang="en-US" altLang="zh-CN" sz="100" dirty="0">
              <a:solidFill>
                <a:prstClr val="white"/>
              </a:solidFill>
              <a:latin typeface="Calibri" panose="020F0502020204030204"/>
              <a:ea typeface="宋体" panose="02010600030101010101" pitchFamily="2" charset="-122"/>
            </a:endParaRPr>
          </a:p>
          <a:p>
            <a:pPr fontAlgn="auto">
              <a:spcBef>
                <a:spcPts val="0"/>
              </a:spcBef>
              <a:spcAft>
                <a:spcPts val="0"/>
              </a:spcAft>
              <a:buFontTx/>
              <a:buNone/>
            </a:pPr>
            <a:r>
              <a:rPr lang="zh-CN" altLang="en-US" sz="100" dirty="0">
                <a:solidFill>
                  <a:prstClr val="white"/>
                </a:solidFill>
                <a:latin typeface="Calibri" panose="020F0502020204030204"/>
                <a:ea typeface="宋体" panose="02010600030101010101" pitchFamily="2" charset="-122"/>
              </a:rPr>
              <a:t>字体下载：</a:t>
            </a:r>
            <a:r>
              <a:rPr lang="en-US" altLang="zh-CN" sz="100" dirty="0">
                <a:solidFill>
                  <a:prstClr val="white"/>
                </a:solidFill>
                <a:latin typeface="Calibri" panose="020F0502020204030204"/>
                <a:ea typeface="宋体" panose="02010600030101010101" pitchFamily="2" charset="-122"/>
              </a:rPr>
              <a:t>www.1ppt.com/ziti/</a:t>
            </a:r>
            <a:endParaRPr lang="en-US" altLang="zh-CN" sz="100" dirty="0">
              <a:solidFill>
                <a:prstClr val="white"/>
              </a:solidFill>
              <a:latin typeface="Calibri" panose="020F0502020204030204"/>
              <a:ea typeface="宋体" panose="02010600030101010101" pitchFamily="2" charset="-122"/>
            </a:endParaRPr>
          </a:p>
          <a:p>
            <a:pPr fontAlgn="auto">
              <a:spcBef>
                <a:spcPts val="0"/>
              </a:spcBef>
              <a:spcAft>
                <a:spcPts val="0"/>
              </a:spcAft>
              <a:buFontTx/>
              <a:buNone/>
            </a:pPr>
            <a:r>
              <a:rPr lang="en-US" altLang="zh-CN" sz="100" dirty="0">
                <a:solidFill>
                  <a:prstClr val="white"/>
                </a:solidFill>
                <a:latin typeface="Calibri" panose="020F0502020204030204"/>
                <a:ea typeface="宋体" panose="02010600030101010101" pitchFamily="2" charset="-122"/>
              </a:rPr>
              <a:t> </a:t>
            </a:r>
            <a:endParaRPr lang="zh-CN" altLang="en-US" sz="100" dirty="0">
              <a:solidFill>
                <a:prstClr val="white"/>
              </a:solidFill>
              <a:latin typeface="Calibri" panose="020F0502020204030204"/>
              <a:ea typeface="宋体" panose="02010600030101010101" pitchFamily="2" charset="-122"/>
            </a:endParaRPr>
          </a:p>
        </p:txBody>
      </p:sp>
      <p:sp>
        <p:nvSpPr>
          <p:cNvPr id="2" name="标题 1"/>
          <p:cNvSpPr>
            <a:spLocks noGrp="1"/>
          </p:cNvSpPr>
          <p:nvPr>
            <p:ph type="title"/>
          </p:nvPr>
        </p:nvSpPr>
        <p:spPr>
          <a:xfrm>
            <a:off x="825625" y="908051"/>
            <a:ext cx="10601349" cy="635000"/>
          </a:xfrm>
        </p:spPr>
        <p:txBody>
          <a:bodyPr/>
          <a:lstStyle>
            <a:lvl1pPr>
              <a:defRPr>
                <a:solidFill>
                  <a:schemeClr val="accent1"/>
                </a:solidFill>
              </a:defRPr>
            </a:lvl1pPr>
          </a:lstStyle>
          <a:p>
            <a:r>
              <a:rPr lang="zh-CN" altLang="en-US"/>
              <a:t>单击此处编辑母版标题样式</a:t>
            </a:r>
            <a:endParaRPr lang="zh-CN" altLang="en-US"/>
          </a:p>
        </p:txBody>
      </p:sp>
      <p:sp>
        <p:nvSpPr>
          <p:cNvPr id="3" name="内容占位符 2"/>
          <p:cNvSpPr>
            <a:spLocks noGrp="1"/>
          </p:cNvSpPr>
          <p:nvPr>
            <p:ph idx="1"/>
          </p:nvPr>
        </p:nvSpPr>
        <p:spPr>
          <a:xfrm>
            <a:off x="825625" y="1600201"/>
            <a:ext cx="10601349" cy="4525963"/>
          </a:xfrm>
        </p:spPr>
        <p:txBody>
          <a:bodyPr/>
          <a:lstStyle>
            <a:lvl1pPr>
              <a:defRPr>
                <a:solidFill>
                  <a:schemeClr val="accent1"/>
                </a:solidFill>
              </a:defRPr>
            </a:lvl1pPr>
            <a:lvl2pPr>
              <a:defRPr>
                <a:solidFill>
                  <a:schemeClr val="accent1"/>
                </a:solidFill>
              </a:defRPr>
            </a:lvl2pPr>
            <a:lvl3pPr>
              <a:defRPr>
                <a:solidFill>
                  <a:schemeClr val="accent1"/>
                </a:solidFill>
              </a:defRPr>
            </a:lvl3pPr>
            <a:lvl4pPr>
              <a:defRPr>
                <a:solidFill>
                  <a:schemeClr val="accent1"/>
                </a:solidFill>
              </a:defRPr>
            </a:lvl4pPr>
            <a:lvl5pPr>
              <a:defRPr>
                <a:solidFill>
                  <a:schemeClr val="accent1"/>
                </a:solidFill>
              </a:defRPr>
            </a:lvl5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8" name="Freeform 5"/>
          <p:cNvSpPr/>
          <p:nvPr userDrawn="1"/>
        </p:nvSpPr>
        <p:spPr bwMode="auto">
          <a:xfrm>
            <a:off x="63836" y="73173"/>
            <a:ext cx="1227153" cy="486467"/>
          </a:xfrm>
          <a:custGeom>
            <a:avLst/>
            <a:gdLst>
              <a:gd name="T0" fmla="*/ 0 w 1600"/>
              <a:gd name="T1" fmla="*/ 0 h 617"/>
              <a:gd name="T2" fmla="*/ 1429 w 1600"/>
              <a:gd name="T3" fmla="*/ 0 h 617"/>
              <a:gd name="T4" fmla="*/ 1600 w 1600"/>
              <a:gd name="T5" fmla="*/ 308 h 617"/>
              <a:gd name="T6" fmla="*/ 1429 w 1600"/>
              <a:gd name="T7" fmla="*/ 617 h 617"/>
              <a:gd name="T8" fmla="*/ 0 w 1600"/>
              <a:gd name="T9" fmla="*/ 617 h 617"/>
              <a:gd name="T10" fmla="*/ 0 w 1600"/>
              <a:gd name="T11" fmla="*/ 0 h 617"/>
            </a:gdLst>
            <a:ahLst/>
            <a:cxnLst>
              <a:cxn ang="0">
                <a:pos x="T0" y="T1"/>
              </a:cxn>
              <a:cxn ang="0">
                <a:pos x="T2" y="T3"/>
              </a:cxn>
              <a:cxn ang="0">
                <a:pos x="T4" y="T5"/>
              </a:cxn>
              <a:cxn ang="0">
                <a:pos x="T6" y="T7"/>
              </a:cxn>
              <a:cxn ang="0">
                <a:pos x="T8" y="T9"/>
              </a:cxn>
              <a:cxn ang="0">
                <a:pos x="T10" y="T11"/>
              </a:cxn>
            </a:cxnLst>
            <a:rect l="0" t="0" r="r" b="b"/>
            <a:pathLst>
              <a:path w="1600" h="617">
                <a:moveTo>
                  <a:pt x="0" y="0"/>
                </a:moveTo>
                <a:lnTo>
                  <a:pt x="1429" y="0"/>
                </a:lnTo>
                <a:lnTo>
                  <a:pt x="1600" y="308"/>
                </a:lnTo>
                <a:lnTo>
                  <a:pt x="1429" y="617"/>
                </a:lnTo>
                <a:lnTo>
                  <a:pt x="0" y="617"/>
                </a:lnTo>
                <a:lnTo>
                  <a:pt x="0" y="0"/>
                </a:lnTo>
                <a:close/>
              </a:path>
            </a:pathLst>
          </a:custGeom>
          <a:solidFill>
            <a:schemeClr val="tx1"/>
          </a:solidFill>
          <a:ln>
            <a:noFill/>
          </a:ln>
        </p:spPr>
        <p:txBody>
          <a:bodyPr vert="horz" wrap="square" lIns="91434" tIns="45717" rIns="91434" bIns="45717" numCol="1" anchor="t" anchorCtr="0" compatLnSpc="1"/>
          <a:lstStyle/>
          <a:p>
            <a:endParaRPr lang="zh-CN" altLang="en-US">
              <a:solidFill>
                <a:srgbClr val="294A5A"/>
              </a:solidFill>
            </a:endParaRPr>
          </a:p>
        </p:txBody>
      </p:sp>
      <p:sp>
        <p:nvSpPr>
          <p:cNvPr id="9" name="Freeform 6"/>
          <p:cNvSpPr/>
          <p:nvPr userDrawn="1"/>
        </p:nvSpPr>
        <p:spPr bwMode="auto">
          <a:xfrm>
            <a:off x="1196835" y="73173"/>
            <a:ext cx="10215809" cy="486467"/>
          </a:xfrm>
          <a:custGeom>
            <a:avLst/>
            <a:gdLst>
              <a:gd name="T0" fmla="*/ 0 w 13327"/>
              <a:gd name="T1" fmla="*/ 0 h 617"/>
              <a:gd name="T2" fmla="*/ 13155 w 13327"/>
              <a:gd name="T3" fmla="*/ 0 h 617"/>
              <a:gd name="T4" fmla="*/ 13327 w 13327"/>
              <a:gd name="T5" fmla="*/ 308 h 617"/>
              <a:gd name="T6" fmla="*/ 13155 w 13327"/>
              <a:gd name="T7" fmla="*/ 617 h 617"/>
              <a:gd name="T8" fmla="*/ 0 w 13327"/>
              <a:gd name="T9" fmla="*/ 617 h 617"/>
              <a:gd name="T10" fmla="*/ 171 w 13327"/>
              <a:gd name="T11" fmla="*/ 308 h 617"/>
              <a:gd name="T12" fmla="*/ 0 w 13327"/>
              <a:gd name="T13" fmla="*/ 0 h 617"/>
            </a:gdLst>
            <a:ahLst/>
            <a:cxnLst>
              <a:cxn ang="0">
                <a:pos x="T0" y="T1"/>
              </a:cxn>
              <a:cxn ang="0">
                <a:pos x="T2" y="T3"/>
              </a:cxn>
              <a:cxn ang="0">
                <a:pos x="T4" y="T5"/>
              </a:cxn>
              <a:cxn ang="0">
                <a:pos x="T6" y="T7"/>
              </a:cxn>
              <a:cxn ang="0">
                <a:pos x="T8" y="T9"/>
              </a:cxn>
              <a:cxn ang="0">
                <a:pos x="T10" y="T11"/>
              </a:cxn>
              <a:cxn ang="0">
                <a:pos x="T12" y="T13"/>
              </a:cxn>
            </a:cxnLst>
            <a:rect l="0" t="0" r="r" b="b"/>
            <a:pathLst>
              <a:path w="13327" h="617">
                <a:moveTo>
                  <a:pt x="0" y="0"/>
                </a:moveTo>
                <a:lnTo>
                  <a:pt x="13155" y="0"/>
                </a:lnTo>
                <a:lnTo>
                  <a:pt x="13327" y="308"/>
                </a:lnTo>
                <a:lnTo>
                  <a:pt x="13155" y="617"/>
                </a:lnTo>
                <a:lnTo>
                  <a:pt x="0" y="617"/>
                </a:lnTo>
                <a:lnTo>
                  <a:pt x="171" y="308"/>
                </a:lnTo>
                <a:lnTo>
                  <a:pt x="0" y="0"/>
                </a:lnTo>
                <a:close/>
              </a:path>
            </a:pathLst>
          </a:custGeom>
          <a:solidFill>
            <a:schemeClr val="accent1"/>
          </a:solidFill>
          <a:ln>
            <a:noFill/>
          </a:ln>
        </p:spPr>
        <p:txBody>
          <a:bodyPr vert="horz" wrap="square" lIns="91434" tIns="45717" rIns="91434" bIns="45717" numCol="1" anchor="t" anchorCtr="0" compatLnSpc="1"/>
          <a:lstStyle/>
          <a:p>
            <a:endParaRPr lang="zh-CN" altLang="en-US">
              <a:solidFill>
                <a:srgbClr val="294A5A"/>
              </a:solidFill>
            </a:endParaRPr>
          </a:p>
        </p:txBody>
      </p:sp>
      <p:sp>
        <p:nvSpPr>
          <p:cNvPr id="10" name="Freeform 7"/>
          <p:cNvSpPr/>
          <p:nvPr userDrawn="1"/>
        </p:nvSpPr>
        <p:spPr bwMode="auto">
          <a:xfrm>
            <a:off x="11320057" y="73173"/>
            <a:ext cx="812871" cy="486467"/>
          </a:xfrm>
          <a:custGeom>
            <a:avLst/>
            <a:gdLst>
              <a:gd name="T0" fmla="*/ 0 w 1060"/>
              <a:gd name="T1" fmla="*/ 0 h 617"/>
              <a:gd name="T2" fmla="*/ 1060 w 1060"/>
              <a:gd name="T3" fmla="*/ 0 h 617"/>
              <a:gd name="T4" fmla="*/ 1060 w 1060"/>
              <a:gd name="T5" fmla="*/ 617 h 617"/>
              <a:gd name="T6" fmla="*/ 0 w 1060"/>
              <a:gd name="T7" fmla="*/ 617 h 617"/>
              <a:gd name="T8" fmla="*/ 172 w 1060"/>
              <a:gd name="T9" fmla="*/ 308 h 617"/>
              <a:gd name="T10" fmla="*/ 0 w 1060"/>
              <a:gd name="T11" fmla="*/ 0 h 617"/>
            </a:gdLst>
            <a:ahLst/>
            <a:cxnLst>
              <a:cxn ang="0">
                <a:pos x="T0" y="T1"/>
              </a:cxn>
              <a:cxn ang="0">
                <a:pos x="T2" y="T3"/>
              </a:cxn>
              <a:cxn ang="0">
                <a:pos x="T4" y="T5"/>
              </a:cxn>
              <a:cxn ang="0">
                <a:pos x="T6" y="T7"/>
              </a:cxn>
              <a:cxn ang="0">
                <a:pos x="T8" y="T9"/>
              </a:cxn>
              <a:cxn ang="0">
                <a:pos x="T10" y="T11"/>
              </a:cxn>
            </a:cxnLst>
            <a:rect l="0" t="0" r="r" b="b"/>
            <a:pathLst>
              <a:path w="1060" h="617">
                <a:moveTo>
                  <a:pt x="0" y="0"/>
                </a:moveTo>
                <a:lnTo>
                  <a:pt x="1060" y="0"/>
                </a:lnTo>
                <a:lnTo>
                  <a:pt x="1060" y="617"/>
                </a:lnTo>
                <a:lnTo>
                  <a:pt x="0" y="617"/>
                </a:lnTo>
                <a:lnTo>
                  <a:pt x="172" y="308"/>
                </a:lnTo>
                <a:lnTo>
                  <a:pt x="0" y="0"/>
                </a:lnTo>
                <a:close/>
              </a:path>
            </a:pathLst>
          </a:custGeom>
          <a:solidFill>
            <a:schemeClr val="accent1"/>
          </a:solidFill>
          <a:ln>
            <a:noFill/>
          </a:ln>
        </p:spPr>
        <p:txBody>
          <a:bodyPr vert="horz" wrap="square" lIns="91434" tIns="45717" rIns="91434" bIns="45717" numCol="1" anchor="t" anchorCtr="0" compatLnSpc="1"/>
          <a:lstStyle/>
          <a:p>
            <a:endParaRPr lang="zh-CN" altLang="en-US">
              <a:solidFill>
                <a:srgbClr val="294A5A"/>
              </a:solidFill>
            </a:endParaRPr>
          </a:p>
        </p:txBody>
      </p:sp>
      <p:sp>
        <p:nvSpPr>
          <p:cNvPr id="15" name="TextBox 14"/>
          <p:cNvSpPr txBox="1"/>
          <p:nvPr userDrawn="1"/>
        </p:nvSpPr>
        <p:spPr>
          <a:xfrm>
            <a:off x="11537052" y="116633"/>
            <a:ext cx="474797" cy="353937"/>
          </a:xfrm>
          <a:prstGeom prst="rect">
            <a:avLst/>
          </a:prstGeom>
          <a:noFill/>
        </p:spPr>
        <p:txBody>
          <a:bodyPr wrap="none" lIns="91434" tIns="45717" rIns="91434" bIns="45717" rtlCol="0">
            <a:spAutoFit/>
          </a:bodyPr>
          <a:lstStyle/>
          <a:p>
            <a:pPr algn="ctr"/>
            <a:fld id="{B879B013-EF15-44F9-9A4C-93BE492C244C}" type="slidenum">
              <a:rPr lang="zh-CN" altLang="en-US" sz="1700" smtClean="0">
                <a:solidFill>
                  <a:srgbClr val="FFFFFF"/>
                </a:solidFill>
                <a:latin typeface="微软雅黑" panose="020B0503020204020204" pitchFamily="34" charset="-122"/>
                <a:ea typeface="微软雅黑" panose="020B0503020204020204" pitchFamily="34" charset="-122"/>
              </a:rPr>
            </a:fld>
            <a:endParaRPr lang="zh-CN" altLang="en-US" sz="1700" dirty="0">
              <a:solidFill>
                <a:srgbClr val="FFFFFF"/>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p14:dur="10" advTm="9437"/>
    </mc:Choice>
    <mc:Fallback>
      <p:transition advTm="9437"/>
    </mc:Fallback>
  </mc:AlternateContent>
  <mc:AlternateContent xmlns:mc="http://schemas.openxmlformats.org/markup-compatibility/2006">
    <mc:Choice xmlns:p14="http://schemas.microsoft.com/office/powerpoint/2010/main"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afterEffect" p14:presetBounceEnd="33000">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14:bounceEnd="33000">
                                          <p:cBhvr additive="base">
                                            <p:cTn id="7" dur="300" fill="hold"/>
                                            <p:tgtEl>
                                              <p:spTgt spid="8"/>
                                            </p:tgtEl>
                                            <p:attrNameLst>
                                              <p:attrName>ppt_x</p:attrName>
                                            </p:attrNameLst>
                                          </p:cBhvr>
                                          <p:tavLst>
                                            <p:tav tm="0">
                                              <p:val>
                                                <p:strVal val="0-#ppt_w/2"/>
                                              </p:val>
                                            </p:tav>
                                            <p:tav tm="100000">
                                              <p:val>
                                                <p:strVal val="#ppt_x"/>
                                              </p:val>
                                            </p:tav>
                                          </p:tavLst>
                                        </p:anim>
                                        <p:anim calcmode="lin" valueType="num" p14:bounceEnd="33000">
                                          <p:cBhvr additive="base">
                                            <p:cTn id="8" dur="300" fill="hold"/>
                                            <p:tgtEl>
                                              <p:spTgt spid="8"/>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22" presetClass="entr" presetSubtype="8" fill="hold" grpId="0" nodeType="after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wipe(left)">
                                          <p:cBhvr>
                                            <p:cTn id="12" dur="300"/>
                                            <p:tgtEl>
                                              <p:spTgt spid="9"/>
                                            </p:tgtEl>
                                          </p:cBhvr>
                                        </p:animEffect>
                                      </p:childTnLst>
                                    </p:cTn>
                                  </p:par>
                                </p:childTnLst>
                              </p:cTn>
                            </p:par>
                            <p:par>
                              <p:cTn id="13" fill="hold">
                                <p:stCondLst>
                                  <p:cond delay="1000"/>
                                </p:stCondLst>
                                <p:childTnLst>
                                  <p:par>
                                    <p:cTn id="14" presetID="2" presetClass="entr" presetSubtype="2" fill="hold" grpId="0" nodeType="afterEffect" p14:presetBounceEnd="33000">
                                      <p:stCondLst>
                                        <p:cond delay="0"/>
                                      </p:stCondLst>
                                      <p:childTnLst>
                                        <p:set>
                                          <p:cBhvr>
                                            <p:cTn id="15" dur="1" fill="hold">
                                              <p:stCondLst>
                                                <p:cond delay="0"/>
                                              </p:stCondLst>
                                            </p:cTn>
                                            <p:tgtEl>
                                              <p:spTgt spid="10"/>
                                            </p:tgtEl>
                                            <p:attrNameLst>
                                              <p:attrName>style.visibility</p:attrName>
                                            </p:attrNameLst>
                                          </p:cBhvr>
                                          <p:to>
                                            <p:strVal val="visible"/>
                                          </p:to>
                                        </p:set>
                                        <p:anim calcmode="lin" valueType="num" p14:bounceEnd="33000">
                                          <p:cBhvr additive="base">
                                            <p:cTn id="16" dur="300" fill="hold"/>
                                            <p:tgtEl>
                                              <p:spTgt spid="10"/>
                                            </p:tgtEl>
                                            <p:attrNameLst>
                                              <p:attrName>ppt_x</p:attrName>
                                            </p:attrNameLst>
                                          </p:cBhvr>
                                          <p:tavLst>
                                            <p:tav tm="0">
                                              <p:val>
                                                <p:strVal val="1+#ppt_w/2"/>
                                              </p:val>
                                            </p:tav>
                                            <p:tav tm="100000">
                                              <p:val>
                                                <p:strVal val="#ppt_x"/>
                                              </p:val>
                                            </p:tav>
                                          </p:tavLst>
                                        </p:anim>
                                        <p:anim calcmode="lin" valueType="num" p14:bounceEnd="33000">
                                          <p:cBhvr additive="base">
                                            <p:cTn id="17" dur="300" fill="hold"/>
                                            <p:tgtEl>
                                              <p:spTgt spid="10"/>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P spid="10" grpId="0" animBg="1"/>
        </p:bldLst>
      </p:timing>
    </mc:Choice>
    <mc:Fallback>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after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300" fill="hold"/>
                                            <p:tgtEl>
                                              <p:spTgt spid="8"/>
                                            </p:tgtEl>
                                            <p:attrNameLst>
                                              <p:attrName>ppt_x</p:attrName>
                                            </p:attrNameLst>
                                          </p:cBhvr>
                                          <p:tavLst>
                                            <p:tav tm="0">
                                              <p:val>
                                                <p:strVal val="0-#ppt_w/2"/>
                                              </p:val>
                                            </p:tav>
                                            <p:tav tm="100000">
                                              <p:val>
                                                <p:strVal val="#ppt_x"/>
                                              </p:val>
                                            </p:tav>
                                          </p:tavLst>
                                        </p:anim>
                                        <p:anim calcmode="lin" valueType="num">
                                          <p:cBhvr additive="base">
                                            <p:cTn id="8" dur="300" fill="hold"/>
                                            <p:tgtEl>
                                              <p:spTgt spid="8"/>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22" presetClass="entr" presetSubtype="8" fill="hold" grpId="0" nodeType="after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wipe(left)">
                                          <p:cBhvr>
                                            <p:cTn id="12" dur="300"/>
                                            <p:tgtEl>
                                              <p:spTgt spid="9"/>
                                            </p:tgtEl>
                                          </p:cBhvr>
                                        </p:animEffect>
                                      </p:childTnLst>
                                    </p:cTn>
                                  </p:par>
                                </p:childTnLst>
                              </p:cTn>
                            </p:par>
                            <p:par>
                              <p:cTn id="13" fill="hold">
                                <p:stCondLst>
                                  <p:cond delay="1000"/>
                                </p:stCondLst>
                                <p:childTnLst>
                                  <p:par>
                                    <p:cTn id="14" presetID="2" presetClass="entr" presetSubtype="2" fill="hold" grpId="0" nodeType="afterEffect">
                                      <p:stCondLst>
                                        <p:cond delay="0"/>
                                      </p:stCondLst>
                                      <p:childTnLst>
                                        <p:set>
                                          <p:cBhvr>
                                            <p:cTn id="15" dur="1" fill="hold">
                                              <p:stCondLst>
                                                <p:cond delay="0"/>
                                              </p:stCondLst>
                                            </p:cTn>
                                            <p:tgtEl>
                                              <p:spTgt spid="10"/>
                                            </p:tgtEl>
                                            <p:attrNameLst>
                                              <p:attrName>style.visibility</p:attrName>
                                            </p:attrNameLst>
                                          </p:cBhvr>
                                          <p:to>
                                            <p:strVal val="visible"/>
                                          </p:to>
                                        </p:set>
                                        <p:anim calcmode="lin" valueType="num">
                                          <p:cBhvr additive="base">
                                            <p:cTn id="16" dur="300" fill="hold"/>
                                            <p:tgtEl>
                                              <p:spTgt spid="10"/>
                                            </p:tgtEl>
                                            <p:attrNameLst>
                                              <p:attrName>ppt_x</p:attrName>
                                            </p:attrNameLst>
                                          </p:cBhvr>
                                          <p:tavLst>
                                            <p:tav tm="0">
                                              <p:val>
                                                <p:strVal val="1+#ppt_w/2"/>
                                              </p:val>
                                            </p:tav>
                                            <p:tav tm="100000">
                                              <p:val>
                                                <p:strVal val="#ppt_x"/>
                                              </p:val>
                                            </p:tav>
                                          </p:tavLst>
                                        </p:anim>
                                        <p:anim calcmode="lin" valueType="num">
                                          <p:cBhvr additive="base">
                                            <p:cTn id="17" dur="300" fill="hold"/>
                                            <p:tgtEl>
                                              <p:spTgt spid="10"/>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P spid="10" grpId="0" animBg="1"/>
        </p:bldLst>
      </p:timing>
    </mc:Fallback>
  </mc:AlternateContent>
</p:sldLayout>
</file>

<file path=ppt/slideLayouts/slideLayout27.xml><?xml version="1.0" encoding="utf-8"?>
<p:sldLayout xmlns:a="http://schemas.openxmlformats.org/drawingml/2006/main" xmlns:r="http://schemas.openxmlformats.org/officeDocument/2006/relationships" xmlns:p="http://schemas.openxmlformats.org/presentationml/2006/main" type="secHead" preserve="1">
  <p:cSld name="节标题">
    <p:bg>
      <p:bgPr>
        <a:blipFill dpi="0" rotWithShape="1">
          <a:blip r:embed="rId2" cstate="print">
            <a:lum/>
          </a:blip>
          <a:srcRect/>
          <a:stretch>
            <a:fillRect/>
          </a:stretch>
        </a:blip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963614" y="4406901"/>
            <a:ext cx="10366375" cy="1362075"/>
          </a:xfrm>
        </p:spPr>
        <p:txBody>
          <a:bodyPr anchor="t"/>
          <a:lstStyle>
            <a:lvl1pPr algn="l">
              <a:defRPr sz="4000" b="1" cap="all">
                <a:solidFill>
                  <a:srgbClr val="F8F8F8"/>
                </a:solidFill>
              </a:defRPr>
            </a:lvl1pPr>
          </a:lstStyle>
          <a:p>
            <a:r>
              <a:rPr lang="zh-CN" altLang="en-US"/>
              <a:t>单击此处编辑母版标题样式</a:t>
            </a:r>
            <a:endParaRPr lang="zh-CN" altLang="en-US"/>
          </a:p>
        </p:txBody>
      </p:sp>
      <p:sp>
        <p:nvSpPr>
          <p:cNvPr id="3" name="文本占位符 2"/>
          <p:cNvSpPr>
            <a:spLocks noGrp="1"/>
          </p:cNvSpPr>
          <p:nvPr>
            <p:ph type="body" idx="1"/>
          </p:nvPr>
        </p:nvSpPr>
        <p:spPr>
          <a:xfrm>
            <a:off x="963614" y="2906713"/>
            <a:ext cx="10366375" cy="1500187"/>
          </a:xfrm>
        </p:spPr>
        <p:txBody>
          <a:bodyPr anchor="b"/>
          <a:lstStyle>
            <a:lvl1pPr marL="0" indent="0">
              <a:buNone/>
              <a:defRPr sz="2000">
                <a:solidFill>
                  <a:srgbClr val="F8F8F8"/>
                </a:solidFill>
              </a:defRPr>
            </a:lvl1pPr>
            <a:lvl2pPr marL="457200" indent="0">
              <a:buNone/>
              <a:defRPr sz="1700"/>
            </a:lvl2pPr>
            <a:lvl3pPr marL="914400" indent="0">
              <a:buNone/>
              <a:defRPr sz="1600"/>
            </a:lvl3pPr>
            <a:lvl4pPr marL="1371600" indent="0">
              <a:buNone/>
              <a:defRPr sz="1300"/>
            </a:lvl4pPr>
            <a:lvl5pPr marL="1828800" indent="0">
              <a:buNone/>
              <a:defRPr sz="1300"/>
            </a:lvl5pPr>
            <a:lvl6pPr marL="2286000" indent="0">
              <a:buNone/>
              <a:defRPr sz="1300"/>
            </a:lvl6pPr>
            <a:lvl7pPr marL="2743200" indent="0">
              <a:buNone/>
              <a:defRPr sz="1300"/>
            </a:lvl7pPr>
            <a:lvl8pPr marL="3200400" indent="0">
              <a:buNone/>
              <a:defRPr sz="1300"/>
            </a:lvl8pPr>
            <a:lvl9pPr marL="3657600" indent="0">
              <a:buNone/>
              <a:defRPr sz="1300"/>
            </a:lvl9pPr>
          </a:lstStyle>
          <a:p>
            <a:pPr lvl="0"/>
            <a:r>
              <a:rPr lang="zh-CN" altLang="en-US"/>
              <a:t>单击此处编辑母版文本样式</a:t>
            </a:r>
            <a:endParaRPr lang="zh-CN" altLang="en-US"/>
          </a:p>
        </p:txBody>
      </p:sp>
    </p:spTree>
  </p:cSld>
  <p:clrMapOvr>
    <a:masterClrMapping/>
  </p:clrMapOvr>
  <mc:AlternateContent xmlns:mc="http://schemas.openxmlformats.org/markup-compatibility/2006">
    <mc:Choice xmlns:p14="http://schemas.microsoft.com/office/powerpoint/2010/main" Requires="p14">
      <p:transition p14:dur="10" advTm="9437"/>
    </mc:Choice>
    <mc:Fallback>
      <p:transition advTm="9437"/>
    </mc:Fallback>
  </mc:AlternateContent>
</p:sldLayout>
</file>

<file path=ppt/slideLayouts/slideLayout28.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609599" y="1600201"/>
            <a:ext cx="5411788" cy="4525963"/>
          </a:xfrm>
        </p:spPr>
        <p:txBody>
          <a:bodyPr/>
          <a:lstStyle>
            <a:lvl1pPr>
              <a:defRPr sz="2800"/>
            </a:lvl1pPr>
            <a:lvl2pPr>
              <a:defRPr sz="2400"/>
            </a:lvl2pPr>
            <a:lvl3pPr>
              <a:defRPr sz="2000"/>
            </a:lvl3pPr>
            <a:lvl4pPr>
              <a:defRPr sz="1700"/>
            </a:lvl4pPr>
            <a:lvl5pPr>
              <a:defRPr sz="1700"/>
            </a:lvl5pPr>
            <a:lvl6pPr>
              <a:defRPr sz="1700"/>
            </a:lvl6pPr>
            <a:lvl7pPr>
              <a:defRPr sz="1700"/>
            </a:lvl7pPr>
            <a:lvl8pPr>
              <a:defRPr sz="1700"/>
            </a:lvl8pPr>
            <a:lvl9pPr>
              <a:defRPr sz="17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p:nvPr>
        </p:nvSpPr>
        <p:spPr>
          <a:xfrm>
            <a:off x="6173788" y="1600201"/>
            <a:ext cx="5413375" cy="4525963"/>
          </a:xfrm>
        </p:spPr>
        <p:txBody>
          <a:bodyPr/>
          <a:lstStyle>
            <a:lvl1pPr>
              <a:defRPr sz="2800"/>
            </a:lvl1pPr>
            <a:lvl2pPr>
              <a:defRPr sz="2400"/>
            </a:lvl2pPr>
            <a:lvl3pPr>
              <a:defRPr sz="2000"/>
            </a:lvl3pPr>
            <a:lvl4pPr>
              <a:defRPr sz="1700"/>
            </a:lvl4pPr>
            <a:lvl5pPr>
              <a:defRPr sz="1700"/>
            </a:lvl5pPr>
            <a:lvl6pPr>
              <a:defRPr sz="1700"/>
            </a:lvl6pPr>
            <a:lvl7pPr>
              <a:defRPr sz="1700"/>
            </a:lvl7pPr>
            <a:lvl8pPr>
              <a:defRPr sz="1700"/>
            </a:lvl8pPr>
            <a:lvl9pPr>
              <a:defRPr sz="17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pic>
        <p:nvPicPr>
          <p:cNvPr id="5" name="图片 13" descr="泰迪logo无底色.png"/>
          <p:cNvPicPr>
            <a:picLocks noChangeAspect="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601940" y="6309320"/>
            <a:ext cx="918092" cy="2425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mc:AlternateContent xmlns:mc="http://schemas.openxmlformats.org/markup-compatibility/2006">
    <mc:Choice xmlns:p14="http://schemas.microsoft.com/office/powerpoint/2010/main" Requires="p14">
      <p:transition p14:dur="10" advTm="9437"/>
    </mc:Choice>
    <mc:Fallback>
      <p:transition advTm="9437"/>
    </mc:Fallback>
  </mc:AlternateContent>
</p:sldLayout>
</file>

<file path=ppt/slideLayouts/slideLayout29.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09601" y="274637"/>
            <a:ext cx="10977563" cy="1143000"/>
          </a:xfrm>
        </p:spPr>
        <p:txBody>
          <a:bodyPr/>
          <a:lstStyle>
            <a:lvl1pPr>
              <a:defRPr/>
            </a:lvl1pPr>
          </a:lstStyle>
          <a:p>
            <a:r>
              <a:rPr lang="zh-CN" altLang="en-US"/>
              <a:t>单击此处编辑母版标题样式</a:t>
            </a:r>
            <a:endParaRPr lang="zh-CN" altLang="en-US"/>
          </a:p>
        </p:txBody>
      </p:sp>
      <p:sp>
        <p:nvSpPr>
          <p:cNvPr id="3" name="文本占位符 2"/>
          <p:cNvSpPr>
            <a:spLocks noGrp="1"/>
          </p:cNvSpPr>
          <p:nvPr>
            <p:ph type="body" idx="1"/>
          </p:nvPr>
        </p:nvSpPr>
        <p:spPr>
          <a:xfrm>
            <a:off x="609601" y="1535113"/>
            <a:ext cx="5389563" cy="639763"/>
          </a:xfrm>
        </p:spPr>
        <p:txBody>
          <a:bodyPr anchor="b"/>
          <a:lstStyle>
            <a:lvl1pPr marL="0" indent="0">
              <a:buNone/>
              <a:defRPr sz="2400" b="1"/>
            </a:lvl1pPr>
            <a:lvl2pPr marL="457200" indent="0">
              <a:buNone/>
              <a:defRPr sz="2000" b="1"/>
            </a:lvl2pPr>
            <a:lvl3pPr marL="914400" indent="0">
              <a:buNone/>
              <a:defRPr sz="17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609601" y="2174875"/>
            <a:ext cx="5389563" cy="3951288"/>
          </a:xfrm>
        </p:spPr>
        <p:txBody>
          <a:bodyPr/>
          <a:lstStyle>
            <a:lvl1pPr>
              <a:defRPr sz="2400"/>
            </a:lvl1pPr>
            <a:lvl2pPr>
              <a:defRPr sz="2000"/>
            </a:lvl2pPr>
            <a:lvl3pPr>
              <a:defRPr sz="17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p:nvPr>
        </p:nvSpPr>
        <p:spPr>
          <a:xfrm>
            <a:off x="6196013" y="1535113"/>
            <a:ext cx="5391151" cy="639763"/>
          </a:xfrm>
        </p:spPr>
        <p:txBody>
          <a:bodyPr anchor="b"/>
          <a:lstStyle>
            <a:lvl1pPr marL="0" indent="0">
              <a:buNone/>
              <a:defRPr sz="2400" b="1"/>
            </a:lvl1pPr>
            <a:lvl2pPr marL="457200" indent="0">
              <a:buNone/>
              <a:defRPr sz="2000" b="1"/>
            </a:lvl2pPr>
            <a:lvl3pPr marL="914400" indent="0">
              <a:buNone/>
              <a:defRPr sz="17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6196013" y="2174875"/>
            <a:ext cx="5391151" cy="3951288"/>
          </a:xfrm>
        </p:spPr>
        <p:txBody>
          <a:bodyPr/>
          <a:lstStyle>
            <a:lvl1pPr>
              <a:defRPr sz="2400"/>
            </a:lvl1pPr>
            <a:lvl2pPr>
              <a:defRPr sz="2000"/>
            </a:lvl2pPr>
            <a:lvl3pPr>
              <a:defRPr sz="17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Tree>
  </p:cSld>
  <p:clrMapOvr>
    <a:masterClrMapping/>
  </p:clrMapOvr>
  <mc:AlternateContent xmlns:mc="http://schemas.openxmlformats.org/markup-compatibility/2006">
    <mc:Choice xmlns:p14="http://schemas.microsoft.com/office/powerpoint/2010/main" Requires="p14">
      <p:transition p14:dur="10" advTm="9437"/>
    </mc:Choice>
    <mc:Fallback>
      <p:transition advTm="9437"/>
    </mc:Fallback>
  </mc:AlternateContent>
</p:sldLayout>
</file>

<file path=ppt/slideLayouts/slideLayout30.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Tree>
  </p:cSld>
  <p:clrMapOvr>
    <a:masterClrMapping/>
  </p:clrMapOvr>
  <mc:AlternateContent xmlns:mc="http://schemas.openxmlformats.org/markup-compatibility/2006">
    <mc:Choice xmlns:p14="http://schemas.microsoft.com/office/powerpoint/2010/main" Requires="p14">
      <p:transition p14:dur="10" advTm="9437"/>
    </mc:Choice>
    <mc:Fallback>
      <p:transition advTm="9437"/>
    </mc:Fallback>
  </mc:AlternateContent>
</p:sldLayout>
</file>

<file path=ppt/slideLayouts/slideLayout31.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p14="http://schemas.microsoft.com/office/powerpoint/2010/main" Requires="p14">
      <p:transition p14:dur="10" advTm="9437"/>
    </mc:Choice>
    <mc:Fallback>
      <p:transition advTm="9437"/>
    </mc:Fallback>
  </mc:AlternateContent>
</p:sldLayout>
</file>

<file path=ppt/slideLayouts/slideLayout32.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09600" y="273049"/>
            <a:ext cx="4013201" cy="1162051"/>
          </a:xfrm>
        </p:spPr>
        <p:txBody>
          <a:bodyPr anchor="b"/>
          <a:lstStyle>
            <a:lvl1pPr algn="l">
              <a:defRPr sz="2000" b="1"/>
            </a:lvl1pPr>
          </a:lstStyle>
          <a:p>
            <a:r>
              <a:rPr lang="zh-CN" altLang="en-US"/>
              <a:t>单击此处编辑母版标题样式</a:t>
            </a:r>
            <a:endParaRPr lang="zh-CN" altLang="en-US"/>
          </a:p>
        </p:txBody>
      </p:sp>
      <p:sp>
        <p:nvSpPr>
          <p:cNvPr id="3" name="内容占位符 2"/>
          <p:cNvSpPr>
            <a:spLocks noGrp="1"/>
          </p:cNvSpPr>
          <p:nvPr>
            <p:ph idx="1"/>
          </p:nvPr>
        </p:nvSpPr>
        <p:spPr>
          <a:xfrm>
            <a:off x="4768850" y="273052"/>
            <a:ext cx="6818313"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文本占位符 3"/>
          <p:cNvSpPr>
            <a:spLocks noGrp="1"/>
          </p:cNvSpPr>
          <p:nvPr>
            <p:ph type="body" sz="half" idx="2"/>
          </p:nvPr>
        </p:nvSpPr>
        <p:spPr>
          <a:xfrm>
            <a:off x="609600" y="1435102"/>
            <a:ext cx="4013201" cy="4691063"/>
          </a:xfrm>
        </p:spPr>
        <p:txBody>
          <a:bodyPr/>
          <a:lstStyle>
            <a:lvl1pPr marL="0" indent="0">
              <a:buNone/>
              <a:defRPr sz="1300"/>
            </a:lvl1pPr>
            <a:lvl2pPr marL="457200" indent="0">
              <a:buNone/>
              <a:defRPr sz="1200"/>
            </a:lvl2pPr>
            <a:lvl3pPr marL="914400" indent="0">
              <a:buNone/>
              <a:defRPr sz="9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Tree>
  </p:cSld>
  <p:clrMapOvr>
    <a:masterClrMapping/>
  </p:clrMapOvr>
  <mc:AlternateContent xmlns:mc="http://schemas.openxmlformats.org/markup-compatibility/2006">
    <mc:Choice xmlns:p14="http://schemas.microsoft.com/office/powerpoint/2010/main" Requires="p14">
      <p:transition p14:dur="10" advTm="9437"/>
    </mc:Choice>
    <mc:Fallback>
      <p:transition advTm="9437"/>
    </mc:Fallback>
  </mc:AlternateContent>
</p:sldLayout>
</file>

<file path=ppt/slideLayouts/slideLayout33.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2390775" y="4800600"/>
            <a:ext cx="7318375" cy="566739"/>
          </a:xfrm>
        </p:spPr>
        <p:txBody>
          <a:bodyPr anchor="b"/>
          <a:lstStyle>
            <a:lvl1pPr algn="l">
              <a:defRPr sz="2000" b="1"/>
            </a:lvl1pPr>
          </a:lstStyle>
          <a:p>
            <a:r>
              <a:rPr lang="zh-CN" altLang="en-US"/>
              <a:t>单击此处编辑母版标题样式</a:t>
            </a:r>
            <a:endParaRPr lang="zh-CN" altLang="en-US"/>
          </a:p>
        </p:txBody>
      </p:sp>
      <p:sp>
        <p:nvSpPr>
          <p:cNvPr id="3" name="图片占位符 2"/>
          <p:cNvSpPr>
            <a:spLocks noGrp="1"/>
          </p:cNvSpPr>
          <p:nvPr>
            <p:ph type="pic" idx="1"/>
          </p:nvPr>
        </p:nvSpPr>
        <p:spPr>
          <a:xfrm>
            <a:off x="2390775" y="612775"/>
            <a:ext cx="7318375"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2390775" y="5367338"/>
            <a:ext cx="7318375" cy="804863"/>
          </a:xfrm>
        </p:spPr>
        <p:txBody>
          <a:bodyPr/>
          <a:lstStyle>
            <a:lvl1pPr marL="0" indent="0">
              <a:buNone/>
              <a:defRPr sz="1300"/>
            </a:lvl1pPr>
            <a:lvl2pPr marL="457200" indent="0">
              <a:buNone/>
              <a:defRPr sz="1200"/>
            </a:lvl2pPr>
            <a:lvl3pPr marL="914400" indent="0">
              <a:buNone/>
              <a:defRPr sz="9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Tree>
  </p:cSld>
  <p:clrMapOvr>
    <a:masterClrMapping/>
  </p:clrMapOvr>
  <mc:AlternateContent xmlns:mc="http://schemas.openxmlformats.org/markup-compatibility/2006">
    <mc:Choice xmlns:p14="http://schemas.microsoft.com/office/powerpoint/2010/main" Requires="p14">
      <p:transition p14:dur="10" advTm="9437"/>
    </mc:Choice>
    <mc:Fallback>
      <p:transition advTm="9437"/>
    </mc:Fallback>
  </mc:AlternateContent>
</p:sldLayout>
</file>

<file path=ppt/slideLayouts/slideLayout34.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Tree>
  </p:cSld>
  <p:clrMapOvr>
    <a:masterClrMapping/>
  </p:clrMapOvr>
  <mc:AlternateContent xmlns:mc="http://schemas.openxmlformats.org/markup-compatibility/2006">
    <mc:Choice xmlns:p14="http://schemas.microsoft.com/office/powerpoint/2010/main" Requires="p14">
      <p:transition p14:dur="10" advTm="9437"/>
    </mc:Choice>
    <mc:Fallback>
      <p:transition advTm="9437"/>
    </mc:Fallback>
  </mc:AlternateContent>
</p:sldLayout>
</file>

<file path=ppt/slideLayouts/slideLayout35.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843963" y="908052"/>
            <a:ext cx="2743201" cy="5218113"/>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609601" y="908052"/>
            <a:ext cx="8081963" cy="5218113"/>
          </a:xfrm>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Tree>
  </p:cSld>
  <p:clrMapOvr>
    <a:masterClrMapping/>
  </p:clrMapOvr>
  <mc:AlternateContent xmlns:mc="http://schemas.openxmlformats.org/markup-compatibility/2006">
    <mc:Choice xmlns:p14="http://schemas.microsoft.com/office/powerpoint/2010/main" Requires="p14">
      <p:transition p14:dur="10" advTm="9437"/>
    </mc:Choice>
    <mc:Fallback>
      <p:transition advTm="9437"/>
    </mc:Fallback>
  </mc:AlternateConten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showMasterSp="0" userDrawn="1">
  <p:cSld name="1_标题幻灯片">
    <p:spTree>
      <p:nvGrpSpPr>
        <p:cNvPr id="1" name=""/>
        <p:cNvGrpSpPr/>
        <p:nvPr/>
      </p:nvGrpSpPr>
      <p:grpSpPr>
        <a:xfrm>
          <a:off x="0" y="0"/>
          <a:ext cx="0" cy="0"/>
          <a:chOff x="0" y="0"/>
          <a:chExt cx="0" cy="0"/>
        </a:xfrm>
      </p:grpSpPr>
      <p:pic>
        <p:nvPicPr>
          <p:cNvPr id="4" name="Picture 2" descr="PPECLOGO-eff-0-1"/>
          <p:cNvPicPr>
            <a:picLocks noChangeAspect="1" noChangeArrowheads="1"/>
          </p:cNvPicPr>
          <p:nvPr userDrawn="1"/>
        </p:nvPicPr>
        <p:blipFill>
          <a:blip r:embed="rId2" cstate="screen"/>
          <a:srcRect/>
          <a:stretch>
            <a:fillRect/>
          </a:stretch>
        </p:blipFill>
        <p:spPr bwMode="auto">
          <a:xfrm>
            <a:off x="4146915" y="2886610"/>
            <a:ext cx="1060349" cy="798789"/>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3" descr="PPECLOGO-eff-0-2"/>
          <p:cNvPicPr>
            <a:picLocks noChangeAspect="1" noChangeArrowheads="1"/>
          </p:cNvPicPr>
          <p:nvPr userDrawn="1"/>
        </p:nvPicPr>
        <p:blipFill>
          <a:blip r:embed="rId3" cstate="screen"/>
          <a:srcRect/>
          <a:stretch>
            <a:fillRect/>
          </a:stretch>
        </p:blipFill>
        <p:spPr bwMode="auto">
          <a:xfrm>
            <a:off x="8430462" y="2758265"/>
            <a:ext cx="1096814" cy="838939"/>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4" descr="PPECLOGO-eff-0-3"/>
          <p:cNvPicPr>
            <a:picLocks noChangeAspect="1" noChangeArrowheads="1"/>
          </p:cNvPicPr>
          <p:nvPr userDrawn="1"/>
        </p:nvPicPr>
        <p:blipFill>
          <a:blip r:embed="rId4" cstate="print"/>
          <a:srcRect/>
          <a:stretch>
            <a:fillRect/>
          </a:stretch>
        </p:blipFill>
        <p:spPr bwMode="auto">
          <a:xfrm>
            <a:off x="1040451" y="1447780"/>
            <a:ext cx="3013732" cy="2376211"/>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5" descr="PPECLOGO-eff-0-1"/>
          <p:cNvPicPr>
            <a:picLocks noChangeAspect="1" noChangeArrowheads="1"/>
          </p:cNvPicPr>
          <p:nvPr userDrawn="1"/>
        </p:nvPicPr>
        <p:blipFill>
          <a:blip r:embed="rId5" cstate="screen"/>
          <a:srcRect/>
          <a:stretch>
            <a:fillRect/>
          </a:stretch>
        </p:blipFill>
        <p:spPr bwMode="auto">
          <a:xfrm>
            <a:off x="4467437" y="3771071"/>
            <a:ext cx="524127" cy="395616"/>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6" descr="PPECLOGO-eff-0-1"/>
          <p:cNvPicPr>
            <a:picLocks noChangeAspect="1" noChangeArrowheads="1"/>
          </p:cNvPicPr>
          <p:nvPr userDrawn="1"/>
        </p:nvPicPr>
        <p:blipFill>
          <a:blip r:embed="rId6" cstate="screen"/>
          <a:srcRect/>
          <a:stretch>
            <a:fillRect/>
          </a:stretch>
        </p:blipFill>
        <p:spPr bwMode="auto">
          <a:xfrm>
            <a:off x="7376341" y="2904247"/>
            <a:ext cx="401158" cy="302381"/>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8" descr="PPECLOGO-eff-0-2"/>
          <p:cNvPicPr>
            <a:picLocks noChangeAspect="1" noChangeArrowheads="1"/>
          </p:cNvPicPr>
          <p:nvPr userDrawn="1"/>
        </p:nvPicPr>
        <p:blipFill>
          <a:blip r:embed="rId7" cstate="screen"/>
          <a:srcRect/>
          <a:stretch>
            <a:fillRect/>
          </a:stretch>
        </p:blipFill>
        <p:spPr bwMode="auto">
          <a:xfrm>
            <a:off x="5277818" y="2574150"/>
            <a:ext cx="981731" cy="750913"/>
          </a:xfrm>
          <a:prstGeom prst="rect">
            <a:avLst/>
          </a:prstGeom>
          <a:noFill/>
          <a:extLst>
            <a:ext uri="{909E8E84-426E-40DD-AFC4-6F175D3DCCD1}">
              <a14:hiddenFill xmlns:a14="http://schemas.microsoft.com/office/drawing/2010/main">
                <a:solidFill>
                  <a:srgbClr val="FFFFFF"/>
                </a:solidFill>
              </a14:hiddenFill>
            </a:ext>
          </a:extLst>
        </p:spPr>
      </p:pic>
      <p:pic>
        <p:nvPicPr>
          <p:cNvPr id="10" name="Picture 9" descr="PPECLOGO-eff-5-4"/>
          <p:cNvPicPr>
            <a:picLocks noChangeAspect="1" noChangeArrowheads="1"/>
          </p:cNvPicPr>
          <p:nvPr userDrawn="1"/>
        </p:nvPicPr>
        <p:blipFill>
          <a:blip r:embed="rId8" cstate="print"/>
          <a:srcRect/>
          <a:stretch>
            <a:fillRect/>
          </a:stretch>
        </p:blipFill>
        <p:spPr bwMode="auto">
          <a:xfrm>
            <a:off x="3261942" y="3206629"/>
            <a:ext cx="1477636" cy="1123849"/>
          </a:xfrm>
          <a:prstGeom prst="rect">
            <a:avLst/>
          </a:prstGeom>
          <a:noFill/>
          <a:extLst>
            <a:ext uri="{909E8E84-426E-40DD-AFC4-6F175D3DCCD1}">
              <a14:hiddenFill xmlns:a14="http://schemas.microsoft.com/office/drawing/2010/main">
                <a:solidFill>
                  <a:srgbClr val="FFFFFF"/>
                </a:solidFill>
              </a14:hiddenFill>
            </a:ext>
          </a:extLst>
        </p:spPr>
      </p:pic>
      <p:pic>
        <p:nvPicPr>
          <p:cNvPr id="11" name="Picture 10" descr="PPECLOGO-eff-5-2"/>
          <p:cNvPicPr>
            <a:picLocks noChangeAspect="1" noChangeArrowheads="1"/>
          </p:cNvPicPr>
          <p:nvPr userDrawn="1"/>
        </p:nvPicPr>
        <p:blipFill>
          <a:blip r:embed="rId9" cstate="print"/>
          <a:srcRect/>
          <a:stretch>
            <a:fillRect/>
          </a:stretch>
        </p:blipFill>
        <p:spPr bwMode="auto">
          <a:xfrm>
            <a:off x="5352404" y="3446015"/>
            <a:ext cx="1834444" cy="1436309"/>
          </a:xfrm>
          <a:prstGeom prst="rect">
            <a:avLst/>
          </a:prstGeom>
          <a:noFill/>
          <a:extLst>
            <a:ext uri="{909E8E84-426E-40DD-AFC4-6F175D3DCCD1}">
              <a14:hiddenFill xmlns:a14="http://schemas.microsoft.com/office/drawing/2010/main">
                <a:solidFill>
                  <a:srgbClr val="FFFFFF"/>
                </a:solidFill>
              </a14:hiddenFill>
            </a:ext>
          </a:extLst>
        </p:spPr>
      </p:pic>
      <p:pic>
        <p:nvPicPr>
          <p:cNvPr id="12" name="Picture 11" descr="PPECLOGO-eff-5-4"/>
          <p:cNvPicPr>
            <a:picLocks noChangeAspect="1" noChangeArrowheads="1"/>
          </p:cNvPicPr>
          <p:nvPr userDrawn="1"/>
        </p:nvPicPr>
        <p:blipFill>
          <a:blip r:embed="rId10" cstate="screen"/>
          <a:srcRect/>
          <a:stretch>
            <a:fillRect/>
          </a:stretch>
        </p:blipFill>
        <p:spPr bwMode="auto">
          <a:xfrm>
            <a:off x="9886102" y="2725339"/>
            <a:ext cx="1116793" cy="851707"/>
          </a:xfrm>
          <a:prstGeom prst="rect">
            <a:avLst/>
          </a:prstGeom>
          <a:noFill/>
          <a:extLst>
            <a:ext uri="{909E8E84-426E-40DD-AFC4-6F175D3DCCD1}">
              <a14:hiddenFill xmlns:a14="http://schemas.microsoft.com/office/drawing/2010/main">
                <a:solidFill>
                  <a:srgbClr val="FFFFFF"/>
                </a:solidFill>
              </a14:hiddenFill>
            </a:ext>
          </a:extLst>
        </p:spPr>
      </p:pic>
      <p:pic>
        <p:nvPicPr>
          <p:cNvPr id="13" name="Picture 12" descr="PPECLOGO-eff-0-1"/>
          <p:cNvPicPr>
            <a:picLocks noChangeAspect="1" noChangeArrowheads="1"/>
          </p:cNvPicPr>
          <p:nvPr userDrawn="1"/>
        </p:nvPicPr>
        <p:blipFill>
          <a:blip r:embed="rId11" cstate="screen"/>
          <a:srcRect/>
          <a:stretch>
            <a:fillRect/>
          </a:stretch>
        </p:blipFill>
        <p:spPr bwMode="auto">
          <a:xfrm>
            <a:off x="7942801" y="3624922"/>
            <a:ext cx="522112" cy="393095"/>
          </a:xfrm>
          <a:prstGeom prst="rect">
            <a:avLst/>
          </a:prstGeom>
          <a:noFill/>
          <a:extLst>
            <a:ext uri="{909E8E84-426E-40DD-AFC4-6F175D3DCCD1}">
              <a14:hiddenFill xmlns:a14="http://schemas.microsoft.com/office/drawing/2010/main">
                <a:solidFill>
                  <a:srgbClr val="FFFFFF"/>
                </a:solidFill>
              </a14:hiddenFill>
            </a:ext>
          </a:extLst>
        </p:spPr>
      </p:pic>
      <p:pic>
        <p:nvPicPr>
          <p:cNvPr id="14" name="Picture 13" descr="PPECLOGO-eff-0-1"/>
          <p:cNvPicPr>
            <a:picLocks noChangeAspect="1" noChangeArrowheads="1"/>
          </p:cNvPicPr>
          <p:nvPr userDrawn="1"/>
        </p:nvPicPr>
        <p:blipFill>
          <a:blip r:embed="rId11" cstate="screen"/>
          <a:srcRect/>
          <a:stretch>
            <a:fillRect/>
          </a:stretch>
        </p:blipFill>
        <p:spPr bwMode="auto">
          <a:xfrm>
            <a:off x="11254879" y="2365002"/>
            <a:ext cx="522111" cy="393095"/>
          </a:xfrm>
          <a:prstGeom prst="rect">
            <a:avLst/>
          </a:prstGeom>
          <a:noFill/>
          <a:extLst>
            <a:ext uri="{909E8E84-426E-40DD-AFC4-6F175D3DCCD1}">
              <a14:hiddenFill xmlns:a14="http://schemas.microsoft.com/office/drawing/2010/main">
                <a:solidFill>
                  <a:srgbClr val="FFFFFF"/>
                </a:solidFill>
              </a14:hiddenFill>
            </a:ext>
          </a:extLst>
        </p:spPr>
      </p:pic>
      <p:pic>
        <p:nvPicPr>
          <p:cNvPr id="15" name="Picture 14" descr="PPECLOGO-eff2-1-2"/>
          <p:cNvPicPr>
            <a:picLocks noChangeAspect="1" noChangeArrowheads="1"/>
          </p:cNvPicPr>
          <p:nvPr userDrawn="1"/>
        </p:nvPicPr>
        <p:blipFill>
          <a:blip r:embed="rId12" cstate="print"/>
          <a:srcRect/>
          <a:stretch>
            <a:fillRect/>
          </a:stretch>
        </p:blipFill>
        <p:spPr bwMode="auto">
          <a:xfrm>
            <a:off x="2054437" y="2795895"/>
            <a:ext cx="1697366" cy="1428749"/>
          </a:xfrm>
          <a:prstGeom prst="rect">
            <a:avLst/>
          </a:prstGeom>
          <a:noFill/>
          <a:extLst>
            <a:ext uri="{909E8E84-426E-40DD-AFC4-6F175D3DCCD1}">
              <a14:hiddenFill xmlns:a14="http://schemas.microsoft.com/office/drawing/2010/main">
                <a:solidFill>
                  <a:srgbClr val="FFFFFF"/>
                </a:solidFill>
              </a14:hiddenFill>
            </a:ext>
          </a:extLst>
        </p:spPr>
      </p:pic>
      <p:pic>
        <p:nvPicPr>
          <p:cNvPr id="16" name="Picture 15" descr="PPECLOGO-eff2-1-3"/>
          <p:cNvPicPr>
            <a:picLocks noChangeAspect="1" noChangeArrowheads="1"/>
          </p:cNvPicPr>
          <p:nvPr userDrawn="1"/>
        </p:nvPicPr>
        <p:blipFill>
          <a:blip r:embed="rId13" cstate="print"/>
          <a:srcRect/>
          <a:stretch>
            <a:fillRect/>
          </a:stretch>
        </p:blipFill>
        <p:spPr bwMode="auto">
          <a:xfrm>
            <a:off x="3983627" y="2785815"/>
            <a:ext cx="437445" cy="365376"/>
          </a:xfrm>
          <a:prstGeom prst="rect">
            <a:avLst/>
          </a:prstGeom>
          <a:noFill/>
          <a:extLst>
            <a:ext uri="{909E8E84-426E-40DD-AFC4-6F175D3DCCD1}">
              <a14:hiddenFill xmlns:a14="http://schemas.microsoft.com/office/drawing/2010/main">
                <a:solidFill>
                  <a:srgbClr val="FFFFFF"/>
                </a:solidFill>
              </a14:hiddenFill>
            </a:ext>
          </a:extLst>
        </p:spPr>
      </p:pic>
      <p:pic>
        <p:nvPicPr>
          <p:cNvPr id="17" name="Picture 16" descr="PPECLOGO-eff2-1-4"/>
          <p:cNvPicPr>
            <a:picLocks noChangeAspect="1" noChangeArrowheads="1"/>
          </p:cNvPicPr>
          <p:nvPr userDrawn="1"/>
        </p:nvPicPr>
        <p:blipFill>
          <a:blip r:embed="rId14" cstate="print"/>
          <a:srcRect/>
          <a:stretch>
            <a:fillRect/>
          </a:stretch>
        </p:blipFill>
        <p:spPr bwMode="auto">
          <a:xfrm>
            <a:off x="8519341" y="3325061"/>
            <a:ext cx="703540" cy="587123"/>
          </a:xfrm>
          <a:prstGeom prst="rect">
            <a:avLst/>
          </a:prstGeom>
          <a:noFill/>
          <a:extLst>
            <a:ext uri="{909E8E84-426E-40DD-AFC4-6F175D3DCCD1}">
              <a14:hiddenFill xmlns:a14="http://schemas.microsoft.com/office/drawing/2010/main">
                <a:solidFill>
                  <a:srgbClr val="FFFFFF"/>
                </a:solidFill>
              </a14:hiddenFill>
            </a:ext>
          </a:extLst>
        </p:spPr>
      </p:pic>
      <p:pic>
        <p:nvPicPr>
          <p:cNvPr id="18" name="Picture 17" descr="PPECLOGO-eff2-1-3"/>
          <p:cNvPicPr>
            <a:picLocks noChangeAspect="1" noChangeArrowheads="1"/>
          </p:cNvPicPr>
          <p:nvPr userDrawn="1"/>
        </p:nvPicPr>
        <p:blipFill>
          <a:blip r:embed="rId13" cstate="print"/>
          <a:srcRect/>
          <a:stretch>
            <a:fillRect/>
          </a:stretch>
        </p:blipFill>
        <p:spPr bwMode="auto">
          <a:xfrm>
            <a:off x="9239009" y="2909286"/>
            <a:ext cx="360841" cy="302381"/>
          </a:xfrm>
          <a:prstGeom prst="rect">
            <a:avLst/>
          </a:prstGeom>
          <a:noFill/>
          <a:extLst>
            <a:ext uri="{909E8E84-426E-40DD-AFC4-6F175D3DCCD1}">
              <a14:hiddenFill xmlns:a14="http://schemas.microsoft.com/office/drawing/2010/main">
                <a:solidFill>
                  <a:srgbClr val="FFFFFF"/>
                </a:solidFill>
              </a14:hiddenFill>
            </a:ext>
          </a:extLst>
        </p:spPr>
      </p:pic>
      <p:pic>
        <p:nvPicPr>
          <p:cNvPr id="19" name="Picture 18" descr="PPECLOGO-eff2-1-3"/>
          <p:cNvPicPr>
            <a:picLocks noChangeAspect="1" noChangeArrowheads="1"/>
          </p:cNvPicPr>
          <p:nvPr userDrawn="1"/>
        </p:nvPicPr>
        <p:blipFill>
          <a:blip r:embed="rId13" cstate="print"/>
          <a:srcRect/>
          <a:stretch>
            <a:fillRect/>
          </a:stretch>
        </p:blipFill>
        <p:spPr bwMode="auto">
          <a:xfrm>
            <a:off x="9744990" y="3446014"/>
            <a:ext cx="282222" cy="236865"/>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mc:AlternateContent xmlns:mc="http://schemas.openxmlformats.org/markup-compatibility/2006">
    <mc:Choice xmlns:p14="http://schemas.microsoft.com/office/powerpoint/2010/main" Requires="p14">
      <p:transition p14:dur="10" advTm="9437"/>
    </mc:Choice>
    <mc:Fallback>
      <p:transition advTm="9437"/>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500"/>
                                        <p:tgtEl>
                                          <p:spTgt spid="10"/>
                                        </p:tgtEl>
                                      </p:cBhvr>
                                    </p:animEffect>
                                  </p:childTnLst>
                                </p:cTn>
                              </p:par>
                              <p:par>
                                <p:cTn id="8" presetID="10" presetClass="entr" presetSubtype="0" fill="hold" nodeType="withEffect">
                                  <p:stCondLst>
                                    <p:cond delay="0"/>
                                  </p:stCondLst>
                                  <p:childTnLst>
                                    <p:set>
                                      <p:cBhvr>
                                        <p:cTn id="9" dur="1" fill="hold">
                                          <p:stCondLst>
                                            <p:cond delay="0"/>
                                          </p:stCondLst>
                                        </p:cTn>
                                        <p:tgtEl>
                                          <p:spTgt spid="7"/>
                                        </p:tgtEl>
                                        <p:attrNameLst>
                                          <p:attrName>style.visibility</p:attrName>
                                        </p:attrNameLst>
                                      </p:cBhvr>
                                      <p:to>
                                        <p:strVal val="visible"/>
                                      </p:to>
                                    </p:set>
                                    <p:animEffect transition="in" filter="fade">
                                      <p:cBhvr>
                                        <p:cTn id="10" dur="500"/>
                                        <p:tgtEl>
                                          <p:spTgt spid="7"/>
                                        </p:tgtEl>
                                      </p:cBhvr>
                                    </p:animEffect>
                                  </p:childTnLst>
                                </p:cTn>
                              </p:par>
                              <p:par>
                                <p:cTn id="11" presetID="10" presetClass="entr" presetSubtype="0" fill="hold" nodeType="with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fade">
                                      <p:cBhvr>
                                        <p:cTn id="13" dur="500"/>
                                        <p:tgtEl>
                                          <p:spTgt spid="6"/>
                                        </p:tgtEl>
                                      </p:cBhvr>
                                    </p:animEffect>
                                  </p:childTnLst>
                                </p:cTn>
                              </p:par>
                              <p:par>
                                <p:cTn id="14" presetID="10" presetClass="entr" presetSubtype="0" fill="hold" nodeType="withEffect">
                                  <p:stCondLst>
                                    <p:cond delay="0"/>
                                  </p:stCondLst>
                                  <p:childTnLst>
                                    <p:set>
                                      <p:cBhvr>
                                        <p:cTn id="15" dur="1" fill="hold">
                                          <p:stCondLst>
                                            <p:cond delay="0"/>
                                          </p:stCondLst>
                                        </p:cTn>
                                        <p:tgtEl>
                                          <p:spTgt spid="4"/>
                                        </p:tgtEl>
                                        <p:attrNameLst>
                                          <p:attrName>style.visibility</p:attrName>
                                        </p:attrNameLst>
                                      </p:cBhvr>
                                      <p:to>
                                        <p:strVal val="visible"/>
                                      </p:to>
                                    </p:set>
                                    <p:animEffect transition="in" filter="fade">
                                      <p:cBhvr>
                                        <p:cTn id="16" dur="500"/>
                                        <p:tgtEl>
                                          <p:spTgt spid="4"/>
                                        </p:tgtEl>
                                      </p:cBhvr>
                                    </p:animEffect>
                                  </p:childTnLst>
                                </p:cTn>
                              </p:par>
                              <p:par>
                                <p:cTn id="17" presetID="10" presetClass="entr" presetSubtype="0" fill="hold" nodeType="withEffect">
                                  <p:stCondLst>
                                    <p:cond delay="0"/>
                                  </p:stCondLst>
                                  <p:childTnLst>
                                    <p:set>
                                      <p:cBhvr>
                                        <p:cTn id="18" dur="1" fill="hold">
                                          <p:stCondLst>
                                            <p:cond delay="0"/>
                                          </p:stCondLst>
                                        </p:cTn>
                                        <p:tgtEl>
                                          <p:spTgt spid="9"/>
                                        </p:tgtEl>
                                        <p:attrNameLst>
                                          <p:attrName>style.visibility</p:attrName>
                                        </p:attrNameLst>
                                      </p:cBhvr>
                                      <p:to>
                                        <p:strVal val="visible"/>
                                      </p:to>
                                    </p:set>
                                    <p:animEffect transition="in" filter="fade">
                                      <p:cBhvr>
                                        <p:cTn id="19" dur="500"/>
                                        <p:tgtEl>
                                          <p:spTgt spid="9"/>
                                        </p:tgtEl>
                                      </p:cBhvr>
                                    </p:animEffect>
                                  </p:childTnLst>
                                </p:cTn>
                              </p:par>
                              <p:par>
                                <p:cTn id="20" presetID="10" presetClass="entr" presetSubtype="0" fill="hold" nodeType="with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fade">
                                      <p:cBhvr>
                                        <p:cTn id="22" dur="500"/>
                                        <p:tgtEl>
                                          <p:spTgt spid="11"/>
                                        </p:tgtEl>
                                      </p:cBhvr>
                                    </p:animEffect>
                                  </p:childTnLst>
                                </p:cTn>
                              </p:par>
                              <p:par>
                                <p:cTn id="23" presetID="10" presetClass="entr" presetSubtype="0" fill="hold" nodeType="withEffect">
                                  <p:stCondLst>
                                    <p:cond delay="0"/>
                                  </p:stCondLst>
                                  <p:childTnLst>
                                    <p:set>
                                      <p:cBhvr>
                                        <p:cTn id="24" dur="1" fill="hold">
                                          <p:stCondLst>
                                            <p:cond delay="0"/>
                                          </p:stCondLst>
                                        </p:cTn>
                                        <p:tgtEl>
                                          <p:spTgt spid="13"/>
                                        </p:tgtEl>
                                        <p:attrNameLst>
                                          <p:attrName>style.visibility</p:attrName>
                                        </p:attrNameLst>
                                      </p:cBhvr>
                                      <p:to>
                                        <p:strVal val="visible"/>
                                      </p:to>
                                    </p:set>
                                    <p:animEffect transition="in" filter="fade">
                                      <p:cBhvr>
                                        <p:cTn id="25" dur="500"/>
                                        <p:tgtEl>
                                          <p:spTgt spid="13"/>
                                        </p:tgtEl>
                                      </p:cBhvr>
                                    </p:animEffect>
                                  </p:childTnLst>
                                </p:cTn>
                              </p:par>
                              <p:par>
                                <p:cTn id="26" presetID="10" presetClass="entr" presetSubtype="0" fill="hold" nodeType="withEffect">
                                  <p:stCondLst>
                                    <p:cond delay="0"/>
                                  </p:stCondLst>
                                  <p:childTnLst>
                                    <p:set>
                                      <p:cBhvr>
                                        <p:cTn id="27" dur="1" fill="hold">
                                          <p:stCondLst>
                                            <p:cond delay="0"/>
                                          </p:stCondLst>
                                        </p:cTn>
                                        <p:tgtEl>
                                          <p:spTgt spid="5"/>
                                        </p:tgtEl>
                                        <p:attrNameLst>
                                          <p:attrName>style.visibility</p:attrName>
                                        </p:attrNameLst>
                                      </p:cBhvr>
                                      <p:to>
                                        <p:strVal val="visible"/>
                                      </p:to>
                                    </p:set>
                                    <p:animEffect transition="in" filter="fade">
                                      <p:cBhvr>
                                        <p:cTn id="28" dur="500"/>
                                        <p:tgtEl>
                                          <p:spTgt spid="5"/>
                                        </p:tgtEl>
                                      </p:cBhvr>
                                    </p:animEffect>
                                  </p:childTnLst>
                                </p:cTn>
                              </p:par>
                              <p:par>
                                <p:cTn id="29" presetID="10" presetClass="entr" presetSubtype="0" fill="hold" nodeType="withEffect">
                                  <p:stCondLst>
                                    <p:cond delay="0"/>
                                  </p:stCondLst>
                                  <p:childTnLst>
                                    <p:set>
                                      <p:cBhvr>
                                        <p:cTn id="30" dur="1" fill="hold">
                                          <p:stCondLst>
                                            <p:cond delay="0"/>
                                          </p:stCondLst>
                                        </p:cTn>
                                        <p:tgtEl>
                                          <p:spTgt spid="12"/>
                                        </p:tgtEl>
                                        <p:attrNameLst>
                                          <p:attrName>style.visibility</p:attrName>
                                        </p:attrNameLst>
                                      </p:cBhvr>
                                      <p:to>
                                        <p:strVal val="visible"/>
                                      </p:to>
                                    </p:set>
                                    <p:animEffect transition="in" filter="fade">
                                      <p:cBhvr>
                                        <p:cTn id="31" dur="500"/>
                                        <p:tgtEl>
                                          <p:spTgt spid="12"/>
                                        </p:tgtEl>
                                      </p:cBhvr>
                                    </p:animEffect>
                                  </p:childTnLst>
                                </p:cTn>
                              </p:par>
                              <p:par>
                                <p:cTn id="32" presetID="10" presetClass="entr" presetSubtype="0" fill="hold" nodeType="withEffect">
                                  <p:stCondLst>
                                    <p:cond delay="0"/>
                                  </p:stCondLst>
                                  <p:childTnLst>
                                    <p:set>
                                      <p:cBhvr>
                                        <p:cTn id="33" dur="1" fill="hold">
                                          <p:stCondLst>
                                            <p:cond delay="0"/>
                                          </p:stCondLst>
                                        </p:cTn>
                                        <p:tgtEl>
                                          <p:spTgt spid="8"/>
                                        </p:tgtEl>
                                        <p:attrNameLst>
                                          <p:attrName>style.visibility</p:attrName>
                                        </p:attrNameLst>
                                      </p:cBhvr>
                                      <p:to>
                                        <p:strVal val="visible"/>
                                      </p:to>
                                    </p:set>
                                    <p:animEffect transition="in" filter="fade">
                                      <p:cBhvr>
                                        <p:cTn id="34" dur="500"/>
                                        <p:tgtEl>
                                          <p:spTgt spid="8"/>
                                        </p:tgtEl>
                                      </p:cBhvr>
                                    </p:animEffect>
                                  </p:childTnLst>
                                </p:cTn>
                              </p:par>
                              <p:par>
                                <p:cTn id="35" presetID="10" presetClass="entr" presetSubtype="0" fill="hold" nodeType="withEffect">
                                  <p:stCondLst>
                                    <p:cond delay="0"/>
                                  </p:stCondLst>
                                  <p:childTnLst>
                                    <p:set>
                                      <p:cBhvr>
                                        <p:cTn id="36" dur="1" fill="hold">
                                          <p:stCondLst>
                                            <p:cond delay="0"/>
                                          </p:stCondLst>
                                        </p:cTn>
                                        <p:tgtEl>
                                          <p:spTgt spid="14"/>
                                        </p:tgtEl>
                                        <p:attrNameLst>
                                          <p:attrName>style.visibility</p:attrName>
                                        </p:attrNameLst>
                                      </p:cBhvr>
                                      <p:to>
                                        <p:strVal val="visible"/>
                                      </p:to>
                                    </p:set>
                                    <p:animEffect transition="in" filter="fade">
                                      <p:cBhvr>
                                        <p:cTn id="37" dur="500"/>
                                        <p:tgtEl>
                                          <p:spTgt spid="14"/>
                                        </p:tgtEl>
                                      </p:cBhvr>
                                    </p:animEffect>
                                  </p:childTnLst>
                                </p:cTn>
                              </p:par>
                              <p:par>
                                <p:cTn id="38" presetID="35" presetClass="path" presetSubtype="0" fill="hold" nodeType="withEffect">
                                  <p:stCondLst>
                                    <p:cond delay="0"/>
                                  </p:stCondLst>
                                  <p:childTnLst>
                                    <p:animMotion origin="layout" path="M 0 0  L -0.25 0  E" pathEditMode="relative" rAng="0" ptsTypes="">
                                      <p:cBhvr>
                                        <p:cTn id="39" dur="3000" fill="hold"/>
                                        <p:tgtEl>
                                          <p:spTgt spid="12"/>
                                        </p:tgtEl>
                                        <p:attrNameLst>
                                          <p:attrName>ppt_x</p:attrName>
                                          <p:attrName>ppt_y</p:attrName>
                                        </p:attrNameLst>
                                      </p:cBhvr>
                                      <p:rCtr x="0" y="0"/>
                                    </p:animMotion>
                                  </p:childTnLst>
                                </p:cTn>
                              </p:par>
                              <p:par>
                                <p:cTn id="40" presetID="35" presetClass="path" presetSubtype="0" fill="hold" nodeType="withEffect">
                                  <p:stCondLst>
                                    <p:cond delay="0"/>
                                  </p:stCondLst>
                                  <p:childTnLst>
                                    <p:animMotion origin="layout" path="M 4.16667E-6 3.33333E-6 L -0.31632 3.33333E-6 " pathEditMode="relative" rAng="0" ptsTypes="AA">
                                      <p:cBhvr>
                                        <p:cTn id="41" dur="3000" fill="hold"/>
                                        <p:tgtEl>
                                          <p:spTgt spid="5"/>
                                        </p:tgtEl>
                                        <p:attrNameLst>
                                          <p:attrName>ppt_x</p:attrName>
                                          <p:attrName>ppt_y</p:attrName>
                                        </p:attrNameLst>
                                      </p:cBhvr>
                                      <p:rCtr x="-15816" y="0"/>
                                    </p:animMotion>
                                  </p:childTnLst>
                                </p:cTn>
                              </p:par>
                              <p:par>
                                <p:cTn id="42" presetID="35" presetClass="path" presetSubtype="0" fill="hold" nodeType="withEffect">
                                  <p:stCondLst>
                                    <p:cond delay="0"/>
                                  </p:stCondLst>
                                  <p:childTnLst>
                                    <p:animMotion origin="layout" path="M 0.00504 -1.85185E-6 L -0.46684 -1.85185E-6 " pathEditMode="relative" rAng="0" ptsTypes="AA">
                                      <p:cBhvr>
                                        <p:cTn id="43" dur="3000" fill="hold"/>
                                        <p:tgtEl>
                                          <p:spTgt spid="8"/>
                                        </p:tgtEl>
                                        <p:attrNameLst>
                                          <p:attrName>ppt_x</p:attrName>
                                          <p:attrName>ppt_y</p:attrName>
                                        </p:attrNameLst>
                                      </p:cBhvr>
                                      <p:rCtr x="-23594" y="0"/>
                                    </p:animMotion>
                                  </p:childTnLst>
                                </p:cTn>
                              </p:par>
                              <p:par>
                                <p:cTn id="44" presetID="35" presetClass="path" presetSubtype="0" fill="hold" nodeType="withEffect">
                                  <p:stCondLst>
                                    <p:cond delay="0"/>
                                  </p:stCondLst>
                                  <p:childTnLst>
                                    <p:animMotion origin="layout" path="M -3.05556E-6 1.11111E-6 L -0.19531 1.11111E-6 " pathEditMode="relative" rAng="0" ptsTypes="AA">
                                      <p:cBhvr>
                                        <p:cTn id="45" dur="3000" fill="hold"/>
                                        <p:tgtEl>
                                          <p:spTgt spid="9"/>
                                        </p:tgtEl>
                                        <p:attrNameLst>
                                          <p:attrName>ppt_x</p:attrName>
                                          <p:attrName>ppt_y</p:attrName>
                                        </p:attrNameLst>
                                      </p:cBhvr>
                                      <p:rCtr x="-9774" y="0"/>
                                    </p:animMotion>
                                  </p:childTnLst>
                                </p:cTn>
                              </p:par>
                              <p:par>
                                <p:cTn id="46" presetID="35" presetClass="path" presetSubtype="0" fill="hold" nodeType="withEffect">
                                  <p:stCondLst>
                                    <p:cond delay="0"/>
                                  </p:stCondLst>
                                  <p:childTnLst>
                                    <p:animMotion origin="layout" path="M 5.55556E-7 2.59259E-6 L -0.43594 2.59259E-6 " pathEditMode="relative" rAng="0" ptsTypes="AA">
                                      <p:cBhvr>
                                        <p:cTn id="47" dur="3000" fill="hold"/>
                                        <p:tgtEl>
                                          <p:spTgt spid="7"/>
                                        </p:tgtEl>
                                        <p:attrNameLst>
                                          <p:attrName>ppt_x</p:attrName>
                                          <p:attrName>ppt_y</p:attrName>
                                        </p:attrNameLst>
                                      </p:cBhvr>
                                      <p:rCtr x="-21806" y="0"/>
                                    </p:animMotion>
                                  </p:childTnLst>
                                </p:cTn>
                              </p:par>
                              <p:par>
                                <p:cTn id="48" presetID="35" presetClass="path" presetSubtype="0" fill="hold" nodeType="withEffect">
                                  <p:stCondLst>
                                    <p:cond delay="0"/>
                                  </p:stCondLst>
                                  <p:childTnLst>
                                    <p:animMotion origin="layout" path="M 3.05556E-6 -1.85185E-6 L -0.33577 -1.85185E-6 " pathEditMode="relative" rAng="0" ptsTypes="AA">
                                      <p:cBhvr>
                                        <p:cTn id="49" dur="3000" fill="hold"/>
                                        <p:tgtEl>
                                          <p:spTgt spid="4"/>
                                        </p:tgtEl>
                                        <p:attrNameLst>
                                          <p:attrName>ppt_x</p:attrName>
                                          <p:attrName>ppt_y</p:attrName>
                                        </p:attrNameLst>
                                      </p:cBhvr>
                                      <p:rCtr x="-16788" y="0"/>
                                    </p:animMotion>
                                  </p:childTnLst>
                                </p:cTn>
                              </p:par>
                              <p:par>
                                <p:cTn id="50" presetID="35" presetClass="path" presetSubtype="0" fill="hold" nodeType="withEffect">
                                  <p:stCondLst>
                                    <p:cond delay="0"/>
                                  </p:stCondLst>
                                  <p:childTnLst>
                                    <p:animMotion origin="layout" path="M 1.66667E-6 -1.85185E-6 L -0.57188 -1.85185E-6 " pathEditMode="relative" rAng="0" ptsTypes="AA">
                                      <p:cBhvr>
                                        <p:cTn id="51" dur="3000" fill="hold"/>
                                        <p:tgtEl>
                                          <p:spTgt spid="13"/>
                                        </p:tgtEl>
                                        <p:attrNameLst>
                                          <p:attrName>ppt_x</p:attrName>
                                          <p:attrName>ppt_y</p:attrName>
                                        </p:attrNameLst>
                                      </p:cBhvr>
                                      <p:rCtr x="-28594" y="0"/>
                                    </p:animMotion>
                                  </p:childTnLst>
                                </p:cTn>
                              </p:par>
                              <p:par>
                                <p:cTn id="52" presetID="35" presetClass="path" presetSubtype="0" fill="hold" nodeType="withEffect">
                                  <p:stCondLst>
                                    <p:cond delay="0"/>
                                  </p:stCondLst>
                                  <p:childTnLst>
                                    <p:animMotion origin="layout" path="M 1.66667E-6 -1.85185E-6 L -0.57188 -1.85185E-6 " pathEditMode="relative" rAng="0" ptsTypes="AA">
                                      <p:cBhvr>
                                        <p:cTn id="53" dur="3000" fill="hold"/>
                                        <p:tgtEl>
                                          <p:spTgt spid="14"/>
                                        </p:tgtEl>
                                        <p:attrNameLst>
                                          <p:attrName>ppt_x</p:attrName>
                                          <p:attrName>ppt_y</p:attrName>
                                        </p:attrNameLst>
                                      </p:cBhvr>
                                      <p:rCtr x="-28594" y="0"/>
                                    </p:animMotion>
                                  </p:childTnLst>
                                </p:cTn>
                              </p:par>
                              <p:par>
                                <p:cTn id="54" presetID="63" presetClass="path" presetSubtype="0" fill="hold" nodeType="withEffect">
                                  <p:stCondLst>
                                    <p:cond delay="0"/>
                                  </p:stCondLst>
                                  <p:childTnLst>
                                    <p:animMotion origin="layout" path="M 5.55556E-7 2.59259E-6 L 0.43906 2.59259E-6 " pathEditMode="relative" rAng="0" ptsTypes="AA">
                                      <p:cBhvr>
                                        <p:cTn id="55" dur="3000" fill="hold"/>
                                        <p:tgtEl>
                                          <p:spTgt spid="11"/>
                                        </p:tgtEl>
                                        <p:attrNameLst>
                                          <p:attrName>ppt_x</p:attrName>
                                          <p:attrName>ppt_y</p:attrName>
                                        </p:attrNameLst>
                                      </p:cBhvr>
                                      <p:rCtr x="21944" y="0"/>
                                    </p:animMotion>
                                  </p:childTnLst>
                                </p:cTn>
                              </p:par>
                              <p:par>
                                <p:cTn id="56" presetID="63" presetClass="path" presetSubtype="0" fill="hold" nodeType="withEffect">
                                  <p:stCondLst>
                                    <p:cond delay="0"/>
                                  </p:stCondLst>
                                  <p:childTnLst>
                                    <p:animMotion origin="layout" path="M -1.38889E-6 2.96296E-6 L 0.62813 2.96296E-6 " pathEditMode="relative" rAng="0" ptsTypes="AA">
                                      <p:cBhvr>
                                        <p:cTn id="57" dur="3000" fill="hold"/>
                                        <p:tgtEl>
                                          <p:spTgt spid="10"/>
                                        </p:tgtEl>
                                        <p:attrNameLst>
                                          <p:attrName>ppt_x</p:attrName>
                                          <p:attrName>ppt_y</p:attrName>
                                        </p:attrNameLst>
                                      </p:cBhvr>
                                      <p:rCtr x="31406" y="0"/>
                                    </p:animMotion>
                                  </p:childTnLst>
                                </p:cTn>
                              </p:par>
                              <p:par>
                                <p:cTn id="58" presetID="63" presetClass="path" presetSubtype="0" fill="hold" nodeType="withEffect">
                                  <p:stCondLst>
                                    <p:cond delay="0"/>
                                  </p:stCondLst>
                                  <p:childTnLst>
                                    <p:animMotion origin="layout" path="M 2.77778E-6 -2.96296E-6 L 0.42465 -2.96296E-6 " pathEditMode="relative" rAng="0" ptsTypes="AA">
                                      <p:cBhvr>
                                        <p:cTn id="59" dur="3000" fill="hold"/>
                                        <p:tgtEl>
                                          <p:spTgt spid="6"/>
                                        </p:tgtEl>
                                        <p:attrNameLst>
                                          <p:attrName>ppt_x</p:attrName>
                                          <p:attrName>ppt_y</p:attrName>
                                        </p:attrNameLst>
                                      </p:cBhvr>
                                      <p:rCtr x="21233" y="0"/>
                                    </p:animMotion>
                                  </p:childTnLst>
                                </p:cTn>
                              </p:par>
                              <p:par>
                                <p:cTn id="60" presetID="10" presetClass="exit" presetSubtype="0" fill="hold" nodeType="withEffect">
                                  <p:stCondLst>
                                    <p:cond delay="2500"/>
                                  </p:stCondLst>
                                  <p:childTnLst>
                                    <p:animEffect transition="out" filter="fade">
                                      <p:cBhvr>
                                        <p:cTn id="61" dur="500"/>
                                        <p:tgtEl>
                                          <p:spTgt spid="10"/>
                                        </p:tgtEl>
                                      </p:cBhvr>
                                    </p:animEffect>
                                    <p:set>
                                      <p:cBhvr>
                                        <p:cTn id="62" dur="1" fill="hold">
                                          <p:stCondLst>
                                            <p:cond delay="499"/>
                                          </p:stCondLst>
                                        </p:cTn>
                                        <p:tgtEl>
                                          <p:spTgt spid="10"/>
                                        </p:tgtEl>
                                        <p:attrNameLst>
                                          <p:attrName>style.visibility</p:attrName>
                                        </p:attrNameLst>
                                      </p:cBhvr>
                                      <p:to>
                                        <p:strVal val="hidden"/>
                                      </p:to>
                                    </p:set>
                                  </p:childTnLst>
                                </p:cTn>
                              </p:par>
                              <p:par>
                                <p:cTn id="63" presetID="10" presetClass="exit" presetSubtype="0" fill="hold" nodeType="withEffect">
                                  <p:stCondLst>
                                    <p:cond delay="2500"/>
                                  </p:stCondLst>
                                  <p:childTnLst>
                                    <p:animEffect transition="out" filter="fade">
                                      <p:cBhvr>
                                        <p:cTn id="64" dur="500"/>
                                        <p:tgtEl>
                                          <p:spTgt spid="11"/>
                                        </p:tgtEl>
                                      </p:cBhvr>
                                    </p:animEffect>
                                    <p:set>
                                      <p:cBhvr>
                                        <p:cTn id="65" dur="1" fill="hold">
                                          <p:stCondLst>
                                            <p:cond delay="499"/>
                                          </p:stCondLst>
                                        </p:cTn>
                                        <p:tgtEl>
                                          <p:spTgt spid="11"/>
                                        </p:tgtEl>
                                        <p:attrNameLst>
                                          <p:attrName>style.visibility</p:attrName>
                                        </p:attrNameLst>
                                      </p:cBhvr>
                                      <p:to>
                                        <p:strVal val="hidden"/>
                                      </p:to>
                                    </p:set>
                                  </p:childTnLst>
                                </p:cTn>
                              </p:par>
                              <p:par>
                                <p:cTn id="66" presetID="10" presetClass="exit" presetSubtype="0" fill="hold" nodeType="withEffect">
                                  <p:stCondLst>
                                    <p:cond delay="2500"/>
                                  </p:stCondLst>
                                  <p:childTnLst>
                                    <p:animEffect transition="out" filter="fade">
                                      <p:cBhvr>
                                        <p:cTn id="67" dur="500"/>
                                        <p:tgtEl>
                                          <p:spTgt spid="13"/>
                                        </p:tgtEl>
                                      </p:cBhvr>
                                    </p:animEffect>
                                    <p:set>
                                      <p:cBhvr>
                                        <p:cTn id="68" dur="1" fill="hold">
                                          <p:stCondLst>
                                            <p:cond delay="499"/>
                                          </p:stCondLst>
                                        </p:cTn>
                                        <p:tgtEl>
                                          <p:spTgt spid="13"/>
                                        </p:tgtEl>
                                        <p:attrNameLst>
                                          <p:attrName>style.visibility</p:attrName>
                                        </p:attrNameLst>
                                      </p:cBhvr>
                                      <p:to>
                                        <p:strVal val="hidden"/>
                                      </p:to>
                                    </p:set>
                                  </p:childTnLst>
                                </p:cTn>
                              </p:par>
                              <p:par>
                                <p:cTn id="69" presetID="10" presetClass="exit" presetSubtype="0" fill="hold" nodeType="withEffect">
                                  <p:stCondLst>
                                    <p:cond delay="2500"/>
                                  </p:stCondLst>
                                  <p:childTnLst>
                                    <p:animEffect transition="out" filter="fade">
                                      <p:cBhvr>
                                        <p:cTn id="70" dur="500"/>
                                        <p:tgtEl>
                                          <p:spTgt spid="7"/>
                                        </p:tgtEl>
                                      </p:cBhvr>
                                    </p:animEffect>
                                    <p:set>
                                      <p:cBhvr>
                                        <p:cTn id="71" dur="1" fill="hold">
                                          <p:stCondLst>
                                            <p:cond delay="499"/>
                                          </p:stCondLst>
                                        </p:cTn>
                                        <p:tgtEl>
                                          <p:spTgt spid="7"/>
                                        </p:tgtEl>
                                        <p:attrNameLst>
                                          <p:attrName>style.visibility</p:attrName>
                                        </p:attrNameLst>
                                      </p:cBhvr>
                                      <p:to>
                                        <p:strVal val="hidden"/>
                                      </p:to>
                                    </p:set>
                                  </p:childTnLst>
                                </p:cTn>
                              </p:par>
                              <p:par>
                                <p:cTn id="72" presetID="10" presetClass="exit" presetSubtype="0" fill="hold" nodeType="withEffect">
                                  <p:stCondLst>
                                    <p:cond delay="2500"/>
                                  </p:stCondLst>
                                  <p:childTnLst>
                                    <p:animEffect transition="out" filter="fade">
                                      <p:cBhvr>
                                        <p:cTn id="73" dur="500"/>
                                        <p:tgtEl>
                                          <p:spTgt spid="9"/>
                                        </p:tgtEl>
                                      </p:cBhvr>
                                    </p:animEffect>
                                    <p:set>
                                      <p:cBhvr>
                                        <p:cTn id="74" dur="1" fill="hold">
                                          <p:stCondLst>
                                            <p:cond delay="499"/>
                                          </p:stCondLst>
                                        </p:cTn>
                                        <p:tgtEl>
                                          <p:spTgt spid="9"/>
                                        </p:tgtEl>
                                        <p:attrNameLst>
                                          <p:attrName>style.visibility</p:attrName>
                                        </p:attrNameLst>
                                      </p:cBhvr>
                                      <p:to>
                                        <p:strVal val="hidden"/>
                                      </p:to>
                                    </p:set>
                                  </p:childTnLst>
                                </p:cTn>
                              </p:par>
                              <p:par>
                                <p:cTn id="75" presetID="10" presetClass="exit" presetSubtype="0" fill="hold" nodeType="withEffect">
                                  <p:stCondLst>
                                    <p:cond delay="2500"/>
                                  </p:stCondLst>
                                  <p:childTnLst>
                                    <p:animEffect transition="out" filter="fade">
                                      <p:cBhvr>
                                        <p:cTn id="76" dur="500"/>
                                        <p:tgtEl>
                                          <p:spTgt spid="5"/>
                                        </p:tgtEl>
                                      </p:cBhvr>
                                    </p:animEffect>
                                    <p:set>
                                      <p:cBhvr>
                                        <p:cTn id="77" dur="1" fill="hold">
                                          <p:stCondLst>
                                            <p:cond delay="499"/>
                                          </p:stCondLst>
                                        </p:cTn>
                                        <p:tgtEl>
                                          <p:spTgt spid="5"/>
                                        </p:tgtEl>
                                        <p:attrNameLst>
                                          <p:attrName>style.visibility</p:attrName>
                                        </p:attrNameLst>
                                      </p:cBhvr>
                                      <p:to>
                                        <p:strVal val="hidden"/>
                                      </p:to>
                                    </p:set>
                                  </p:childTnLst>
                                </p:cTn>
                              </p:par>
                              <p:par>
                                <p:cTn id="78" presetID="10" presetClass="exit" presetSubtype="0" fill="hold" nodeType="withEffect">
                                  <p:stCondLst>
                                    <p:cond delay="2500"/>
                                  </p:stCondLst>
                                  <p:childTnLst>
                                    <p:animEffect transition="out" filter="fade">
                                      <p:cBhvr>
                                        <p:cTn id="79" dur="500"/>
                                        <p:tgtEl>
                                          <p:spTgt spid="12"/>
                                        </p:tgtEl>
                                      </p:cBhvr>
                                    </p:animEffect>
                                    <p:set>
                                      <p:cBhvr>
                                        <p:cTn id="80" dur="1" fill="hold">
                                          <p:stCondLst>
                                            <p:cond delay="499"/>
                                          </p:stCondLst>
                                        </p:cTn>
                                        <p:tgtEl>
                                          <p:spTgt spid="12"/>
                                        </p:tgtEl>
                                        <p:attrNameLst>
                                          <p:attrName>style.visibility</p:attrName>
                                        </p:attrNameLst>
                                      </p:cBhvr>
                                      <p:to>
                                        <p:strVal val="hidden"/>
                                      </p:to>
                                    </p:set>
                                  </p:childTnLst>
                                </p:cTn>
                              </p:par>
                              <p:par>
                                <p:cTn id="81" presetID="10" presetClass="exit" presetSubtype="0" fill="hold" nodeType="withEffect">
                                  <p:stCondLst>
                                    <p:cond delay="2500"/>
                                  </p:stCondLst>
                                  <p:childTnLst>
                                    <p:animEffect transition="out" filter="fade">
                                      <p:cBhvr>
                                        <p:cTn id="82" dur="500"/>
                                        <p:tgtEl>
                                          <p:spTgt spid="14"/>
                                        </p:tgtEl>
                                      </p:cBhvr>
                                    </p:animEffect>
                                    <p:set>
                                      <p:cBhvr>
                                        <p:cTn id="83" dur="1" fill="hold">
                                          <p:stCondLst>
                                            <p:cond delay="499"/>
                                          </p:stCondLst>
                                        </p:cTn>
                                        <p:tgtEl>
                                          <p:spTgt spid="14"/>
                                        </p:tgtEl>
                                        <p:attrNameLst>
                                          <p:attrName>style.visibility</p:attrName>
                                        </p:attrNameLst>
                                      </p:cBhvr>
                                      <p:to>
                                        <p:strVal val="hidden"/>
                                      </p:to>
                                    </p:set>
                                  </p:childTnLst>
                                </p:cTn>
                              </p:par>
                              <p:par>
                                <p:cTn id="84" presetID="10" presetClass="exit" presetSubtype="0" fill="hold" nodeType="withEffect">
                                  <p:stCondLst>
                                    <p:cond delay="2500"/>
                                  </p:stCondLst>
                                  <p:childTnLst>
                                    <p:animEffect transition="out" filter="fade">
                                      <p:cBhvr>
                                        <p:cTn id="85" dur="500"/>
                                        <p:tgtEl>
                                          <p:spTgt spid="6"/>
                                        </p:tgtEl>
                                      </p:cBhvr>
                                    </p:animEffect>
                                    <p:set>
                                      <p:cBhvr>
                                        <p:cTn id="86" dur="1" fill="hold">
                                          <p:stCondLst>
                                            <p:cond delay="499"/>
                                          </p:stCondLst>
                                        </p:cTn>
                                        <p:tgtEl>
                                          <p:spTgt spid="6"/>
                                        </p:tgtEl>
                                        <p:attrNameLst>
                                          <p:attrName>style.visibility</p:attrName>
                                        </p:attrNameLst>
                                      </p:cBhvr>
                                      <p:to>
                                        <p:strVal val="hidden"/>
                                      </p:to>
                                    </p:set>
                                  </p:childTnLst>
                                </p:cTn>
                              </p:par>
                              <p:par>
                                <p:cTn id="87" presetID="10" presetClass="exit" presetSubtype="0" fill="hold" nodeType="withEffect">
                                  <p:stCondLst>
                                    <p:cond delay="2500"/>
                                  </p:stCondLst>
                                  <p:childTnLst>
                                    <p:animEffect transition="out" filter="fade">
                                      <p:cBhvr>
                                        <p:cTn id="88" dur="500"/>
                                        <p:tgtEl>
                                          <p:spTgt spid="4"/>
                                        </p:tgtEl>
                                      </p:cBhvr>
                                    </p:animEffect>
                                    <p:set>
                                      <p:cBhvr>
                                        <p:cTn id="89" dur="1" fill="hold">
                                          <p:stCondLst>
                                            <p:cond delay="499"/>
                                          </p:stCondLst>
                                        </p:cTn>
                                        <p:tgtEl>
                                          <p:spTgt spid="4"/>
                                        </p:tgtEl>
                                        <p:attrNameLst>
                                          <p:attrName>style.visibility</p:attrName>
                                        </p:attrNameLst>
                                      </p:cBhvr>
                                      <p:to>
                                        <p:strVal val="hidden"/>
                                      </p:to>
                                    </p:set>
                                  </p:childTnLst>
                                </p:cTn>
                              </p:par>
                              <p:par>
                                <p:cTn id="90" presetID="10" presetClass="exit" presetSubtype="0" fill="hold" nodeType="withEffect">
                                  <p:stCondLst>
                                    <p:cond delay="2500"/>
                                  </p:stCondLst>
                                  <p:childTnLst>
                                    <p:animEffect transition="out" filter="fade">
                                      <p:cBhvr>
                                        <p:cTn id="91" dur="500"/>
                                        <p:tgtEl>
                                          <p:spTgt spid="8"/>
                                        </p:tgtEl>
                                      </p:cBhvr>
                                    </p:animEffect>
                                    <p:set>
                                      <p:cBhvr>
                                        <p:cTn id="92" dur="1" fill="hold">
                                          <p:stCondLst>
                                            <p:cond delay="499"/>
                                          </p:stCondLst>
                                        </p:cTn>
                                        <p:tgtEl>
                                          <p:spTgt spid="8"/>
                                        </p:tgtEl>
                                        <p:attrNameLst>
                                          <p:attrName>style.visibility</p:attrName>
                                        </p:attrNameLst>
                                      </p:cBhvr>
                                      <p:to>
                                        <p:strVal val="hidden"/>
                                      </p:to>
                                    </p:set>
                                  </p:childTnLst>
                                </p:cTn>
                              </p:par>
                              <p:par>
                                <p:cTn id="93" presetID="10" presetClass="entr" presetSubtype="0" fill="hold" nodeType="withEffect">
                                  <p:stCondLst>
                                    <p:cond delay="0"/>
                                  </p:stCondLst>
                                  <p:childTnLst>
                                    <p:set>
                                      <p:cBhvr>
                                        <p:cTn id="94" dur="1" fill="hold">
                                          <p:stCondLst>
                                            <p:cond delay="0"/>
                                          </p:stCondLst>
                                        </p:cTn>
                                        <p:tgtEl>
                                          <p:spTgt spid="15"/>
                                        </p:tgtEl>
                                        <p:attrNameLst>
                                          <p:attrName>style.visibility</p:attrName>
                                        </p:attrNameLst>
                                      </p:cBhvr>
                                      <p:to>
                                        <p:strVal val="visible"/>
                                      </p:to>
                                    </p:set>
                                    <p:animEffect transition="in" filter="fade">
                                      <p:cBhvr>
                                        <p:cTn id="95" dur="100"/>
                                        <p:tgtEl>
                                          <p:spTgt spid="15"/>
                                        </p:tgtEl>
                                      </p:cBhvr>
                                    </p:animEffect>
                                  </p:childTnLst>
                                </p:cTn>
                              </p:par>
                              <p:par>
                                <p:cTn id="96" presetID="10" presetClass="entr" presetSubtype="0" fill="hold" nodeType="withEffect">
                                  <p:stCondLst>
                                    <p:cond delay="600"/>
                                  </p:stCondLst>
                                  <p:childTnLst>
                                    <p:set>
                                      <p:cBhvr>
                                        <p:cTn id="97" dur="1" fill="hold">
                                          <p:stCondLst>
                                            <p:cond delay="0"/>
                                          </p:stCondLst>
                                        </p:cTn>
                                        <p:tgtEl>
                                          <p:spTgt spid="16"/>
                                        </p:tgtEl>
                                        <p:attrNameLst>
                                          <p:attrName>style.visibility</p:attrName>
                                        </p:attrNameLst>
                                      </p:cBhvr>
                                      <p:to>
                                        <p:strVal val="visible"/>
                                      </p:to>
                                    </p:set>
                                    <p:animEffect transition="in" filter="fade">
                                      <p:cBhvr>
                                        <p:cTn id="98" dur="100"/>
                                        <p:tgtEl>
                                          <p:spTgt spid="16"/>
                                        </p:tgtEl>
                                      </p:cBhvr>
                                    </p:animEffect>
                                  </p:childTnLst>
                                </p:cTn>
                              </p:par>
                              <p:par>
                                <p:cTn id="99" presetID="10" presetClass="entr" presetSubtype="0" fill="hold" nodeType="withEffect">
                                  <p:stCondLst>
                                    <p:cond delay="200"/>
                                  </p:stCondLst>
                                  <p:childTnLst>
                                    <p:set>
                                      <p:cBhvr>
                                        <p:cTn id="100" dur="1" fill="hold">
                                          <p:stCondLst>
                                            <p:cond delay="0"/>
                                          </p:stCondLst>
                                        </p:cTn>
                                        <p:tgtEl>
                                          <p:spTgt spid="17"/>
                                        </p:tgtEl>
                                        <p:attrNameLst>
                                          <p:attrName>style.visibility</p:attrName>
                                        </p:attrNameLst>
                                      </p:cBhvr>
                                      <p:to>
                                        <p:strVal val="visible"/>
                                      </p:to>
                                    </p:set>
                                    <p:animEffect transition="in" filter="fade">
                                      <p:cBhvr>
                                        <p:cTn id="101" dur="100"/>
                                        <p:tgtEl>
                                          <p:spTgt spid="17"/>
                                        </p:tgtEl>
                                      </p:cBhvr>
                                    </p:animEffect>
                                  </p:childTnLst>
                                </p:cTn>
                              </p:par>
                              <p:par>
                                <p:cTn id="102" presetID="10" presetClass="entr" presetSubtype="0" fill="hold" nodeType="withEffect">
                                  <p:stCondLst>
                                    <p:cond delay="1800"/>
                                  </p:stCondLst>
                                  <p:childTnLst>
                                    <p:set>
                                      <p:cBhvr>
                                        <p:cTn id="103" dur="1" fill="hold">
                                          <p:stCondLst>
                                            <p:cond delay="0"/>
                                          </p:stCondLst>
                                        </p:cTn>
                                        <p:tgtEl>
                                          <p:spTgt spid="18"/>
                                        </p:tgtEl>
                                        <p:attrNameLst>
                                          <p:attrName>style.visibility</p:attrName>
                                        </p:attrNameLst>
                                      </p:cBhvr>
                                      <p:to>
                                        <p:strVal val="visible"/>
                                      </p:to>
                                    </p:set>
                                    <p:animEffect transition="in" filter="fade">
                                      <p:cBhvr>
                                        <p:cTn id="104" dur="100"/>
                                        <p:tgtEl>
                                          <p:spTgt spid="18"/>
                                        </p:tgtEl>
                                      </p:cBhvr>
                                    </p:animEffect>
                                  </p:childTnLst>
                                </p:cTn>
                              </p:par>
                              <p:par>
                                <p:cTn id="105" presetID="10" presetClass="entr" presetSubtype="0" fill="hold" nodeType="withEffect">
                                  <p:stCondLst>
                                    <p:cond delay="2200"/>
                                  </p:stCondLst>
                                  <p:childTnLst>
                                    <p:set>
                                      <p:cBhvr>
                                        <p:cTn id="106" dur="1" fill="hold">
                                          <p:stCondLst>
                                            <p:cond delay="0"/>
                                          </p:stCondLst>
                                        </p:cTn>
                                        <p:tgtEl>
                                          <p:spTgt spid="19"/>
                                        </p:tgtEl>
                                        <p:attrNameLst>
                                          <p:attrName>style.visibility</p:attrName>
                                        </p:attrNameLst>
                                      </p:cBhvr>
                                      <p:to>
                                        <p:strVal val="visible"/>
                                      </p:to>
                                    </p:set>
                                    <p:animEffect transition="in" filter="fade">
                                      <p:cBhvr>
                                        <p:cTn id="107" dur="100"/>
                                        <p:tgtEl>
                                          <p:spTgt spid="19"/>
                                        </p:tgtEl>
                                      </p:cBhvr>
                                    </p:animEffect>
                                  </p:childTnLst>
                                </p:cTn>
                              </p:par>
                              <p:par>
                                <p:cTn id="108" presetID="53" presetClass="exit" presetSubtype="16" fill="hold" nodeType="withEffect">
                                  <p:stCondLst>
                                    <p:cond delay="100"/>
                                  </p:stCondLst>
                                  <p:childTnLst>
                                    <p:anim calcmode="lin" valueType="num">
                                      <p:cBhvr>
                                        <p:cTn id="109" dur="1000"/>
                                        <p:tgtEl>
                                          <p:spTgt spid="15"/>
                                        </p:tgtEl>
                                        <p:attrNameLst>
                                          <p:attrName>ppt_w</p:attrName>
                                        </p:attrNameLst>
                                      </p:cBhvr>
                                      <p:tavLst>
                                        <p:tav tm="0">
                                          <p:val>
                                            <p:strVal val="ppt_w"/>
                                          </p:val>
                                        </p:tav>
                                        <p:tav tm="100000">
                                          <p:val>
                                            <p:fltVal val="0"/>
                                          </p:val>
                                        </p:tav>
                                      </p:tavLst>
                                    </p:anim>
                                    <p:anim calcmode="lin" valueType="num">
                                      <p:cBhvr>
                                        <p:cTn id="110" dur="1000"/>
                                        <p:tgtEl>
                                          <p:spTgt spid="15"/>
                                        </p:tgtEl>
                                        <p:attrNameLst>
                                          <p:attrName>ppt_h</p:attrName>
                                        </p:attrNameLst>
                                      </p:cBhvr>
                                      <p:tavLst>
                                        <p:tav tm="0">
                                          <p:val>
                                            <p:strVal val="ppt_h"/>
                                          </p:val>
                                        </p:tav>
                                        <p:tav tm="100000">
                                          <p:val>
                                            <p:fltVal val="0"/>
                                          </p:val>
                                        </p:tav>
                                      </p:tavLst>
                                    </p:anim>
                                    <p:animEffect transition="out" filter="fade">
                                      <p:cBhvr>
                                        <p:cTn id="111" dur="1000"/>
                                        <p:tgtEl>
                                          <p:spTgt spid="15"/>
                                        </p:tgtEl>
                                      </p:cBhvr>
                                    </p:animEffect>
                                    <p:set>
                                      <p:cBhvr>
                                        <p:cTn id="112" dur="1" fill="hold">
                                          <p:stCondLst>
                                            <p:cond delay="999"/>
                                          </p:stCondLst>
                                        </p:cTn>
                                        <p:tgtEl>
                                          <p:spTgt spid="15"/>
                                        </p:tgtEl>
                                        <p:attrNameLst>
                                          <p:attrName>style.visibility</p:attrName>
                                        </p:attrNameLst>
                                      </p:cBhvr>
                                      <p:to>
                                        <p:strVal val="hidden"/>
                                      </p:to>
                                    </p:set>
                                  </p:childTnLst>
                                </p:cTn>
                              </p:par>
                              <p:par>
                                <p:cTn id="113" presetID="53" presetClass="exit" presetSubtype="16" fill="hold" nodeType="withEffect">
                                  <p:stCondLst>
                                    <p:cond delay="700"/>
                                  </p:stCondLst>
                                  <p:childTnLst>
                                    <p:anim calcmode="lin" valueType="num">
                                      <p:cBhvr>
                                        <p:cTn id="114" dur="500"/>
                                        <p:tgtEl>
                                          <p:spTgt spid="16"/>
                                        </p:tgtEl>
                                        <p:attrNameLst>
                                          <p:attrName>ppt_w</p:attrName>
                                        </p:attrNameLst>
                                      </p:cBhvr>
                                      <p:tavLst>
                                        <p:tav tm="0">
                                          <p:val>
                                            <p:strVal val="ppt_w"/>
                                          </p:val>
                                        </p:tav>
                                        <p:tav tm="100000">
                                          <p:val>
                                            <p:fltVal val="0"/>
                                          </p:val>
                                        </p:tav>
                                      </p:tavLst>
                                    </p:anim>
                                    <p:anim calcmode="lin" valueType="num">
                                      <p:cBhvr>
                                        <p:cTn id="115" dur="500"/>
                                        <p:tgtEl>
                                          <p:spTgt spid="16"/>
                                        </p:tgtEl>
                                        <p:attrNameLst>
                                          <p:attrName>ppt_h</p:attrName>
                                        </p:attrNameLst>
                                      </p:cBhvr>
                                      <p:tavLst>
                                        <p:tav tm="0">
                                          <p:val>
                                            <p:strVal val="ppt_h"/>
                                          </p:val>
                                        </p:tav>
                                        <p:tav tm="100000">
                                          <p:val>
                                            <p:fltVal val="0"/>
                                          </p:val>
                                        </p:tav>
                                      </p:tavLst>
                                    </p:anim>
                                    <p:animEffect transition="out" filter="fade">
                                      <p:cBhvr>
                                        <p:cTn id="116" dur="500"/>
                                        <p:tgtEl>
                                          <p:spTgt spid="16"/>
                                        </p:tgtEl>
                                      </p:cBhvr>
                                    </p:animEffect>
                                    <p:set>
                                      <p:cBhvr>
                                        <p:cTn id="117" dur="1" fill="hold">
                                          <p:stCondLst>
                                            <p:cond delay="499"/>
                                          </p:stCondLst>
                                        </p:cTn>
                                        <p:tgtEl>
                                          <p:spTgt spid="16"/>
                                        </p:tgtEl>
                                        <p:attrNameLst>
                                          <p:attrName>style.visibility</p:attrName>
                                        </p:attrNameLst>
                                      </p:cBhvr>
                                      <p:to>
                                        <p:strVal val="hidden"/>
                                      </p:to>
                                    </p:set>
                                  </p:childTnLst>
                                </p:cTn>
                              </p:par>
                              <p:par>
                                <p:cTn id="118" presetID="53" presetClass="exit" presetSubtype="16" fill="hold" nodeType="withEffect">
                                  <p:stCondLst>
                                    <p:cond delay="300"/>
                                  </p:stCondLst>
                                  <p:childTnLst>
                                    <p:anim calcmode="lin" valueType="num">
                                      <p:cBhvr>
                                        <p:cTn id="119" dur="500"/>
                                        <p:tgtEl>
                                          <p:spTgt spid="17"/>
                                        </p:tgtEl>
                                        <p:attrNameLst>
                                          <p:attrName>ppt_w</p:attrName>
                                        </p:attrNameLst>
                                      </p:cBhvr>
                                      <p:tavLst>
                                        <p:tav tm="0">
                                          <p:val>
                                            <p:strVal val="ppt_w"/>
                                          </p:val>
                                        </p:tav>
                                        <p:tav tm="100000">
                                          <p:val>
                                            <p:fltVal val="0"/>
                                          </p:val>
                                        </p:tav>
                                      </p:tavLst>
                                    </p:anim>
                                    <p:anim calcmode="lin" valueType="num">
                                      <p:cBhvr>
                                        <p:cTn id="120" dur="500"/>
                                        <p:tgtEl>
                                          <p:spTgt spid="17"/>
                                        </p:tgtEl>
                                        <p:attrNameLst>
                                          <p:attrName>ppt_h</p:attrName>
                                        </p:attrNameLst>
                                      </p:cBhvr>
                                      <p:tavLst>
                                        <p:tav tm="0">
                                          <p:val>
                                            <p:strVal val="ppt_h"/>
                                          </p:val>
                                        </p:tav>
                                        <p:tav tm="100000">
                                          <p:val>
                                            <p:fltVal val="0"/>
                                          </p:val>
                                        </p:tav>
                                      </p:tavLst>
                                    </p:anim>
                                    <p:animEffect transition="out" filter="fade">
                                      <p:cBhvr>
                                        <p:cTn id="121" dur="500"/>
                                        <p:tgtEl>
                                          <p:spTgt spid="17"/>
                                        </p:tgtEl>
                                      </p:cBhvr>
                                    </p:animEffect>
                                    <p:set>
                                      <p:cBhvr>
                                        <p:cTn id="122" dur="1" fill="hold">
                                          <p:stCondLst>
                                            <p:cond delay="499"/>
                                          </p:stCondLst>
                                        </p:cTn>
                                        <p:tgtEl>
                                          <p:spTgt spid="17"/>
                                        </p:tgtEl>
                                        <p:attrNameLst>
                                          <p:attrName>style.visibility</p:attrName>
                                        </p:attrNameLst>
                                      </p:cBhvr>
                                      <p:to>
                                        <p:strVal val="hidden"/>
                                      </p:to>
                                    </p:set>
                                  </p:childTnLst>
                                </p:cTn>
                              </p:par>
                              <p:par>
                                <p:cTn id="123" presetID="53" presetClass="exit" presetSubtype="16" fill="hold" nodeType="withEffect">
                                  <p:stCondLst>
                                    <p:cond delay="1900"/>
                                  </p:stCondLst>
                                  <p:childTnLst>
                                    <p:anim calcmode="lin" valueType="num">
                                      <p:cBhvr>
                                        <p:cTn id="124" dur="500"/>
                                        <p:tgtEl>
                                          <p:spTgt spid="18"/>
                                        </p:tgtEl>
                                        <p:attrNameLst>
                                          <p:attrName>ppt_w</p:attrName>
                                        </p:attrNameLst>
                                      </p:cBhvr>
                                      <p:tavLst>
                                        <p:tav tm="0">
                                          <p:val>
                                            <p:strVal val="ppt_w"/>
                                          </p:val>
                                        </p:tav>
                                        <p:tav tm="100000">
                                          <p:val>
                                            <p:fltVal val="0"/>
                                          </p:val>
                                        </p:tav>
                                      </p:tavLst>
                                    </p:anim>
                                    <p:anim calcmode="lin" valueType="num">
                                      <p:cBhvr>
                                        <p:cTn id="125" dur="500"/>
                                        <p:tgtEl>
                                          <p:spTgt spid="18"/>
                                        </p:tgtEl>
                                        <p:attrNameLst>
                                          <p:attrName>ppt_h</p:attrName>
                                        </p:attrNameLst>
                                      </p:cBhvr>
                                      <p:tavLst>
                                        <p:tav tm="0">
                                          <p:val>
                                            <p:strVal val="ppt_h"/>
                                          </p:val>
                                        </p:tav>
                                        <p:tav tm="100000">
                                          <p:val>
                                            <p:fltVal val="0"/>
                                          </p:val>
                                        </p:tav>
                                      </p:tavLst>
                                    </p:anim>
                                    <p:animEffect transition="out" filter="fade">
                                      <p:cBhvr>
                                        <p:cTn id="126" dur="500"/>
                                        <p:tgtEl>
                                          <p:spTgt spid="18"/>
                                        </p:tgtEl>
                                      </p:cBhvr>
                                    </p:animEffect>
                                    <p:set>
                                      <p:cBhvr>
                                        <p:cTn id="127" dur="1" fill="hold">
                                          <p:stCondLst>
                                            <p:cond delay="499"/>
                                          </p:stCondLst>
                                        </p:cTn>
                                        <p:tgtEl>
                                          <p:spTgt spid="18"/>
                                        </p:tgtEl>
                                        <p:attrNameLst>
                                          <p:attrName>style.visibility</p:attrName>
                                        </p:attrNameLst>
                                      </p:cBhvr>
                                      <p:to>
                                        <p:strVal val="hidden"/>
                                      </p:to>
                                    </p:set>
                                  </p:childTnLst>
                                </p:cTn>
                              </p:par>
                              <p:par>
                                <p:cTn id="128" presetID="53" presetClass="exit" presetSubtype="16" fill="hold" nodeType="withEffect">
                                  <p:stCondLst>
                                    <p:cond delay="2300"/>
                                  </p:stCondLst>
                                  <p:childTnLst>
                                    <p:anim calcmode="lin" valueType="num">
                                      <p:cBhvr>
                                        <p:cTn id="129" dur="500"/>
                                        <p:tgtEl>
                                          <p:spTgt spid="19"/>
                                        </p:tgtEl>
                                        <p:attrNameLst>
                                          <p:attrName>ppt_w</p:attrName>
                                        </p:attrNameLst>
                                      </p:cBhvr>
                                      <p:tavLst>
                                        <p:tav tm="0">
                                          <p:val>
                                            <p:strVal val="ppt_w"/>
                                          </p:val>
                                        </p:tav>
                                        <p:tav tm="100000">
                                          <p:val>
                                            <p:fltVal val="0"/>
                                          </p:val>
                                        </p:tav>
                                      </p:tavLst>
                                    </p:anim>
                                    <p:anim calcmode="lin" valueType="num">
                                      <p:cBhvr>
                                        <p:cTn id="130" dur="500"/>
                                        <p:tgtEl>
                                          <p:spTgt spid="19"/>
                                        </p:tgtEl>
                                        <p:attrNameLst>
                                          <p:attrName>ppt_h</p:attrName>
                                        </p:attrNameLst>
                                      </p:cBhvr>
                                      <p:tavLst>
                                        <p:tav tm="0">
                                          <p:val>
                                            <p:strVal val="ppt_h"/>
                                          </p:val>
                                        </p:tav>
                                        <p:tav tm="100000">
                                          <p:val>
                                            <p:fltVal val="0"/>
                                          </p:val>
                                        </p:tav>
                                      </p:tavLst>
                                    </p:anim>
                                    <p:animEffect transition="out" filter="fade">
                                      <p:cBhvr>
                                        <p:cTn id="131" dur="500"/>
                                        <p:tgtEl>
                                          <p:spTgt spid="19"/>
                                        </p:tgtEl>
                                      </p:cBhvr>
                                    </p:animEffect>
                                    <p:set>
                                      <p:cBhvr>
                                        <p:cTn id="132" dur="1" fill="hold">
                                          <p:stCondLst>
                                            <p:cond delay="499"/>
                                          </p:stCondLst>
                                        </p:cTn>
                                        <p:tgtEl>
                                          <p:spTgt spid="19"/>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showMasterSp="0" userDrawn="1">
  <p:cSld name="标题幻灯片">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p14="http://schemas.microsoft.com/office/powerpoint/2010/main" Requires="p14">
      <p:transition p14:dur="10" advTm="9437"/>
    </mc:Choice>
    <mc:Fallback>
      <p:transition advTm="9437"/>
    </mc:Fallback>
  </mc:AlternateContent>
</p:sldLayout>
</file>

<file path=ppt/slideLayouts/slideLayout38.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12" name="矩形 11"/>
          <p:cNvSpPr/>
          <p:nvPr userDrawn="1"/>
        </p:nvSpPr>
        <p:spPr>
          <a:xfrm>
            <a:off x="6170389" y="134946"/>
            <a:ext cx="775136" cy="246221"/>
          </a:xfrm>
          <a:prstGeom prst="rect">
            <a:avLst/>
          </a:prstGeom>
        </p:spPr>
        <p:txBody>
          <a:bodyPr wrap="square">
            <a:spAutoFit/>
          </a:bodyPr>
          <a:lstStyle/>
          <a:p>
            <a:pPr fontAlgn="auto">
              <a:spcBef>
                <a:spcPts val="0"/>
              </a:spcBef>
              <a:spcAft>
                <a:spcPts val="0"/>
              </a:spcAft>
              <a:buFontTx/>
              <a:buNone/>
            </a:pPr>
            <a:r>
              <a:rPr lang="en-US" altLang="zh-CN" sz="100" dirty="0">
                <a:solidFill>
                  <a:prstClr val="white"/>
                </a:solidFill>
                <a:latin typeface="Calibri" panose="020F0502020204030204"/>
                <a:ea typeface="宋体" panose="02010600030101010101" pitchFamily="2" charset="-122"/>
              </a:rPr>
              <a:t>PPT</a:t>
            </a:r>
            <a:r>
              <a:rPr lang="zh-CN" altLang="en-US" sz="100" dirty="0">
                <a:solidFill>
                  <a:prstClr val="white"/>
                </a:solidFill>
                <a:latin typeface="Calibri" panose="020F0502020204030204"/>
                <a:ea typeface="宋体" panose="02010600030101010101" pitchFamily="2" charset="-122"/>
              </a:rPr>
              <a:t>模板下载：</a:t>
            </a:r>
            <a:r>
              <a:rPr lang="en-US" altLang="zh-CN" sz="100" dirty="0">
                <a:solidFill>
                  <a:prstClr val="white"/>
                </a:solidFill>
                <a:latin typeface="Calibri" panose="020F0502020204030204"/>
                <a:ea typeface="宋体" panose="02010600030101010101" pitchFamily="2" charset="-122"/>
              </a:rPr>
              <a:t>www.1ppt.com/moban/     </a:t>
            </a:r>
            <a:r>
              <a:rPr lang="zh-CN" altLang="en-US" sz="100" dirty="0">
                <a:solidFill>
                  <a:prstClr val="white"/>
                </a:solidFill>
                <a:latin typeface="Calibri" panose="020F0502020204030204"/>
                <a:ea typeface="宋体" panose="02010600030101010101" pitchFamily="2" charset="-122"/>
              </a:rPr>
              <a:t>行业</a:t>
            </a:r>
            <a:r>
              <a:rPr lang="en-US" altLang="zh-CN" sz="100" dirty="0">
                <a:solidFill>
                  <a:prstClr val="white"/>
                </a:solidFill>
                <a:latin typeface="Calibri" panose="020F0502020204030204"/>
                <a:ea typeface="宋体" panose="02010600030101010101" pitchFamily="2" charset="-122"/>
              </a:rPr>
              <a:t>PPT</a:t>
            </a:r>
            <a:r>
              <a:rPr lang="zh-CN" altLang="en-US" sz="100" dirty="0">
                <a:solidFill>
                  <a:prstClr val="white"/>
                </a:solidFill>
                <a:latin typeface="Calibri" panose="020F0502020204030204"/>
                <a:ea typeface="宋体" panose="02010600030101010101" pitchFamily="2" charset="-122"/>
              </a:rPr>
              <a:t>模板：</a:t>
            </a:r>
            <a:r>
              <a:rPr lang="en-US" altLang="zh-CN" sz="100" dirty="0">
                <a:solidFill>
                  <a:prstClr val="white"/>
                </a:solidFill>
                <a:latin typeface="Calibri" panose="020F0502020204030204"/>
                <a:ea typeface="宋体" panose="02010600030101010101" pitchFamily="2" charset="-122"/>
              </a:rPr>
              <a:t>www.1ppt.com/hangye/ </a:t>
            </a:r>
            <a:endParaRPr lang="en-US" altLang="zh-CN" sz="100" dirty="0">
              <a:solidFill>
                <a:prstClr val="white"/>
              </a:solidFill>
              <a:latin typeface="Calibri" panose="020F0502020204030204"/>
              <a:ea typeface="宋体" panose="02010600030101010101" pitchFamily="2" charset="-122"/>
            </a:endParaRPr>
          </a:p>
          <a:p>
            <a:pPr fontAlgn="auto">
              <a:spcBef>
                <a:spcPts val="0"/>
              </a:spcBef>
              <a:spcAft>
                <a:spcPts val="0"/>
              </a:spcAft>
              <a:buFontTx/>
              <a:buNone/>
            </a:pPr>
            <a:r>
              <a:rPr lang="zh-CN" altLang="en-US" sz="100" dirty="0">
                <a:solidFill>
                  <a:prstClr val="white"/>
                </a:solidFill>
                <a:latin typeface="Calibri" panose="020F0502020204030204"/>
                <a:ea typeface="宋体" panose="02010600030101010101" pitchFamily="2" charset="-122"/>
              </a:rPr>
              <a:t>节日</a:t>
            </a:r>
            <a:r>
              <a:rPr lang="en-US" altLang="zh-CN" sz="100" dirty="0">
                <a:solidFill>
                  <a:prstClr val="white"/>
                </a:solidFill>
                <a:latin typeface="Calibri" panose="020F0502020204030204"/>
                <a:ea typeface="宋体" panose="02010600030101010101" pitchFamily="2" charset="-122"/>
              </a:rPr>
              <a:t>PPT</a:t>
            </a:r>
            <a:r>
              <a:rPr lang="zh-CN" altLang="en-US" sz="100" dirty="0">
                <a:solidFill>
                  <a:prstClr val="white"/>
                </a:solidFill>
                <a:latin typeface="Calibri" panose="020F0502020204030204"/>
                <a:ea typeface="宋体" panose="02010600030101010101" pitchFamily="2" charset="-122"/>
              </a:rPr>
              <a:t>模板：</a:t>
            </a:r>
            <a:r>
              <a:rPr lang="en-US" altLang="zh-CN" sz="100" dirty="0">
                <a:solidFill>
                  <a:prstClr val="white"/>
                </a:solidFill>
                <a:latin typeface="Calibri" panose="020F0502020204030204"/>
                <a:ea typeface="宋体" panose="02010600030101010101" pitchFamily="2" charset="-122"/>
              </a:rPr>
              <a:t>www.1ppt.com/jieri/           PPT</a:t>
            </a:r>
            <a:r>
              <a:rPr lang="zh-CN" altLang="en-US" sz="100" dirty="0">
                <a:solidFill>
                  <a:prstClr val="white"/>
                </a:solidFill>
                <a:latin typeface="Calibri" panose="020F0502020204030204"/>
                <a:ea typeface="宋体" panose="02010600030101010101" pitchFamily="2" charset="-122"/>
              </a:rPr>
              <a:t>素材下载：</a:t>
            </a:r>
            <a:r>
              <a:rPr lang="en-US" altLang="zh-CN" sz="100" dirty="0">
                <a:solidFill>
                  <a:prstClr val="white"/>
                </a:solidFill>
                <a:latin typeface="Calibri" panose="020F0502020204030204"/>
                <a:ea typeface="宋体" panose="02010600030101010101" pitchFamily="2" charset="-122"/>
              </a:rPr>
              <a:t>www.1ppt.com/sucai/</a:t>
            </a:r>
            <a:endParaRPr lang="en-US" altLang="zh-CN" sz="100" dirty="0">
              <a:solidFill>
                <a:prstClr val="white"/>
              </a:solidFill>
              <a:latin typeface="Calibri" panose="020F0502020204030204"/>
              <a:ea typeface="宋体" panose="02010600030101010101" pitchFamily="2" charset="-122"/>
            </a:endParaRPr>
          </a:p>
          <a:p>
            <a:pPr fontAlgn="auto">
              <a:spcBef>
                <a:spcPts val="0"/>
              </a:spcBef>
              <a:spcAft>
                <a:spcPts val="0"/>
              </a:spcAft>
              <a:buFontTx/>
              <a:buNone/>
            </a:pPr>
            <a:r>
              <a:rPr lang="en-US" altLang="zh-CN" sz="100" dirty="0">
                <a:solidFill>
                  <a:prstClr val="white"/>
                </a:solidFill>
                <a:latin typeface="Calibri" panose="020F0502020204030204"/>
                <a:ea typeface="宋体" panose="02010600030101010101" pitchFamily="2" charset="-122"/>
              </a:rPr>
              <a:t>PPT</a:t>
            </a:r>
            <a:r>
              <a:rPr lang="zh-CN" altLang="en-US" sz="100" dirty="0">
                <a:solidFill>
                  <a:prstClr val="white"/>
                </a:solidFill>
                <a:latin typeface="Calibri" panose="020F0502020204030204"/>
                <a:ea typeface="宋体" panose="02010600030101010101" pitchFamily="2" charset="-122"/>
              </a:rPr>
              <a:t>背景图片：</a:t>
            </a:r>
            <a:r>
              <a:rPr lang="en-US" altLang="zh-CN" sz="100" dirty="0">
                <a:solidFill>
                  <a:prstClr val="white"/>
                </a:solidFill>
                <a:latin typeface="Calibri" panose="020F0502020204030204"/>
                <a:ea typeface="宋体" panose="02010600030101010101" pitchFamily="2" charset="-122"/>
              </a:rPr>
              <a:t>www.1ppt.com/beijing/      PPT</a:t>
            </a:r>
            <a:r>
              <a:rPr lang="zh-CN" altLang="en-US" sz="100" dirty="0">
                <a:solidFill>
                  <a:prstClr val="white"/>
                </a:solidFill>
                <a:latin typeface="Calibri" panose="020F0502020204030204"/>
                <a:ea typeface="宋体" panose="02010600030101010101" pitchFamily="2" charset="-122"/>
              </a:rPr>
              <a:t>图表下载：</a:t>
            </a:r>
            <a:r>
              <a:rPr lang="en-US" altLang="zh-CN" sz="100" dirty="0">
                <a:solidFill>
                  <a:prstClr val="white"/>
                </a:solidFill>
                <a:latin typeface="Calibri" panose="020F0502020204030204"/>
                <a:ea typeface="宋体" panose="02010600030101010101" pitchFamily="2" charset="-122"/>
              </a:rPr>
              <a:t>www.1ppt.com/tubiao/      </a:t>
            </a:r>
            <a:endParaRPr lang="en-US" altLang="zh-CN" sz="100" dirty="0">
              <a:solidFill>
                <a:prstClr val="white"/>
              </a:solidFill>
              <a:latin typeface="Calibri" panose="020F0502020204030204"/>
              <a:ea typeface="宋体" panose="02010600030101010101" pitchFamily="2" charset="-122"/>
            </a:endParaRPr>
          </a:p>
          <a:p>
            <a:pPr fontAlgn="auto">
              <a:spcBef>
                <a:spcPts val="0"/>
              </a:spcBef>
              <a:spcAft>
                <a:spcPts val="0"/>
              </a:spcAft>
              <a:buFontTx/>
              <a:buNone/>
            </a:pPr>
            <a:r>
              <a:rPr lang="zh-CN" altLang="en-US" sz="100" dirty="0">
                <a:solidFill>
                  <a:prstClr val="white"/>
                </a:solidFill>
                <a:latin typeface="Calibri" panose="020F0502020204030204"/>
                <a:ea typeface="宋体" panose="02010600030101010101" pitchFamily="2" charset="-122"/>
              </a:rPr>
              <a:t>优秀</a:t>
            </a:r>
            <a:r>
              <a:rPr lang="en-US" altLang="zh-CN" sz="100" dirty="0">
                <a:solidFill>
                  <a:prstClr val="white"/>
                </a:solidFill>
                <a:latin typeface="Calibri" panose="020F0502020204030204"/>
                <a:ea typeface="宋体" panose="02010600030101010101" pitchFamily="2" charset="-122"/>
              </a:rPr>
              <a:t>PPT</a:t>
            </a:r>
            <a:r>
              <a:rPr lang="zh-CN" altLang="en-US" sz="100" dirty="0">
                <a:solidFill>
                  <a:prstClr val="white"/>
                </a:solidFill>
                <a:latin typeface="Calibri" panose="020F0502020204030204"/>
                <a:ea typeface="宋体" panose="02010600030101010101" pitchFamily="2" charset="-122"/>
              </a:rPr>
              <a:t>下载：</a:t>
            </a:r>
            <a:r>
              <a:rPr lang="en-US" altLang="zh-CN" sz="100" dirty="0">
                <a:solidFill>
                  <a:prstClr val="white"/>
                </a:solidFill>
                <a:latin typeface="Calibri" panose="020F0502020204030204"/>
                <a:ea typeface="宋体" panose="02010600030101010101" pitchFamily="2" charset="-122"/>
              </a:rPr>
              <a:t>www.1ppt.com/xiazai/        PPT</a:t>
            </a:r>
            <a:r>
              <a:rPr lang="zh-CN" altLang="en-US" sz="100" dirty="0">
                <a:solidFill>
                  <a:prstClr val="white"/>
                </a:solidFill>
                <a:latin typeface="Calibri" panose="020F0502020204030204"/>
                <a:ea typeface="宋体" panose="02010600030101010101" pitchFamily="2" charset="-122"/>
              </a:rPr>
              <a:t>教程： </a:t>
            </a:r>
            <a:r>
              <a:rPr lang="en-US" altLang="zh-CN" sz="100" dirty="0">
                <a:solidFill>
                  <a:prstClr val="white"/>
                </a:solidFill>
                <a:latin typeface="Calibri" panose="020F0502020204030204"/>
                <a:ea typeface="宋体" panose="02010600030101010101" pitchFamily="2" charset="-122"/>
              </a:rPr>
              <a:t>www.1ppt.com/powerpoint/      </a:t>
            </a:r>
            <a:endParaRPr lang="en-US" altLang="zh-CN" sz="100" dirty="0">
              <a:solidFill>
                <a:prstClr val="white"/>
              </a:solidFill>
              <a:latin typeface="Calibri" panose="020F0502020204030204"/>
              <a:ea typeface="宋体" panose="02010600030101010101" pitchFamily="2" charset="-122"/>
            </a:endParaRPr>
          </a:p>
          <a:p>
            <a:pPr fontAlgn="auto">
              <a:spcBef>
                <a:spcPts val="0"/>
              </a:spcBef>
              <a:spcAft>
                <a:spcPts val="0"/>
              </a:spcAft>
              <a:buFontTx/>
              <a:buNone/>
            </a:pPr>
            <a:r>
              <a:rPr lang="en-US" altLang="zh-CN" sz="100" dirty="0">
                <a:solidFill>
                  <a:prstClr val="white"/>
                </a:solidFill>
                <a:latin typeface="Calibri" panose="020F0502020204030204"/>
                <a:ea typeface="宋体" panose="02010600030101010101" pitchFamily="2" charset="-122"/>
              </a:rPr>
              <a:t>Word</a:t>
            </a:r>
            <a:r>
              <a:rPr lang="zh-CN" altLang="en-US" sz="100" dirty="0">
                <a:solidFill>
                  <a:prstClr val="white"/>
                </a:solidFill>
                <a:latin typeface="Calibri" panose="020F0502020204030204"/>
                <a:ea typeface="宋体" panose="02010600030101010101" pitchFamily="2" charset="-122"/>
              </a:rPr>
              <a:t>教程： </a:t>
            </a:r>
            <a:r>
              <a:rPr lang="en-US" altLang="zh-CN" sz="100" dirty="0">
                <a:solidFill>
                  <a:prstClr val="white"/>
                </a:solidFill>
                <a:latin typeface="Calibri" panose="020F0502020204030204"/>
                <a:ea typeface="宋体" panose="02010600030101010101" pitchFamily="2" charset="-122"/>
              </a:rPr>
              <a:t>www.1ppt.com/word/              Excel</a:t>
            </a:r>
            <a:r>
              <a:rPr lang="zh-CN" altLang="en-US" sz="100" dirty="0">
                <a:solidFill>
                  <a:prstClr val="white"/>
                </a:solidFill>
                <a:latin typeface="Calibri" panose="020F0502020204030204"/>
                <a:ea typeface="宋体" panose="02010600030101010101" pitchFamily="2" charset="-122"/>
              </a:rPr>
              <a:t>教程：</a:t>
            </a:r>
            <a:r>
              <a:rPr lang="en-US" altLang="zh-CN" sz="100" dirty="0">
                <a:solidFill>
                  <a:prstClr val="white"/>
                </a:solidFill>
                <a:latin typeface="Calibri" panose="020F0502020204030204"/>
                <a:ea typeface="宋体" panose="02010600030101010101" pitchFamily="2" charset="-122"/>
              </a:rPr>
              <a:t>www.1ppt.com/excel/  </a:t>
            </a:r>
            <a:endParaRPr lang="en-US" altLang="zh-CN" sz="100" dirty="0">
              <a:solidFill>
                <a:prstClr val="white"/>
              </a:solidFill>
              <a:latin typeface="Calibri" panose="020F0502020204030204"/>
              <a:ea typeface="宋体" panose="02010600030101010101" pitchFamily="2" charset="-122"/>
            </a:endParaRPr>
          </a:p>
          <a:p>
            <a:pPr fontAlgn="auto">
              <a:spcBef>
                <a:spcPts val="0"/>
              </a:spcBef>
              <a:spcAft>
                <a:spcPts val="0"/>
              </a:spcAft>
              <a:buFontTx/>
              <a:buNone/>
            </a:pPr>
            <a:r>
              <a:rPr lang="zh-CN" altLang="en-US" sz="100" dirty="0">
                <a:solidFill>
                  <a:prstClr val="white"/>
                </a:solidFill>
                <a:latin typeface="Calibri" panose="020F0502020204030204"/>
                <a:ea typeface="宋体" panose="02010600030101010101" pitchFamily="2" charset="-122"/>
              </a:rPr>
              <a:t>资料下载：</a:t>
            </a:r>
            <a:r>
              <a:rPr lang="en-US" altLang="zh-CN" sz="100" dirty="0">
                <a:solidFill>
                  <a:prstClr val="white"/>
                </a:solidFill>
                <a:latin typeface="Calibri" panose="020F0502020204030204"/>
                <a:ea typeface="宋体" panose="02010600030101010101" pitchFamily="2" charset="-122"/>
              </a:rPr>
              <a:t>www.1ppt.com/ziliao/                PPT</a:t>
            </a:r>
            <a:r>
              <a:rPr lang="zh-CN" altLang="en-US" sz="100" dirty="0">
                <a:solidFill>
                  <a:prstClr val="white"/>
                </a:solidFill>
                <a:latin typeface="Calibri" panose="020F0502020204030204"/>
                <a:ea typeface="宋体" panose="02010600030101010101" pitchFamily="2" charset="-122"/>
              </a:rPr>
              <a:t>课件下载：</a:t>
            </a:r>
            <a:r>
              <a:rPr lang="en-US" altLang="zh-CN" sz="100" dirty="0">
                <a:solidFill>
                  <a:prstClr val="white"/>
                </a:solidFill>
                <a:latin typeface="Calibri" panose="020F0502020204030204"/>
                <a:ea typeface="宋体" panose="02010600030101010101" pitchFamily="2" charset="-122"/>
              </a:rPr>
              <a:t>www.1ppt.com/kejian/ </a:t>
            </a:r>
            <a:endParaRPr lang="en-US" altLang="zh-CN" sz="100" dirty="0">
              <a:solidFill>
                <a:prstClr val="white"/>
              </a:solidFill>
              <a:latin typeface="Calibri" panose="020F0502020204030204"/>
              <a:ea typeface="宋体" panose="02010600030101010101" pitchFamily="2" charset="-122"/>
            </a:endParaRPr>
          </a:p>
          <a:p>
            <a:pPr fontAlgn="auto">
              <a:spcBef>
                <a:spcPts val="0"/>
              </a:spcBef>
              <a:spcAft>
                <a:spcPts val="0"/>
              </a:spcAft>
              <a:buFontTx/>
              <a:buNone/>
            </a:pPr>
            <a:r>
              <a:rPr lang="zh-CN" altLang="en-US" sz="100" dirty="0">
                <a:solidFill>
                  <a:prstClr val="white"/>
                </a:solidFill>
                <a:latin typeface="Calibri" panose="020F0502020204030204"/>
                <a:ea typeface="宋体" panose="02010600030101010101" pitchFamily="2" charset="-122"/>
              </a:rPr>
              <a:t>范文下载：</a:t>
            </a:r>
            <a:r>
              <a:rPr lang="en-US" altLang="zh-CN" sz="100" dirty="0">
                <a:solidFill>
                  <a:prstClr val="white"/>
                </a:solidFill>
                <a:latin typeface="Calibri" panose="020F0502020204030204"/>
                <a:ea typeface="宋体" panose="02010600030101010101" pitchFamily="2" charset="-122"/>
              </a:rPr>
              <a:t>www.1ppt.com/fanwen/             </a:t>
            </a:r>
            <a:r>
              <a:rPr lang="zh-CN" altLang="en-US" sz="100" dirty="0">
                <a:solidFill>
                  <a:prstClr val="white"/>
                </a:solidFill>
                <a:latin typeface="Calibri" panose="020F0502020204030204"/>
                <a:ea typeface="宋体" panose="02010600030101010101" pitchFamily="2" charset="-122"/>
              </a:rPr>
              <a:t>试卷下载：</a:t>
            </a:r>
            <a:r>
              <a:rPr lang="en-US" altLang="zh-CN" sz="100" dirty="0">
                <a:solidFill>
                  <a:prstClr val="white"/>
                </a:solidFill>
                <a:latin typeface="Calibri" panose="020F0502020204030204"/>
                <a:ea typeface="宋体" panose="02010600030101010101" pitchFamily="2" charset="-122"/>
              </a:rPr>
              <a:t>www.1ppt.com/shiti/  </a:t>
            </a:r>
            <a:endParaRPr lang="en-US" altLang="zh-CN" sz="100" dirty="0">
              <a:solidFill>
                <a:prstClr val="white"/>
              </a:solidFill>
              <a:latin typeface="Calibri" panose="020F0502020204030204"/>
              <a:ea typeface="宋体" panose="02010600030101010101" pitchFamily="2" charset="-122"/>
            </a:endParaRPr>
          </a:p>
          <a:p>
            <a:pPr fontAlgn="auto">
              <a:spcBef>
                <a:spcPts val="0"/>
              </a:spcBef>
              <a:spcAft>
                <a:spcPts val="0"/>
              </a:spcAft>
              <a:buFontTx/>
              <a:buNone/>
            </a:pPr>
            <a:r>
              <a:rPr lang="zh-CN" altLang="en-US" sz="100" dirty="0">
                <a:solidFill>
                  <a:prstClr val="white"/>
                </a:solidFill>
                <a:latin typeface="Calibri" panose="020F0502020204030204"/>
                <a:ea typeface="宋体" panose="02010600030101010101" pitchFamily="2" charset="-122"/>
              </a:rPr>
              <a:t>教案下载：</a:t>
            </a:r>
            <a:r>
              <a:rPr lang="en-US" altLang="zh-CN" sz="100" dirty="0">
                <a:solidFill>
                  <a:prstClr val="white"/>
                </a:solidFill>
                <a:latin typeface="Calibri" panose="020F0502020204030204"/>
                <a:ea typeface="宋体" panose="02010600030101010101" pitchFamily="2" charset="-122"/>
              </a:rPr>
              <a:t>www.1ppt.com/jiaoan/        </a:t>
            </a:r>
            <a:endParaRPr lang="en-US" altLang="zh-CN" sz="100" dirty="0">
              <a:solidFill>
                <a:prstClr val="white"/>
              </a:solidFill>
              <a:latin typeface="Calibri" panose="020F0502020204030204"/>
              <a:ea typeface="宋体" panose="02010600030101010101" pitchFamily="2" charset="-122"/>
            </a:endParaRPr>
          </a:p>
          <a:p>
            <a:pPr fontAlgn="auto">
              <a:spcBef>
                <a:spcPts val="0"/>
              </a:spcBef>
              <a:spcAft>
                <a:spcPts val="0"/>
              </a:spcAft>
              <a:buFontTx/>
              <a:buNone/>
            </a:pPr>
            <a:r>
              <a:rPr lang="zh-CN" altLang="en-US" sz="100" dirty="0">
                <a:solidFill>
                  <a:prstClr val="white"/>
                </a:solidFill>
                <a:latin typeface="Calibri" panose="020F0502020204030204"/>
                <a:ea typeface="宋体" panose="02010600030101010101" pitchFamily="2" charset="-122"/>
              </a:rPr>
              <a:t>字体下载：</a:t>
            </a:r>
            <a:r>
              <a:rPr lang="en-US" altLang="zh-CN" sz="100" dirty="0">
                <a:solidFill>
                  <a:prstClr val="white"/>
                </a:solidFill>
                <a:latin typeface="Calibri" panose="020F0502020204030204"/>
                <a:ea typeface="宋体" panose="02010600030101010101" pitchFamily="2" charset="-122"/>
              </a:rPr>
              <a:t>www.1ppt.com/ziti/</a:t>
            </a:r>
            <a:endParaRPr lang="en-US" altLang="zh-CN" sz="100" dirty="0">
              <a:solidFill>
                <a:prstClr val="white"/>
              </a:solidFill>
              <a:latin typeface="Calibri" panose="020F0502020204030204"/>
              <a:ea typeface="宋体" panose="02010600030101010101" pitchFamily="2" charset="-122"/>
            </a:endParaRPr>
          </a:p>
          <a:p>
            <a:pPr fontAlgn="auto">
              <a:spcBef>
                <a:spcPts val="0"/>
              </a:spcBef>
              <a:spcAft>
                <a:spcPts val="0"/>
              </a:spcAft>
              <a:buFontTx/>
              <a:buNone/>
            </a:pPr>
            <a:r>
              <a:rPr lang="en-US" altLang="zh-CN" sz="100" dirty="0">
                <a:solidFill>
                  <a:prstClr val="white"/>
                </a:solidFill>
                <a:latin typeface="Calibri" panose="020F0502020204030204"/>
                <a:ea typeface="宋体" panose="02010600030101010101" pitchFamily="2" charset="-122"/>
              </a:rPr>
              <a:t> </a:t>
            </a:r>
            <a:endParaRPr lang="zh-CN" altLang="en-US" sz="100" dirty="0">
              <a:solidFill>
                <a:prstClr val="white"/>
              </a:solidFill>
              <a:latin typeface="Calibri" panose="020F0502020204030204"/>
              <a:ea typeface="宋体" panose="02010600030101010101" pitchFamily="2" charset="-122"/>
            </a:endParaRPr>
          </a:p>
        </p:txBody>
      </p:sp>
      <p:sp>
        <p:nvSpPr>
          <p:cNvPr id="2" name="标题 1"/>
          <p:cNvSpPr>
            <a:spLocks noGrp="1"/>
          </p:cNvSpPr>
          <p:nvPr>
            <p:ph type="title"/>
          </p:nvPr>
        </p:nvSpPr>
        <p:spPr>
          <a:xfrm>
            <a:off x="825625" y="908051"/>
            <a:ext cx="10601349" cy="635000"/>
          </a:xfrm>
        </p:spPr>
        <p:txBody>
          <a:bodyPr/>
          <a:lstStyle>
            <a:lvl1pPr>
              <a:defRPr>
                <a:solidFill>
                  <a:schemeClr val="accent1"/>
                </a:solidFill>
              </a:defRPr>
            </a:lvl1pPr>
          </a:lstStyle>
          <a:p>
            <a:r>
              <a:rPr lang="zh-CN" altLang="en-US"/>
              <a:t>单击此处编辑母版标题样式</a:t>
            </a:r>
            <a:endParaRPr lang="zh-CN" altLang="en-US"/>
          </a:p>
        </p:txBody>
      </p:sp>
      <p:sp>
        <p:nvSpPr>
          <p:cNvPr id="3" name="内容占位符 2"/>
          <p:cNvSpPr>
            <a:spLocks noGrp="1"/>
          </p:cNvSpPr>
          <p:nvPr>
            <p:ph idx="1"/>
          </p:nvPr>
        </p:nvSpPr>
        <p:spPr>
          <a:xfrm>
            <a:off x="825625" y="1600201"/>
            <a:ext cx="10601349" cy="4525963"/>
          </a:xfrm>
        </p:spPr>
        <p:txBody>
          <a:bodyPr/>
          <a:lstStyle>
            <a:lvl1pPr>
              <a:defRPr>
                <a:solidFill>
                  <a:schemeClr val="accent1"/>
                </a:solidFill>
              </a:defRPr>
            </a:lvl1pPr>
            <a:lvl2pPr>
              <a:defRPr>
                <a:solidFill>
                  <a:schemeClr val="accent1"/>
                </a:solidFill>
              </a:defRPr>
            </a:lvl2pPr>
            <a:lvl3pPr>
              <a:defRPr>
                <a:solidFill>
                  <a:schemeClr val="accent1"/>
                </a:solidFill>
              </a:defRPr>
            </a:lvl3pPr>
            <a:lvl4pPr>
              <a:defRPr>
                <a:solidFill>
                  <a:schemeClr val="accent1"/>
                </a:solidFill>
              </a:defRPr>
            </a:lvl4pPr>
            <a:lvl5pPr>
              <a:defRPr>
                <a:solidFill>
                  <a:schemeClr val="accent1"/>
                </a:solidFill>
              </a:defRPr>
            </a:lvl5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8" name="Freeform 5"/>
          <p:cNvSpPr/>
          <p:nvPr userDrawn="1"/>
        </p:nvSpPr>
        <p:spPr bwMode="auto">
          <a:xfrm>
            <a:off x="63836" y="73173"/>
            <a:ext cx="1227153" cy="486467"/>
          </a:xfrm>
          <a:custGeom>
            <a:avLst/>
            <a:gdLst>
              <a:gd name="T0" fmla="*/ 0 w 1600"/>
              <a:gd name="T1" fmla="*/ 0 h 617"/>
              <a:gd name="T2" fmla="*/ 1429 w 1600"/>
              <a:gd name="T3" fmla="*/ 0 h 617"/>
              <a:gd name="T4" fmla="*/ 1600 w 1600"/>
              <a:gd name="T5" fmla="*/ 308 h 617"/>
              <a:gd name="T6" fmla="*/ 1429 w 1600"/>
              <a:gd name="T7" fmla="*/ 617 h 617"/>
              <a:gd name="T8" fmla="*/ 0 w 1600"/>
              <a:gd name="T9" fmla="*/ 617 h 617"/>
              <a:gd name="T10" fmla="*/ 0 w 1600"/>
              <a:gd name="T11" fmla="*/ 0 h 617"/>
            </a:gdLst>
            <a:ahLst/>
            <a:cxnLst>
              <a:cxn ang="0">
                <a:pos x="T0" y="T1"/>
              </a:cxn>
              <a:cxn ang="0">
                <a:pos x="T2" y="T3"/>
              </a:cxn>
              <a:cxn ang="0">
                <a:pos x="T4" y="T5"/>
              </a:cxn>
              <a:cxn ang="0">
                <a:pos x="T6" y="T7"/>
              </a:cxn>
              <a:cxn ang="0">
                <a:pos x="T8" y="T9"/>
              </a:cxn>
              <a:cxn ang="0">
                <a:pos x="T10" y="T11"/>
              </a:cxn>
            </a:cxnLst>
            <a:rect l="0" t="0" r="r" b="b"/>
            <a:pathLst>
              <a:path w="1600" h="617">
                <a:moveTo>
                  <a:pt x="0" y="0"/>
                </a:moveTo>
                <a:lnTo>
                  <a:pt x="1429" y="0"/>
                </a:lnTo>
                <a:lnTo>
                  <a:pt x="1600" y="308"/>
                </a:lnTo>
                <a:lnTo>
                  <a:pt x="1429" y="617"/>
                </a:lnTo>
                <a:lnTo>
                  <a:pt x="0" y="617"/>
                </a:lnTo>
                <a:lnTo>
                  <a:pt x="0" y="0"/>
                </a:lnTo>
                <a:close/>
              </a:path>
            </a:pathLst>
          </a:custGeom>
          <a:solidFill>
            <a:schemeClr val="tx1"/>
          </a:solidFill>
          <a:ln>
            <a:noFill/>
          </a:ln>
        </p:spPr>
        <p:txBody>
          <a:bodyPr vert="horz" wrap="square" lIns="91434" tIns="45717" rIns="91434" bIns="45717" numCol="1" anchor="t" anchorCtr="0" compatLnSpc="1"/>
          <a:lstStyle/>
          <a:p>
            <a:endParaRPr lang="zh-CN" altLang="en-US">
              <a:solidFill>
                <a:srgbClr val="294A5A"/>
              </a:solidFill>
            </a:endParaRPr>
          </a:p>
        </p:txBody>
      </p:sp>
      <p:sp>
        <p:nvSpPr>
          <p:cNvPr id="9" name="Freeform 6"/>
          <p:cNvSpPr/>
          <p:nvPr userDrawn="1"/>
        </p:nvSpPr>
        <p:spPr bwMode="auto">
          <a:xfrm>
            <a:off x="1196835" y="73173"/>
            <a:ext cx="10215809" cy="486467"/>
          </a:xfrm>
          <a:custGeom>
            <a:avLst/>
            <a:gdLst>
              <a:gd name="T0" fmla="*/ 0 w 13327"/>
              <a:gd name="T1" fmla="*/ 0 h 617"/>
              <a:gd name="T2" fmla="*/ 13155 w 13327"/>
              <a:gd name="T3" fmla="*/ 0 h 617"/>
              <a:gd name="T4" fmla="*/ 13327 w 13327"/>
              <a:gd name="T5" fmla="*/ 308 h 617"/>
              <a:gd name="T6" fmla="*/ 13155 w 13327"/>
              <a:gd name="T7" fmla="*/ 617 h 617"/>
              <a:gd name="T8" fmla="*/ 0 w 13327"/>
              <a:gd name="T9" fmla="*/ 617 h 617"/>
              <a:gd name="T10" fmla="*/ 171 w 13327"/>
              <a:gd name="T11" fmla="*/ 308 h 617"/>
              <a:gd name="T12" fmla="*/ 0 w 13327"/>
              <a:gd name="T13" fmla="*/ 0 h 617"/>
            </a:gdLst>
            <a:ahLst/>
            <a:cxnLst>
              <a:cxn ang="0">
                <a:pos x="T0" y="T1"/>
              </a:cxn>
              <a:cxn ang="0">
                <a:pos x="T2" y="T3"/>
              </a:cxn>
              <a:cxn ang="0">
                <a:pos x="T4" y="T5"/>
              </a:cxn>
              <a:cxn ang="0">
                <a:pos x="T6" y="T7"/>
              </a:cxn>
              <a:cxn ang="0">
                <a:pos x="T8" y="T9"/>
              </a:cxn>
              <a:cxn ang="0">
                <a:pos x="T10" y="T11"/>
              </a:cxn>
              <a:cxn ang="0">
                <a:pos x="T12" y="T13"/>
              </a:cxn>
            </a:cxnLst>
            <a:rect l="0" t="0" r="r" b="b"/>
            <a:pathLst>
              <a:path w="13327" h="617">
                <a:moveTo>
                  <a:pt x="0" y="0"/>
                </a:moveTo>
                <a:lnTo>
                  <a:pt x="13155" y="0"/>
                </a:lnTo>
                <a:lnTo>
                  <a:pt x="13327" y="308"/>
                </a:lnTo>
                <a:lnTo>
                  <a:pt x="13155" y="617"/>
                </a:lnTo>
                <a:lnTo>
                  <a:pt x="0" y="617"/>
                </a:lnTo>
                <a:lnTo>
                  <a:pt x="171" y="308"/>
                </a:lnTo>
                <a:lnTo>
                  <a:pt x="0" y="0"/>
                </a:lnTo>
                <a:close/>
              </a:path>
            </a:pathLst>
          </a:custGeom>
          <a:solidFill>
            <a:schemeClr val="accent1"/>
          </a:solidFill>
          <a:ln>
            <a:noFill/>
          </a:ln>
        </p:spPr>
        <p:txBody>
          <a:bodyPr vert="horz" wrap="square" lIns="91434" tIns="45717" rIns="91434" bIns="45717" numCol="1" anchor="t" anchorCtr="0" compatLnSpc="1"/>
          <a:lstStyle/>
          <a:p>
            <a:endParaRPr lang="zh-CN" altLang="en-US">
              <a:solidFill>
                <a:srgbClr val="294A5A"/>
              </a:solidFill>
            </a:endParaRPr>
          </a:p>
        </p:txBody>
      </p:sp>
      <p:sp>
        <p:nvSpPr>
          <p:cNvPr id="10" name="Freeform 7"/>
          <p:cNvSpPr/>
          <p:nvPr userDrawn="1"/>
        </p:nvSpPr>
        <p:spPr bwMode="auto">
          <a:xfrm>
            <a:off x="11320057" y="73173"/>
            <a:ext cx="812871" cy="486467"/>
          </a:xfrm>
          <a:custGeom>
            <a:avLst/>
            <a:gdLst>
              <a:gd name="T0" fmla="*/ 0 w 1060"/>
              <a:gd name="T1" fmla="*/ 0 h 617"/>
              <a:gd name="T2" fmla="*/ 1060 w 1060"/>
              <a:gd name="T3" fmla="*/ 0 h 617"/>
              <a:gd name="T4" fmla="*/ 1060 w 1060"/>
              <a:gd name="T5" fmla="*/ 617 h 617"/>
              <a:gd name="T6" fmla="*/ 0 w 1060"/>
              <a:gd name="T7" fmla="*/ 617 h 617"/>
              <a:gd name="T8" fmla="*/ 172 w 1060"/>
              <a:gd name="T9" fmla="*/ 308 h 617"/>
              <a:gd name="T10" fmla="*/ 0 w 1060"/>
              <a:gd name="T11" fmla="*/ 0 h 617"/>
            </a:gdLst>
            <a:ahLst/>
            <a:cxnLst>
              <a:cxn ang="0">
                <a:pos x="T0" y="T1"/>
              </a:cxn>
              <a:cxn ang="0">
                <a:pos x="T2" y="T3"/>
              </a:cxn>
              <a:cxn ang="0">
                <a:pos x="T4" y="T5"/>
              </a:cxn>
              <a:cxn ang="0">
                <a:pos x="T6" y="T7"/>
              </a:cxn>
              <a:cxn ang="0">
                <a:pos x="T8" y="T9"/>
              </a:cxn>
              <a:cxn ang="0">
                <a:pos x="T10" y="T11"/>
              </a:cxn>
            </a:cxnLst>
            <a:rect l="0" t="0" r="r" b="b"/>
            <a:pathLst>
              <a:path w="1060" h="617">
                <a:moveTo>
                  <a:pt x="0" y="0"/>
                </a:moveTo>
                <a:lnTo>
                  <a:pt x="1060" y="0"/>
                </a:lnTo>
                <a:lnTo>
                  <a:pt x="1060" y="617"/>
                </a:lnTo>
                <a:lnTo>
                  <a:pt x="0" y="617"/>
                </a:lnTo>
                <a:lnTo>
                  <a:pt x="172" y="308"/>
                </a:lnTo>
                <a:lnTo>
                  <a:pt x="0" y="0"/>
                </a:lnTo>
                <a:close/>
              </a:path>
            </a:pathLst>
          </a:custGeom>
          <a:solidFill>
            <a:schemeClr val="accent1"/>
          </a:solidFill>
          <a:ln>
            <a:noFill/>
          </a:ln>
        </p:spPr>
        <p:txBody>
          <a:bodyPr vert="horz" wrap="square" lIns="91434" tIns="45717" rIns="91434" bIns="45717" numCol="1" anchor="t" anchorCtr="0" compatLnSpc="1"/>
          <a:lstStyle/>
          <a:p>
            <a:endParaRPr lang="zh-CN" altLang="en-US">
              <a:solidFill>
                <a:srgbClr val="294A5A"/>
              </a:solidFill>
            </a:endParaRPr>
          </a:p>
        </p:txBody>
      </p:sp>
      <p:sp>
        <p:nvSpPr>
          <p:cNvPr id="15" name="TextBox 14"/>
          <p:cNvSpPr txBox="1"/>
          <p:nvPr userDrawn="1"/>
        </p:nvSpPr>
        <p:spPr>
          <a:xfrm>
            <a:off x="11537052" y="116633"/>
            <a:ext cx="474797" cy="353937"/>
          </a:xfrm>
          <a:prstGeom prst="rect">
            <a:avLst/>
          </a:prstGeom>
          <a:noFill/>
        </p:spPr>
        <p:txBody>
          <a:bodyPr wrap="none" lIns="91434" tIns="45717" rIns="91434" bIns="45717" rtlCol="0">
            <a:spAutoFit/>
          </a:bodyPr>
          <a:lstStyle/>
          <a:p>
            <a:pPr algn="ctr"/>
            <a:fld id="{B879B013-EF15-44F9-9A4C-93BE492C244C}" type="slidenum">
              <a:rPr lang="zh-CN" altLang="en-US" sz="1700" smtClean="0">
                <a:solidFill>
                  <a:srgbClr val="FFFFFF"/>
                </a:solidFill>
                <a:latin typeface="微软雅黑" panose="020B0503020204020204" pitchFamily="34" charset="-122"/>
                <a:ea typeface="微软雅黑" panose="020B0503020204020204" pitchFamily="34" charset="-122"/>
              </a:rPr>
            </a:fld>
            <a:endParaRPr lang="zh-CN" altLang="en-US" sz="1700" dirty="0">
              <a:solidFill>
                <a:srgbClr val="FFFFFF"/>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p14:dur="10" advTm="9437"/>
    </mc:Choice>
    <mc:Fallback>
      <p:transition advTm="9437"/>
    </mc:Fallback>
  </mc:AlternateContent>
  <mc:AlternateContent xmlns:mc="http://schemas.openxmlformats.org/markup-compatibility/2006">
    <mc:Choice xmlns:p14="http://schemas.microsoft.com/office/powerpoint/2010/main"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afterEffect" p14:presetBounceEnd="33000">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14:bounceEnd="33000">
                                          <p:cBhvr additive="base">
                                            <p:cTn id="7" dur="300" fill="hold"/>
                                            <p:tgtEl>
                                              <p:spTgt spid="8"/>
                                            </p:tgtEl>
                                            <p:attrNameLst>
                                              <p:attrName>ppt_x</p:attrName>
                                            </p:attrNameLst>
                                          </p:cBhvr>
                                          <p:tavLst>
                                            <p:tav tm="0">
                                              <p:val>
                                                <p:strVal val="0-#ppt_w/2"/>
                                              </p:val>
                                            </p:tav>
                                            <p:tav tm="100000">
                                              <p:val>
                                                <p:strVal val="#ppt_x"/>
                                              </p:val>
                                            </p:tav>
                                          </p:tavLst>
                                        </p:anim>
                                        <p:anim calcmode="lin" valueType="num" p14:bounceEnd="33000">
                                          <p:cBhvr additive="base">
                                            <p:cTn id="8" dur="300" fill="hold"/>
                                            <p:tgtEl>
                                              <p:spTgt spid="8"/>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22" presetClass="entr" presetSubtype="8" fill="hold" grpId="0" nodeType="after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wipe(left)">
                                          <p:cBhvr>
                                            <p:cTn id="12" dur="300"/>
                                            <p:tgtEl>
                                              <p:spTgt spid="9"/>
                                            </p:tgtEl>
                                          </p:cBhvr>
                                        </p:animEffect>
                                      </p:childTnLst>
                                    </p:cTn>
                                  </p:par>
                                </p:childTnLst>
                              </p:cTn>
                            </p:par>
                            <p:par>
                              <p:cTn id="13" fill="hold">
                                <p:stCondLst>
                                  <p:cond delay="1000"/>
                                </p:stCondLst>
                                <p:childTnLst>
                                  <p:par>
                                    <p:cTn id="14" presetID="2" presetClass="entr" presetSubtype="2" fill="hold" grpId="0" nodeType="afterEffect" p14:presetBounceEnd="33000">
                                      <p:stCondLst>
                                        <p:cond delay="0"/>
                                      </p:stCondLst>
                                      <p:childTnLst>
                                        <p:set>
                                          <p:cBhvr>
                                            <p:cTn id="15" dur="1" fill="hold">
                                              <p:stCondLst>
                                                <p:cond delay="0"/>
                                              </p:stCondLst>
                                            </p:cTn>
                                            <p:tgtEl>
                                              <p:spTgt spid="10"/>
                                            </p:tgtEl>
                                            <p:attrNameLst>
                                              <p:attrName>style.visibility</p:attrName>
                                            </p:attrNameLst>
                                          </p:cBhvr>
                                          <p:to>
                                            <p:strVal val="visible"/>
                                          </p:to>
                                        </p:set>
                                        <p:anim calcmode="lin" valueType="num" p14:bounceEnd="33000">
                                          <p:cBhvr additive="base">
                                            <p:cTn id="16" dur="300" fill="hold"/>
                                            <p:tgtEl>
                                              <p:spTgt spid="10"/>
                                            </p:tgtEl>
                                            <p:attrNameLst>
                                              <p:attrName>ppt_x</p:attrName>
                                            </p:attrNameLst>
                                          </p:cBhvr>
                                          <p:tavLst>
                                            <p:tav tm="0">
                                              <p:val>
                                                <p:strVal val="1+#ppt_w/2"/>
                                              </p:val>
                                            </p:tav>
                                            <p:tav tm="100000">
                                              <p:val>
                                                <p:strVal val="#ppt_x"/>
                                              </p:val>
                                            </p:tav>
                                          </p:tavLst>
                                        </p:anim>
                                        <p:anim calcmode="lin" valueType="num" p14:bounceEnd="33000">
                                          <p:cBhvr additive="base">
                                            <p:cTn id="17" dur="300" fill="hold"/>
                                            <p:tgtEl>
                                              <p:spTgt spid="10"/>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P spid="10" grpId="0" animBg="1"/>
        </p:bldLst>
      </p:timing>
    </mc:Choice>
    <mc:Fallback>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after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300" fill="hold"/>
                                            <p:tgtEl>
                                              <p:spTgt spid="8"/>
                                            </p:tgtEl>
                                            <p:attrNameLst>
                                              <p:attrName>ppt_x</p:attrName>
                                            </p:attrNameLst>
                                          </p:cBhvr>
                                          <p:tavLst>
                                            <p:tav tm="0">
                                              <p:val>
                                                <p:strVal val="0-#ppt_w/2"/>
                                              </p:val>
                                            </p:tav>
                                            <p:tav tm="100000">
                                              <p:val>
                                                <p:strVal val="#ppt_x"/>
                                              </p:val>
                                            </p:tav>
                                          </p:tavLst>
                                        </p:anim>
                                        <p:anim calcmode="lin" valueType="num">
                                          <p:cBhvr additive="base">
                                            <p:cTn id="8" dur="300" fill="hold"/>
                                            <p:tgtEl>
                                              <p:spTgt spid="8"/>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22" presetClass="entr" presetSubtype="8" fill="hold" grpId="0" nodeType="after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wipe(left)">
                                          <p:cBhvr>
                                            <p:cTn id="12" dur="300"/>
                                            <p:tgtEl>
                                              <p:spTgt spid="9"/>
                                            </p:tgtEl>
                                          </p:cBhvr>
                                        </p:animEffect>
                                      </p:childTnLst>
                                    </p:cTn>
                                  </p:par>
                                </p:childTnLst>
                              </p:cTn>
                            </p:par>
                            <p:par>
                              <p:cTn id="13" fill="hold">
                                <p:stCondLst>
                                  <p:cond delay="1000"/>
                                </p:stCondLst>
                                <p:childTnLst>
                                  <p:par>
                                    <p:cTn id="14" presetID="2" presetClass="entr" presetSubtype="2" fill="hold" grpId="0" nodeType="afterEffect">
                                      <p:stCondLst>
                                        <p:cond delay="0"/>
                                      </p:stCondLst>
                                      <p:childTnLst>
                                        <p:set>
                                          <p:cBhvr>
                                            <p:cTn id="15" dur="1" fill="hold">
                                              <p:stCondLst>
                                                <p:cond delay="0"/>
                                              </p:stCondLst>
                                            </p:cTn>
                                            <p:tgtEl>
                                              <p:spTgt spid="10"/>
                                            </p:tgtEl>
                                            <p:attrNameLst>
                                              <p:attrName>style.visibility</p:attrName>
                                            </p:attrNameLst>
                                          </p:cBhvr>
                                          <p:to>
                                            <p:strVal val="visible"/>
                                          </p:to>
                                        </p:set>
                                        <p:anim calcmode="lin" valueType="num">
                                          <p:cBhvr additive="base">
                                            <p:cTn id="16" dur="300" fill="hold"/>
                                            <p:tgtEl>
                                              <p:spTgt spid="10"/>
                                            </p:tgtEl>
                                            <p:attrNameLst>
                                              <p:attrName>ppt_x</p:attrName>
                                            </p:attrNameLst>
                                          </p:cBhvr>
                                          <p:tavLst>
                                            <p:tav tm="0">
                                              <p:val>
                                                <p:strVal val="1+#ppt_w/2"/>
                                              </p:val>
                                            </p:tav>
                                            <p:tav tm="100000">
                                              <p:val>
                                                <p:strVal val="#ppt_x"/>
                                              </p:val>
                                            </p:tav>
                                          </p:tavLst>
                                        </p:anim>
                                        <p:anim calcmode="lin" valueType="num">
                                          <p:cBhvr additive="base">
                                            <p:cTn id="17" dur="300" fill="hold"/>
                                            <p:tgtEl>
                                              <p:spTgt spid="10"/>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P spid="10" grpId="0" animBg="1"/>
        </p:bldLst>
      </p:timing>
    </mc:Fallback>
  </mc:AlternateContent>
</p:sldLayout>
</file>

<file path=ppt/slideLayouts/slideLayout39.xml><?xml version="1.0" encoding="utf-8"?>
<p:sldLayout xmlns:a="http://schemas.openxmlformats.org/drawingml/2006/main" xmlns:r="http://schemas.openxmlformats.org/officeDocument/2006/relationships" xmlns:p="http://schemas.openxmlformats.org/presentationml/2006/main" type="secHead" preserve="1">
  <p:cSld name="节标题">
    <p:bg>
      <p:bgPr>
        <a:blipFill dpi="0" rotWithShape="1">
          <a:blip r:embed="rId2" cstate="print">
            <a:lum/>
          </a:blip>
          <a:srcRect/>
          <a:stretch>
            <a:fillRect/>
          </a:stretch>
        </a:blip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963614" y="4406901"/>
            <a:ext cx="10366375" cy="1362075"/>
          </a:xfrm>
        </p:spPr>
        <p:txBody>
          <a:bodyPr anchor="t"/>
          <a:lstStyle>
            <a:lvl1pPr algn="l">
              <a:defRPr sz="4000" b="1" cap="all">
                <a:solidFill>
                  <a:srgbClr val="F8F8F8"/>
                </a:solidFill>
              </a:defRPr>
            </a:lvl1pPr>
          </a:lstStyle>
          <a:p>
            <a:r>
              <a:rPr lang="zh-CN" altLang="en-US"/>
              <a:t>单击此处编辑母版标题样式</a:t>
            </a:r>
            <a:endParaRPr lang="zh-CN" altLang="en-US"/>
          </a:p>
        </p:txBody>
      </p:sp>
      <p:sp>
        <p:nvSpPr>
          <p:cNvPr id="3" name="文本占位符 2"/>
          <p:cNvSpPr>
            <a:spLocks noGrp="1"/>
          </p:cNvSpPr>
          <p:nvPr>
            <p:ph type="body" idx="1"/>
          </p:nvPr>
        </p:nvSpPr>
        <p:spPr>
          <a:xfrm>
            <a:off x="963614" y="2906713"/>
            <a:ext cx="10366375" cy="1500187"/>
          </a:xfrm>
        </p:spPr>
        <p:txBody>
          <a:bodyPr anchor="b"/>
          <a:lstStyle>
            <a:lvl1pPr marL="0" indent="0">
              <a:buNone/>
              <a:defRPr sz="2000">
                <a:solidFill>
                  <a:srgbClr val="F8F8F8"/>
                </a:solidFill>
              </a:defRPr>
            </a:lvl1pPr>
            <a:lvl2pPr marL="457200" indent="0">
              <a:buNone/>
              <a:defRPr sz="1700"/>
            </a:lvl2pPr>
            <a:lvl3pPr marL="914400" indent="0">
              <a:buNone/>
              <a:defRPr sz="1600"/>
            </a:lvl3pPr>
            <a:lvl4pPr marL="1371600" indent="0">
              <a:buNone/>
              <a:defRPr sz="1300"/>
            </a:lvl4pPr>
            <a:lvl5pPr marL="1828800" indent="0">
              <a:buNone/>
              <a:defRPr sz="1300"/>
            </a:lvl5pPr>
            <a:lvl6pPr marL="2286000" indent="0">
              <a:buNone/>
              <a:defRPr sz="1300"/>
            </a:lvl6pPr>
            <a:lvl7pPr marL="2743200" indent="0">
              <a:buNone/>
              <a:defRPr sz="1300"/>
            </a:lvl7pPr>
            <a:lvl8pPr marL="3200400" indent="0">
              <a:buNone/>
              <a:defRPr sz="1300"/>
            </a:lvl8pPr>
            <a:lvl9pPr marL="3657600" indent="0">
              <a:buNone/>
              <a:defRPr sz="1300"/>
            </a:lvl9pPr>
          </a:lstStyle>
          <a:p>
            <a:pPr lvl="0"/>
            <a:r>
              <a:rPr lang="zh-CN" altLang="en-US"/>
              <a:t>单击此处编辑母版文本样式</a:t>
            </a:r>
            <a:endParaRPr lang="zh-CN" altLang="en-US"/>
          </a:p>
        </p:txBody>
      </p:sp>
    </p:spTree>
  </p:cSld>
  <p:clrMapOvr>
    <a:masterClrMapping/>
  </p:clrMapOvr>
  <mc:AlternateContent xmlns:mc="http://schemas.openxmlformats.org/markup-compatibility/2006">
    <mc:Choice xmlns:p14="http://schemas.microsoft.com/office/powerpoint/2010/main" Requires="p14">
      <p:transition p14:dur="10" advTm="9437"/>
    </mc:Choice>
    <mc:Fallback>
      <p:transition advTm="9437"/>
    </mc:Fallback>
  </mc:AlternateContent>
</p:sldLayout>
</file>

<file path=ppt/slideLayouts/slideLayout40.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609599" y="1600201"/>
            <a:ext cx="5411788" cy="4525963"/>
          </a:xfrm>
        </p:spPr>
        <p:txBody>
          <a:bodyPr/>
          <a:lstStyle>
            <a:lvl1pPr>
              <a:defRPr sz="2800"/>
            </a:lvl1pPr>
            <a:lvl2pPr>
              <a:defRPr sz="2400"/>
            </a:lvl2pPr>
            <a:lvl3pPr>
              <a:defRPr sz="2000"/>
            </a:lvl3pPr>
            <a:lvl4pPr>
              <a:defRPr sz="1700"/>
            </a:lvl4pPr>
            <a:lvl5pPr>
              <a:defRPr sz="1700"/>
            </a:lvl5pPr>
            <a:lvl6pPr>
              <a:defRPr sz="1700"/>
            </a:lvl6pPr>
            <a:lvl7pPr>
              <a:defRPr sz="1700"/>
            </a:lvl7pPr>
            <a:lvl8pPr>
              <a:defRPr sz="1700"/>
            </a:lvl8pPr>
            <a:lvl9pPr>
              <a:defRPr sz="17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p:nvPr>
        </p:nvSpPr>
        <p:spPr>
          <a:xfrm>
            <a:off x="6173788" y="1600201"/>
            <a:ext cx="5413375" cy="4525963"/>
          </a:xfrm>
        </p:spPr>
        <p:txBody>
          <a:bodyPr/>
          <a:lstStyle>
            <a:lvl1pPr>
              <a:defRPr sz="2800"/>
            </a:lvl1pPr>
            <a:lvl2pPr>
              <a:defRPr sz="2400"/>
            </a:lvl2pPr>
            <a:lvl3pPr>
              <a:defRPr sz="2000"/>
            </a:lvl3pPr>
            <a:lvl4pPr>
              <a:defRPr sz="1700"/>
            </a:lvl4pPr>
            <a:lvl5pPr>
              <a:defRPr sz="1700"/>
            </a:lvl5pPr>
            <a:lvl6pPr>
              <a:defRPr sz="1700"/>
            </a:lvl6pPr>
            <a:lvl7pPr>
              <a:defRPr sz="1700"/>
            </a:lvl7pPr>
            <a:lvl8pPr>
              <a:defRPr sz="1700"/>
            </a:lvl8pPr>
            <a:lvl9pPr>
              <a:defRPr sz="17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pic>
        <p:nvPicPr>
          <p:cNvPr id="5" name="图片 13" descr="泰迪logo无底色.png"/>
          <p:cNvPicPr>
            <a:picLocks noChangeAspect="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601940" y="6309320"/>
            <a:ext cx="918092" cy="2425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mc:AlternateContent xmlns:mc="http://schemas.openxmlformats.org/markup-compatibility/2006">
    <mc:Choice xmlns:p14="http://schemas.microsoft.com/office/powerpoint/2010/main" Requires="p14">
      <p:transition p14:dur="10" advTm="9437"/>
    </mc:Choice>
    <mc:Fallback>
      <p:transition advTm="9437"/>
    </mc:Fallback>
  </mc:AlternateContent>
</p:sldLayout>
</file>

<file path=ppt/slideLayouts/slideLayout41.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09601" y="274637"/>
            <a:ext cx="10977563" cy="1143000"/>
          </a:xfrm>
        </p:spPr>
        <p:txBody>
          <a:bodyPr/>
          <a:lstStyle>
            <a:lvl1pPr>
              <a:defRPr/>
            </a:lvl1pPr>
          </a:lstStyle>
          <a:p>
            <a:r>
              <a:rPr lang="zh-CN" altLang="en-US"/>
              <a:t>单击此处编辑母版标题样式</a:t>
            </a:r>
            <a:endParaRPr lang="zh-CN" altLang="en-US"/>
          </a:p>
        </p:txBody>
      </p:sp>
      <p:sp>
        <p:nvSpPr>
          <p:cNvPr id="3" name="文本占位符 2"/>
          <p:cNvSpPr>
            <a:spLocks noGrp="1"/>
          </p:cNvSpPr>
          <p:nvPr>
            <p:ph type="body" idx="1"/>
          </p:nvPr>
        </p:nvSpPr>
        <p:spPr>
          <a:xfrm>
            <a:off x="609601" y="1535113"/>
            <a:ext cx="5389563" cy="639763"/>
          </a:xfrm>
        </p:spPr>
        <p:txBody>
          <a:bodyPr anchor="b"/>
          <a:lstStyle>
            <a:lvl1pPr marL="0" indent="0">
              <a:buNone/>
              <a:defRPr sz="2400" b="1"/>
            </a:lvl1pPr>
            <a:lvl2pPr marL="457200" indent="0">
              <a:buNone/>
              <a:defRPr sz="2000" b="1"/>
            </a:lvl2pPr>
            <a:lvl3pPr marL="914400" indent="0">
              <a:buNone/>
              <a:defRPr sz="17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609601" y="2174875"/>
            <a:ext cx="5389563" cy="3951288"/>
          </a:xfrm>
        </p:spPr>
        <p:txBody>
          <a:bodyPr/>
          <a:lstStyle>
            <a:lvl1pPr>
              <a:defRPr sz="2400"/>
            </a:lvl1pPr>
            <a:lvl2pPr>
              <a:defRPr sz="2000"/>
            </a:lvl2pPr>
            <a:lvl3pPr>
              <a:defRPr sz="17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p:nvPr>
        </p:nvSpPr>
        <p:spPr>
          <a:xfrm>
            <a:off x="6196013" y="1535113"/>
            <a:ext cx="5391151" cy="639763"/>
          </a:xfrm>
        </p:spPr>
        <p:txBody>
          <a:bodyPr anchor="b"/>
          <a:lstStyle>
            <a:lvl1pPr marL="0" indent="0">
              <a:buNone/>
              <a:defRPr sz="2400" b="1"/>
            </a:lvl1pPr>
            <a:lvl2pPr marL="457200" indent="0">
              <a:buNone/>
              <a:defRPr sz="2000" b="1"/>
            </a:lvl2pPr>
            <a:lvl3pPr marL="914400" indent="0">
              <a:buNone/>
              <a:defRPr sz="17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6196013" y="2174875"/>
            <a:ext cx="5391151" cy="3951288"/>
          </a:xfrm>
        </p:spPr>
        <p:txBody>
          <a:bodyPr/>
          <a:lstStyle>
            <a:lvl1pPr>
              <a:defRPr sz="2400"/>
            </a:lvl1pPr>
            <a:lvl2pPr>
              <a:defRPr sz="2000"/>
            </a:lvl2pPr>
            <a:lvl3pPr>
              <a:defRPr sz="17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Tree>
  </p:cSld>
  <p:clrMapOvr>
    <a:masterClrMapping/>
  </p:clrMapOvr>
  <mc:AlternateContent xmlns:mc="http://schemas.openxmlformats.org/markup-compatibility/2006">
    <mc:Choice xmlns:p14="http://schemas.microsoft.com/office/powerpoint/2010/main" Requires="p14">
      <p:transition p14:dur="10" advTm="9437"/>
    </mc:Choice>
    <mc:Fallback>
      <p:transition advTm="9437"/>
    </mc:Fallback>
  </mc:AlternateContent>
</p:sldLayout>
</file>

<file path=ppt/slideLayouts/slideLayout42.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Tree>
  </p:cSld>
  <p:clrMapOvr>
    <a:masterClrMapping/>
  </p:clrMapOvr>
  <mc:AlternateContent xmlns:mc="http://schemas.openxmlformats.org/markup-compatibility/2006">
    <mc:Choice xmlns:p14="http://schemas.microsoft.com/office/powerpoint/2010/main" Requires="p14">
      <p:transition p14:dur="10" advTm="9437"/>
    </mc:Choice>
    <mc:Fallback>
      <p:transition advTm="9437"/>
    </mc:Fallback>
  </mc:AlternateContent>
</p:sldLayout>
</file>

<file path=ppt/slideLayouts/slideLayout43.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p14="http://schemas.microsoft.com/office/powerpoint/2010/main" Requires="p14">
      <p:transition p14:dur="10" advTm="9437"/>
    </mc:Choice>
    <mc:Fallback>
      <p:transition advTm="9437"/>
    </mc:Fallback>
  </mc:AlternateContent>
</p:sldLayout>
</file>

<file path=ppt/slideLayouts/slideLayout44.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09600" y="273049"/>
            <a:ext cx="4013201" cy="1162051"/>
          </a:xfrm>
        </p:spPr>
        <p:txBody>
          <a:bodyPr anchor="b"/>
          <a:lstStyle>
            <a:lvl1pPr algn="l">
              <a:defRPr sz="2000" b="1"/>
            </a:lvl1pPr>
          </a:lstStyle>
          <a:p>
            <a:r>
              <a:rPr lang="zh-CN" altLang="en-US"/>
              <a:t>单击此处编辑母版标题样式</a:t>
            </a:r>
            <a:endParaRPr lang="zh-CN" altLang="en-US"/>
          </a:p>
        </p:txBody>
      </p:sp>
      <p:sp>
        <p:nvSpPr>
          <p:cNvPr id="3" name="内容占位符 2"/>
          <p:cNvSpPr>
            <a:spLocks noGrp="1"/>
          </p:cNvSpPr>
          <p:nvPr>
            <p:ph idx="1"/>
          </p:nvPr>
        </p:nvSpPr>
        <p:spPr>
          <a:xfrm>
            <a:off x="4768850" y="273052"/>
            <a:ext cx="6818313"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文本占位符 3"/>
          <p:cNvSpPr>
            <a:spLocks noGrp="1"/>
          </p:cNvSpPr>
          <p:nvPr>
            <p:ph type="body" sz="half" idx="2"/>
          </p:nvPr>
        </p:nvSpPr>
        <p:spPr>
          <a:xfrm>
            <a:off x="609600" y="1435102"/>
            <a:ext cx="4013201" cy="4691063"/>
          </a:xfrm>
        </p:spPr>
        <p:txBody>
          <a:bodyPr/>
          <a:lstStyle>
            <a:lvl1pPr marL="0" indent="0">
              <a:buNone/>
              <a:defRPr sz="1300"/>
            </a:lvl1pPr>
            <a:lvl2pPr marL="457200" indent="0">
              <a:buNone/>
              <a:defRPr sz="1200"/>
            </a:lvl2pPr>
            <a:lvl3pPr marL="914400" indent="0">
              <a:buNone/>
              <a:defRPr sz="9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Tree>
  </p:cSld>
  <p:clrMapOvr>
    <a:masterClrMapping/>
  </p:clrMapOvr>
  <mc:AlternateContent xmlns:mc="http://schemas.openxmlformats.org/markup-compatibility/2006">
    <mc:Choice xmlns:p14="http://schemas.microsoft.com/office/powerpoint/2010/main" Requires="p14">
      <p:transition p14:dur="10" advTm="9437"/>
    </mc:Choice>
    <mc:Fallback>
      <p:transition advTm="9437"/>
    </mc:Fallback>
  </mc:AlternateContent>
</p:sldLayout>
</file>

<file path=ppt/slideLayouts/slideLayout45.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2390775" y="4800600"/>
            <a:ext cx="7318375" cy="566739"/>
          </a:xfrm>
        </p:spPr>
        <p:txBody>
          <a:bodyPr anchor="b"/>
          <a:lstStyle>
            <a:lvl1pPr algn="l">
              <a:defRPr sz="2000" b="1"/>
            </a:lvl1pPr>
          </a:lstStyle>
          <a:p>
            <a:r>
              <a:rPr lang="zh-CN" altLang="en-US"/>
              <a:t>单击此处编辑母版标题样式</a:t>
            </a:r>
            <a:endParaRPr lang="zh-CN" altLang="en-US"/>
          </a:p>
        </p:txBody>
      </p:sp>
      <p:sp>
        <p:nvSpPr>
          <p:cNvPr id="3" name="图片占位符 2"/>
          <p:cNvSpPr>
            <a:spLocks noGrp="1"/>
          </p:cNvSpPr>
          <p:nvPr>
            <p:ph type="pic" idx="1"/>
          </p:nvPr>
        </p:nvSpPr>
        <p:spPr>
          <a:xfrm>
            <a:off x="2390775" y="612775"/>
            <a:ext cx="7318375"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2390775" y="5367338"/>
            <a:ext cx="7318375" cy="804863"/>
          </a:xfrm>
        </p:spPr>
        <p:txBody>
          <a:bodyPr/>
          <a:lstStyle>
            <a:lvl1pPr marL="0" indent="0">
              <a:buNone/>
              <a:defRPr sz="1300"/>
            </a:lvl1pPr>
            <a:lvl2pPr marL="457200" indent="0">
              <a:buNone/>
              <a:defRPr sz="1200"/>
            </a:lvl2pPr>
            <a:lvl3pPr marL="914400" indent="0">
              <a:buNone/>
              <a:defRPr sz="9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Tree>
  </p:cSld>
  <p:clrMapOvr>
    <a:masterClrMapping/>
  </p:clrMapOvr>
  <mc:AlternateContent xmlns:mc="http://schemas.openxmlformats.org/markup-compatibility/2006">
    <mc:Choice xmlns:p14="http://schemas.microsoft.com/office/powerpoint/2010/main" Requires="p14">
      <p:transition p14:dur="10" advTm="9437"/>
    </mc:Choice>
    <mc:Fallback>
      <p:transition advTm="9437"/>
    </mc:Fallback>
  </mc:AlternateContent>
</p:sldLayout>
</file>

<file path=ppt/slideLayouts/slideLayout46.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Tree>
  </p:cSld>
  <p:clrMapOvr>
    <a:masterClrMapping/>
  </p:clrMapOvr>
  <mc:AlternateContent xmlns:mc="http://schemas.openxmlformats.org/markup-compatibility/2006">
    <mc:Choice xmlns:p14="http://schemas.microsoft.com/office/powerpoint/2010/main" Requires="p14">
      <p:transition p14:dur="10" advTm="9437"/>
    </mc:Choice>
    <mc:Fallback>
      <p:transition advTm="9437"/>
    </mc:Fallback>
  </mc:AlternateContent>
</p:sldLayout>
</file>

<file path=ppt/slideLayouts/slideLayout47.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843963" y="908052"/>
            <a:ext cx="2743201" cy="5218113"/>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609601" y="908052"/>
            <a:ext cx="8081963" cy="5218113"/>
          </a:xfrm>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Tree>
  </p:cSld>
  <p:clrMapOvr>
    <a:masterClrMapping/>
  </p:clrMapOvr>
  <mc:AlternateContent xmlns:mc="http://schemas.openxmlformats.org/markup-compatibility/2006">
    <mc:Choice xmlns:p14="http://schemas.microsoft.com/office/powerpoint/2010/main" Requires="p14">
      <p:transition p14:dur="10" advTm="9437"/>
    </mc:Choice>
    <mc:Fallback>
      <p:transition advTm="9437"/>
    </mc:Fallback>
  </mc:AlternateContent>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showMasterSp="0" userDrawn="1">
  <p:cSld name="1_标题幻灯片">
    <p:spTree>
      <p:nvGrpSpPr>
        <p:cNvPr id="1" name=""/>
        <p:cNvGrpSpPr/>
        <p:nvPr/>
      </p:nvGrpSpPr>
      <p:grpSpPr>
        <a:xfrm>
          <a:off x="0" y="0"/>
          <a:ext cx="0" cy="0"/>
          <a:chOff x="0" y="0"/>
          <a:chExt cx="0" cy="0"/>
        </a:xfrm>
      </p:grpSpPr>
      <p:pic>
        <p:nvPicPr>
          <p:cNvPr id="4" name="Picture 2" descr="PPECLOGO-eff-0-1"/>
          <p:cNvPicPr>
            <a:picLocks noChangeAspect="1" noChangeArrowheads="1"/>
          </p:cNvPicPr>
          <p:nvPr userDrawn="1"/>
        </p:nvPicPr>
        <p:blipFill>
          <a:blip r:embed="rId2" cstate="screen"/>
          <a:srcRect/>
          <a:stretch>
            <a:fillRect/>
          </a:stretch>
        </p:blipFill>
        <p:spPr bwMode="auto">
          <a:xfrm>
            <a:off x="4146915" y="2886610"/>
            <a:ext cx="1060349" cy="798789"/>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3" descr="PPECLOGO-eff-0-2"/>
          <p:cNvPicPr>
            <a:picLocks noChangeAspect="1" noChangeArrowheads="1"/>
          </p:cNvPicPr>
          <p:nvPr userDrawn="1"/>
        </p:nvPicPr>
        <p:blipFill>
          <a:blip r:embed="rId3" cstate="screen"/>
          <a:srcRect/>
          <a:stretch>
            <a:fillRect/>
          </a:stretch>
        </p:blipFill>
        <p:spPr bwMode="auto">
          <a:xfrm>
            <a:off x="8430462" y="2758265"/>
            <a:ext cx="1096814" cy="838939"/>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4" descr="PPECLOGO-eff-0-3"/>
          <p:cNvPicPr>
            <a:picLocks noChangeAspect="1" noChangeArrowheads="1"/>
          </p:cNvPicPr>
          <p:nvPr userDrawn="1"/>
        </p:nvPicPr>
        <p:blipFill>
          <a:blip r:embed="rId4" cstate="print"/>
          <a:srcRect/>
          <a:stretch>
            <a:fillRect/>
          </a:stretch>
        </p:blipFill>
        <p:spPr bwMode="auto">
          <a:xfrm>
            <a:off x="1040451" y="1447780"/>
            <a:ext cx="3013732" cy="2376211"/>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5" descr="PPECLOGO-eff-0-1"/>
          <p:cNvPicPr>
            <a:picLocks noChangeAspect="1" noChangeArrowheads="1"/>
          </p:cNvPicPr>
          <p:nvPr userDrawn="1"/>
        </p:nvPicPr>
        <p:blipFill>
          <a:blip r:embed="rId5" cstate="screen"/>
          <a:srcRect/>
          <a:stretch>
            <a:fillRect/>
          </a:stretch>
        </p:blipFill>
        <p:spPr bwMode="auto">
          <a:xfrm>
            <a:off x="4467437" y="3771071"/>
            <a:ext cx="524127" cy="395616"/>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6" descr="PPECLOGO-eff-0-1"/>
          <p:cNvPicPr>
            <a:picLocks noChangeAspect="1" noChangeArrowheads="1"/>
          </p:cNvPicPr>
          <p:nvPr userDrawn="1"/>
        </p:nvPicPr>
        <p:blipFill>
          <a:blip r:embed="rId6" cstate="screen"/>
          <a:srcRect/>
          <a:stretch>
            <a:fillRect/>
          </a:stretch>
        </p:blipFill>
        <p:spPr bwMode="auto">
          <a:xfrm>
            <a:off x="7376341" y="2904247"/>
            <a:ext cx="401158" cy="302381"/>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8" descr="PPECLOGO-eff-0-2"/>
          <p:cNvPicPr>
            <a:picLocks noChangeAspect="1" noChangeArrowheads="1"/>
          </p:cNvPicPr>
          <p:nvPr userDrawn="1"/>
        </p:nvPicPr>
        <p:blipFill>
          <a:blip r:embed="rId7" cstate="screen"/>
          <a:srcRect/>
          <a:stretch>
            <a:fillRect/>
          </a:stretch>
        </p:blipFill>
        <p:spPr bwMode="auto">
          <a:xfrm>
            <a:off x="5277818" y="2574150"/>
            <a:ext cx="981731" cy="750913"/>
          </a:xfrm>
          <a:prstGeom prst="rect">
            <a:avLst/>
          </a:prstGeom>
          <a:noFill/>
          <a:extLst>
            <a:ext uri="{909E8E84-426E-40DD-AFC4-6F175D3DCCD1}">
              <a14:hiddenFill xmlns:a14="http://schemas.microsoft.com/office/drawing/2010/main">
                <a:solidFill>
                  <a:srgbClr val="FFFFFF"/>
                </a:solidFill>
              </a14:hiddenFill>
            </a:ext>
          </a:extLst>
        </p:spPr>
      </p:pic>
      <p:pic>
        <p:nvPicPr>
          <p:cNvPr id="10" name="Picture 9" descr="PPECLOGO-eff-5-4"/>
          <p:cNvPicPr>
            <a:picLocks noChangeAspect="1" noChangeArrowheads="1"/>
          </p:cNvPicPr>
          <p:nvPr userDrawn="1"/>
        </p:nvPicPr>
        <p:blipFill>
          <a:blip r:embed="rId8" cstate="print"/>
          <a:srcRect/>
          <a:stretch>
            <a:fillRect/>
          </a:stretch>
        </p:blipFill>
        <p:spPr bwMode="auto">
          <a:xfrm>
            <a:off x="3261942" y="3206629"/>
            <a:ext cx="1477636" cy="1123849"/>
          </a:xfrm>
          <a:prstGeom prst="rect">
            <a:avLst/>
          </a:prstGeom>
          <a:noFill/>
          <a:extLst>
            <a:ext uri="{909E8E84-426E-40DD-AFC4-6F175D3DCCD1}">
              <a14:hiddenFill xmlns:a14="http://schemas.microsoft.com/office/drawing/2010/main">
                <a:solidFill>
                  <a:srgbClr val="FFFFFF"/>
                </a:solidFill>
              </a14:hiddenFill>
            </a:ext>
          </a:extLst>
        </p:spPr>
      </p:pic>
      <p:pic>
        <p:nvPicPr>
          <p:cNvPr id="11" name="Picture 10" descr="PPECLOGO-eff-5-2"/>
          <p:cNvPicPr>
            <a:picLocks noChangeAspect="1" noChangeArrowheads="1"/>
          </p:cNvPicPr>
          <p:nvPr userDrawn="1"/>
        </p:nvPicPr>
        <p:blipFill>
          <a:blip r:embed="rId9" cstate="print"/>
          <a:srcRect/>
          <a:stretch>
            <a:fillRect/>
          </a:stretch>
        </p:blipFill>
        <p:spPr bwMode="auto">
          <a:xfrm>
            <a:off x="5352404" y="3446015"/>
            <a:ext cx="1834444" cy="1436309"/>
          </a:xfrm>
          <a:prstGeom prst="rect">
            <a:avLst/>
          </a:prstGeom>
          <a:noFill/>
          <a:extLst>
            <a:ext uri="{909E8E84-426E-40DD-AFC4-6F175D3DCCD1}">
              <a14:hiddenFill xmlns:a14="http://schemas.microsoft.com/office/drawing/2010/main">
                <a:solidFill>
                  <a:srgbClr val="FFFFFF"/>
                </a:solidFill>
              </a14:hiddenFill>
            </a:ext>
          </a:extLst>
        </p:spPr>
      </p:pic>
      <p:pic>
        <p:nvPicPr>
          <p:cNvPr id="12" name="Picture 11" descr="PPECLOGO-eff-5-4"/>
          <p:cNvPicPr>
            <a:picLocks noChangeAspect="1" noChangeArrowheads="1"/>
          </p:cNvPicPr>
          <p:nvPr userDrawn="1"/>
        </p:nvPicPr>
        <p:blipFill>
          <a:blip r:embed="rId10" cstate="screen"/>
          <a:srcRect/>
          <a:stretch>
            <a:fillRect/>
          </a:stretch>
        </p:blipFill>
        <p:spPr bwMode="auto">
          <a:xfrm>
            <a:off x="9886102" y="2725339"/>
            <a:ext cx="1116793" cy="851707"/>
          </a:xfrm>
          <a:prstGeom prst="rect">
            <a:avLst/>
          </a:prstGeom>
          <a:noFill/>
          <a:extLst>
            <a:ext uri="{909E8E84-426E-40DD-AFC4-6F175D3DCCD1}">
              <a14:hiddenFill xmlns:a14="http://schemas.microsoft.com/office/drawing/2010/main">
                <a:solidFill>
                  <a:srgbClr val="FFFFFF"/>
                </a:solidFill>
              </a14:hiddenFill>
            </a:ext>
          </a:extLst>
        </p:spPr>
      </p:pic>
      <p:pic>
        <p:nvPicPr>
          <p:cNvPr id="13" name="Picture 12" descr="PPECLOGO-eff-0-1"/>
          <p:cNvPicPr>
            <a:picLocks noChangeAspect="1" noChangeArrowheads="1"/>
          </p:cNvPicPr>
          <p:nvPr userDrawn="1"/>
        </p:nvPicPr>
        <p:blipFill>
          <a:blip r:embed="rId11" cstate="screen"/>
          <a:srcRect/>
          <a:stretch>
            <a:fillRect/>
          </a:stretch>
        </p:blipFill>
        <p:spPr bwMode="auto">
          <a:xfrm>
            <a:off x="7942801" y="3624922"/>
            <a:ext cx="522112" cy="393095"/>
          </a:xfrm>
          <a:prstGeom prst="rect">
            <a:avLst/>
          </a:prstGeom>
          <a:noFill/>
          <a:extLst>
            <a:ext uri="{909E8E84-426E-40DD-AFC4-6F175D3DCCD1}">
              <a14:hiddenFill xmlns:a14="http://schemas.microsoft.com/office/drawing/2010/main">
                <a:solidFill>
                  <a:srgbClr val="FFFFFF"/>
                </a:solidFill>
              </a14:hiddenFill>
            </a:ext>
          </a:extLst>
        </p:spPr>
      </p:pic>
      <p:pic>
        <p:nvPicPr>
          <p:cNvPr id="14" name="Picture 13" descr="PPECLOGO-eff-0-1"/>
          <p:cNvPicPr>
            <a:picLocks noChangeAspect="1" noChangeArrowheads="1"/>
          </p:cNvPicPr>
          <p:nvPr userDrawn="1"/>
        </p:nvPicPr>
        <p:blipFill>
          <a:blip r:embed="rId11" cstate="screen"/>
          <a:srcRect/>
          <a:stretch>
            <a:fillRect/>
          </a:stretch>
        </p:blipFill>
        <p:spPr bwMode="auto">
          <a:xfrm>
            <a:off x="11254879" y="2365002"/>
            <a:ext cx="522111" cy="393095"/>
          </a:xfrm>
          <a:prstGeom prst="rect">
            <a:avLst/>
          </a:prstGeom>
          <a:noFill/>
          <a:extLst>
            <a:ext uri="{909E8E84-426E-40DD-AFC4-6F175D3DCCD1}">
              <a14:hiddenFill xmlns:a14="http://schemas.microsoft.com/office/drawing/2010/main">
                <a:solidFill>
                  <a:srgbClr val="FFFFFF"/>
                </a:solidFill>
              </a14:hiddenFill>
            </a:ext>
          </a:extLst>
        </p:spPr>
      </p:pic>
      <p:pic>
        <p:nvPicPr>
          <p:cNvPr id="15" name="Picture 14" descr="PPECLOGO-eff2-1-2"/>
          <p:cNvPicPr>
            <a:picLocks noChangeAspect="1" noChangeArrowheads="1"/>
          </p:cNvPicPr>
          <p:nvPr userDrawn="1"/>
        </p:nvPicPr>
        <p:blipFill>
          <a:blip r:embed="rId12" cstate="print"/>
          <a:srcRect/>
          <a:stretch>
            <a:fillRect/>
          </a:stretch>
        </p:blipFill>
        <p:spPr bwMode="auto">
          <a:xfrm>
            <a:off x="2054437" y="2795895"/>
            <a:ext cx="1697366" cy="1428749"/>
          </a:xfrm>
          <a:prstGeom prst="rect">
            <a:avLst/>
          </a:prstGeom>
          <a:noFill/>
          <a:extLst>
            <a:ext uri="{909E8E84-426E-40DD-AFC4-6F175D3DCCD1}">
              <a14:hiddenFill xmlns:a14="http://schemas.microsoft.com/office/drawing/2010/main">
                <a:solidFill>
                  <a:srgbClr val="FFFFFF"/>
                </a:solidFill>
              </a14:hiddenFill>
            </a:ext>
          </a:extLst>
        </p:spPr>
      </p:pic>
      <p:pic>
        <p:nvPicPr>
          <p:cNvPr id="16" name="Picture 15" descr="PPECLOGO-eff2-1-3"/>
          <p:cNvPicPr>
            <a:picLocks noChangeAspect="1" noChangeArrowheads="1"/>
          </p:cNvPicPr>
          <p:nvPr userDrawn="1"/>
        </p:nvPicPr>
        <p:blipFill>
          <a:blip r:embed="rId13" cstate="print"/>
          <a:srcRect/>
          <a:stretch>
            <a:fillRect/>
          </a:stretch>
        </p:blipFill>
        <p:spPr bwMode="auto">
          <a:xfrm>
            <a:off x="3983627" y="2785815"/>
            <a:ext cx="437445" cy="365376"/>
          </a:xfrm>
          <a:prstGeom prst="rect">
            <a:avLst/>
          </a:prstGeom>
          <a:noFill/>
          <a:extLst>
            <a:ext uri="{909E8E84-426E-40DD-AFC4-6F175D3DCCD1}">
              <a14:hiddenFill xmlns:a14="http://schemas.microsoft.com/office/drawing/2010/main">
                <a:solidFill>
                  <a:srgbClr val="FFFFFF"/>
                </a:solidFill>
              </a14:hiddenFill>
            </a:ext>
          </a:extLst>
        </p:spPr>
      </p:pic>
      <p:pic>
        <p:nvPicPr>
          <p:cNvPr id="17" name="Picture 16" descr="PPECLOGO-eff2-1-4"/>
          <p:cNvPicPr>
            <a:picLocks noChangeAspect="1" noChangeArrowheads="1"/>
          </p:cNvPicPr>
          <p:nvPr userDrawn="1"/>
        </p:nvPicPr>
        <p:blipFill>
          <a:blip r:embed="rId14" cstate="print"/>
          <a:srcRect/>
          <a:stretch>
            <a:fillRect/>
          </a:stretch>
        </p:blipFill>
        <p:spPr bwMode="auto">
          <a:xfrm>
            <a:off x="8519341" y="3325061"/>
            <a:ext cx="703540" cy="587123"/>
          </a:xfrm>
          <a:prstGeom prst="rect">
            <a:avLst/>
          </a:prstGeom>
          <a:noFill/>
          <a:extLst>
            <a:ext uri="{909E8E84-426E-40DD-AFC4-6F175D3DCCD1}">
              <a14:hiddenFill xmlns:a14="http://schemas.microsoft.com/office/drawing/2010/main">
                <a:solidFill>
                  <a:srgbClr val="FFFFFF"/>
                </a:solidFill>
              </a14:hiddenFill>
            </a:ext>
          </a:extLst>
        </p:spPr>
      </p:pic>
      <p:pic>
        <p:nvPicPr>
          <p:cNvPr id="18" name="Picture 17" descr="PPECLOGO-eff2-1-3"/>
          <p:cNvPicPr>
            <a:picLocks noChangeAspect="1" noChangeArrowheads="1"/>
          </p:cNvPicPr>
          <p:nvPr userDrawn="1"/>
        </p:nvPicPr>
        <p:blipFill>
          <a:blip r:embed="rId13" cstate="print"/>
          <a:srcRect/>
          <a:stretch>
            <a:fillRect/>
          </a:stretch>
        </p:blipFill>
        <p:spPr bwMode="auto">
          <a:xfrm>
            <a:off x="9239009" y="2909286"/>
            <a:ext cx="360841" cy="302381"/>
          </a:xfrm>
          <a:prstGeom prst="rect">
            <a:avLst/>
          </a:prstGeom>
          <a:noFill/>
          <a:extLst>
            <a:ext uri="{909E8E84-426E-40DD-AFC4-6F175D3DCCD1}">
              <a14:hiddenFill xmlns:a14="http://schemas.microsoft.com/office/drawing/2010/main">
                <a:solidFill>
                  <a:srgbClr val="FFFFFF"/>
                </a:solidFill>
              </a14:hiddenFill>
            </a:ext>
          </a:extLst>
        </p:spPr>
      </p:pic>
      <p:pic>
        <p:nvPicPr>
          <p:cNvPr id="19" name="Picture 18" descr="PPECLOGO-eff2-1-3"/>
          <p:cNvPicPr>
            <a:picLocks noChangeAspect="1" noChangeArrowheads="1"/>
          </p:cNvPicPr>
          <p:nvPr userDrawn="1"/>
        </p:nvPicPr>
        <p:blipFill>
          <a:blip r:embed="rId13" cstate="print"/>
          <a:srcRect/>
          <a:stretch>
            <a:fillRect/>
          </a:stretch>
        </p:blipFill>
        <p:spPr bwMode="auto">
          <a:xfrm>
            <a:off x="9744990" y="3446014"/>
            <a:ext cx="282222" cy="236865"/>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mc:AlternateContent xmlns:mc="http://schemas.openxmlformats.org/markup-compatibility/2006">
    <mc:Choice xmlns:p14="http://schemas.microsoft.com/office/powerpoint/2010/main" Requires="p14">
      <p:transition p14:dur="10" advTm="9437"/>
    </mc:Choice>
    <mc:Fallback>
      <p:transition advTm="9437"/>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500"/>
                                        <p:tgtEl>
                                          <p:spTgt spid="10"/>
                                        </p:tgtEl>
                                      </p:cBhvr>
                                    </p:animEffect>
                                  </p:childTnLst>
                                </p:cTn>
                              </p:par>
                              <p:par>
                                <p:cTn id="8" presetID="10" presetClass="entr" presetSubtype="0" fill="hold" nodeType="withEffect">
                                  <p:stCondLst>
                                    <p:cond delay="0"/>
                                  </p:stCondLst>
                                  <p:childTnLst>
                                    <p:set>
                                      <p:cBhvr>
                                        <p:cTn id="9" dur="1" fill="hold">
                                          <p:stCondLst>
                                            <p:cond delay="0"/>
                                          </p:stCondLst>
                                        </p:cTn>
                                        <p:tgtEl>
                                          <p:spTgt spid="7"/>
                                        </p:tgtEl>
                                        <p:attrNameLst>
                                          <p:attrName>style.visibility</p:attrName>
                                        </p:attrNameLst>
                                      </p:cBhvr>
                                      <p:to>
                                        <p:strVal val="visible"/>
                                      </p:to>
                                    </p:set>
                                    <p:animEffect transition="in" filter="fade">
                                      <p:cBhvr>
                                        <p:cTn id="10" dur="500"/>
                                        <p:tgtEl>
                                          <p:spTgt spid="7"/>
                                        </p:tgtEl>
                                      </p:cBhvr>
                                    </p:animEffect>
                                  </p:childTnLst>
                                </p:cTn>
                              </p:par>
                              <p:par>
                                <p:cTn id="11" presetID="10" presetClass="entr" presetSubtype="0" fill="hold" nodeType="with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fade">
                                      <p:cBhvr>
                                        <p:cTn id="13" dur="500"/>
                                        <p:tgtEl>
                                          <p:spTgt spid="6"/>
                                        </p:tgtEl>
                                      </p:cBhvr>
                                    </p:animEffect>
                                  </p:childTnLst>
                                </p:cTn>
                              </p:par>
                              <p:par>
                                <p:cTn id="14" presetID="10" presetClass="entr" presetSubtype="0" fill="hold" nodeType="withEffect">
                                  <p:stCondLst>
                                    <p:cond delay="0"/>
                                  </p:stCondLst>
                                  <p:childTnLst>
                                    <p:set>
                                      <p:cBhvr>
                                        <p:cTn id="15" dur="1" fill="hold">
                                          <p:stCondLst>
                                            <p:cond delay="0"/>
                                          </p:stCondLst>
                                        </p:cTn>
                                        <p:tgtEl>
                                          <p:spTgt spid="4"/>
                                        </p:tgtEl>
                                        <p:attrNameLst>
                                          <p:attrName>style.visibility</p:attrName>
                                        </p:attrNameLst>
                                      </p:cBhvr>
                                      <p:to>
                                        <p:strVal val="visible"/>
                                      </p:to>
                                    </p:set>
                                    <p:animEffect transition="in" filter="fade">
                                      <p:cBhvr>
                                        <p:cTn id="16" dur="500"/>
                                        <p:tgtEl>
                                          <p:spTgt spid="4"/>
                                        </p:tgtEl>
                                      </p:cBhvr>
                                    </p:animEffect>
                                  </p:childTnLst>
                                </p:cTn>
                              </p:par>
                              <p:par>
                                <p:cTn id="17" presetID="10" presetClass="entr" presetSubtype="0" fill="hold" nodeType="withEffect">
                                  <p:stCondLst>
                                    <p:cond delay="0"/>
                                  </p:stCondLst>
                                  <p:childTnLst>
                                    <p:set>
                                      <p:cBhvr>
                                        <p:cTn id="18" dur="1" fill="hold">
                                          <p:stCondLst>
                                            <p:cond delay="0"/>
                                          </p:stCondLst>
                                        </p:cTn>
                                        <p:tgtEl>
                                          <p:spTgt spid="9"/>
                                        </p:tgtEl>
                                        <p:attrNameLst>
                                          <p:attrName>style.visibility</p:attrName>
                                        </p:attrNameLst>
                                      </p:cBhvr>
                                      <p:to>
                                        <p:strVal val="visible"/>
                                      </p:to>
                                    </p:set>
                                    <p:animEffect transition="in" filter="fade">
                                      <p:cBhvr>
                                        <p:cTn id="19" dur="500"/>
                                        <p:tgtEl>
                                          <p:spTgt spid="9"/>
                                        </p:tgtEl>
                                      </p:cBhvr>
                                    </p:animEffect>
                                  </p:childTnLst>
                                </p:cTn>
                              </p:par>
                              <p:par>
                                <p:cTn id="20" presetID="10" presetClass="entr" presetSubtype="0" fill="hold" nodeType="with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fade">
                                      <p:cBhvr>
                                        <p:cTn id="22" dur="500"/>
                                        <p:tgtEl>
                                          <p:spTgt spid="11"/>
                                        </p:tgtEl>
                                      </p:cBhvr>
                                    </p:animEffect>
                                  </p:childTnLst>
                                </p:cTn>
                              </p:par>
                              <p:par>
                                <p:cTn id="23" presetID="10" presetClass="entr" presetSubtype="0" fill="hold" nodeType="withEffect">
                                  <p:stCondLst>
                                    <p:cond delay="0"/>
                                  </p:stCondLst>
                                  <p:childTnLst>
                                    <p:set>
                                      <p:cBhvr>
                                        <p:cTn id="24" dur="1" fill="hold">
                                          <p:stCondLst>
                                            <p:cond delay="0"/>
                                          </p:stCondLst>
                                        </p:cTn>
                                        <p:tgtEl>
                                          <p:spTgt spid="13"/>
                                        </p:tgtEl>
                                        <p:attrNameLst>
                                          <p:attrName>style.visibility</p:attrName>
                                        </p:attrNameLst>
                                      </p:cBhvr>
                                      <p:to>
                                        <p:strVal val="visible"/>
                                      </p:to>
                                    </p:set>
                                    <p:animEffect transition="in" filter="fade">
                                      <p:cBhvr>
                                        <p:cTn id="25" dur="500"/>
                                        <p:tgtEl>
                                          <p:spTgt spid="13"/>
                                        </p:tgtEl>
                                      </p:cBhvr>
                                    </p:animEffect>
                                  </p:childTnLst>
                                </p:cTn>
                              </p:par>
                              <p:par>
                                <p:cTn id="26" presetID="10" presetClass="entr" presetSubtype="0" fill="hold" nodeType="withEffect">
                                  <p:stCondLst>
                                    <p:cond delay="0"/>
                                  </p:stCondLst>
                                  <p:childTnLst>
                                    <p:set>
                                      <p:cBhvr>
                                        <p:cTn id="27" dur="1" fill="hold">
                                          <p:stCondLst>
                                            <p:cond delay="0"/>
                                          </p:stCondLst>
                                        </p:cTn>
                                        <p:tgtEl>
                                          <p:spTgt spid="5"/>
                                        </p:tgtEl>
                                        <p:attrNameLst>
                                          <p:attrName>style.visibility</p:attrName>
                                        </p:attrNameLst>
                                      </p:cBhvr>
                                      <p:to>
                                        <p:strVal val="visible"/>
                                      </p:to>
                                    </p:set>
                                    <p:animEffect transition="in" filter="fade">
                                      <p:cBhvr>
                                        <p:cTn id="28" dur="500"/>
                                        <p:tgtEl>
                                          <p:spTgt spid="5"/>
                                        </p:tgtEl>
                                      </p:cBhvr>
                                    </p:animEffect>
                                  </p:childTnLst>
                                </p:cTn>
                              </p:par>
                              <p:par>
                                <p:cTn id="29" presetID="10" presetClass="entr" presetSubtype="0" fill="hold" nodeType="withEffect">
                                  <p:stCondLst>
                                    <p:cond delay="0"/>
                                  </p:stCondLst>
                                  <p:childTnLst>
                                    <p:set>
                                      <p:cBhvr>
                                        <p:cTn id="30" dur="1" fill="hold">
                                          <p:stCondLst>
                                            <p:cond delay="0"/>
                                          </p:stCondLst>
                                        </p:cTn>
                                        <p:tgtEl>
                                          <p:spTgt spid="12"/>
                                        </p:tgtEl>
                                        <p:attrNameLst>
                                          <p:attrName>style.visibility</p:attrName>
                                        </p:attrNameLst>
                                      </p:cBhvr>
                                      <p:to>
                                        <p:strVal val="visible"/>
                                      </p:to>
                                    </p:set>
                                    <p:animEffect transition="in" filter="fade">
                                      <p:cBhvr>
                                        <p:cTn id="31" dur="500"/>
                                        <p:tgtEl>
                                          <p:spTgt spid="12"/>
                                        </p:tgtEl>
                                      </p:cBhvr>
                                    </p:animEffect>
                                  </p:childTnLst>
                                </p:cTn>
                              </p:par>
                              <p:par>
                                <p:cTn id="32" presetID="10" presetClass="entr" presetSubtype="0" fill="hold" nodeType="withEffect">
                                  <p:stCondLst>
                                    <p:cond delay="0"/>
                                  </p:stCondLst>
                                  <p:childTnLst>
                                    <p:set>
                                      <p:cBhvr>
                                        <p:cTn id="33" dur="1" fill="hold">
                                          <p:stCondLst>
                                            <p:cond delay="0"/>
                                          </p:stCondLst>
                                        </p:cTn>
                                        <p:tgtEl>
                                          <p:spTgt spid="8"/>
                                        </p:tgtEl>
                                        <p:attrNameLst>
                                          <p:attrName>style.visibility</p:attrName>
                                        </p:attrNameLst>
                                      </p:cBhvr>
                                      <p:to>
                                        <p:strVal val="visible"/>
                                      </p:to>
                                    </p:set>
                                    <p:animEffect transition="in" filter="fade">
                                      <p:cBhvr>
                                        <p:cTn id="34" dur="500"/>
                                        <p:tgtEl>
                                          <p:spTgt spid="8"/>
                                        </p:tgtEl>
                                      </p:cBhvr>
                                    </p:animEffect>
                                  </p:childTnLst>
                                </p:cTn>
                              </p:par>
                              <p:par>
                                <p:cTn id="35" presetID="10" presetClass="entr" presetSubtype="0" fill="hold" nodeType="withEffect">
                                  <p:stCondLst>
                                    <p:cond delay="0"/>
                                  </p:stCondLst>
                                  <p:childTnLst>
                                    <p:set>
                                      <p:cBhvr>
                                        <p:cTn id="36" dur="1" fill="hold">
                                          <p:stCondLst>
                                            <p:cond delay="0"/>
                                          </p:stCondLst>
                                        </p:cTn>
                                        <p:tgtEl>
                                          <p:spTgt spid="14"/>
                                        </p:tgtEl>
                                        <p:attrNameLst>
                                          <p:attrName>style.visibility</p:attrName>
                                        </p:attrNameLst>
                                      </p:cBhvr>
                                      <p:to>
                                        <p:strVal val="visible"/>
                                      </p:to>
                                    </p:set>
                                    <p:animEffect transition="in" filter="fade">
                                      <p:cBhvr>
                                        <p:cTn id="37" dur="500"/>
                                        <p:tgtEl>
                                          <p:spTgt spid="14"/>
                                        </p:tgtEl>
                                      </p:cBhvr>
                                    </p:animEffect>
                                  </p:childTnLst>
                                </p:cTn>
                              </p:par>
                              <p:par>
                                <p:cTn id="38" presetID="35" presetClass="path" presetSubtype="0" fill="hold" nodeType="withEffect">
                                  <p:stCondLst>
                                    <p:cond delay="0"/>
                                  </p:stCondLst>
                                  <p:childTnLst>
                                    <p:animMotion origin="layout" path="M 0 0  L -0.25 0  E" pathEditMode="relative" rAng="0" ptsTypes="">
                                      <p:cBhvr>
                                        <p:cTn id="39" dur="3000" fill="hold"/>
                                        <p:tgtEl>
                                          <p:spTgt spid="12"/>
                                        </p:tgtEl>
                                        <p:attrNameLst>
                                          <p:attrName>ppt_x</p:attrName>
                                          <p:attrName>ppt_y</p:attrName>
                                        </p:attrNameLst>
                                      </p:cBhvr>
                                      <p:rCtr x="0" y="0"/>
                                    </p:animMotion>
                                  </p:childTnLst>
                                </p:cTn>
                              </p:par>
                              <p:par>
                                <p:cTn id="40" presetID="35" presetClass="path" presetSubtype="0" fill="hold" nodeType="withEffect">
                                  <p:stCondLst>
                                    <p:cond delay="0"/>
                                  </p:stCondLst>
                                  <p:childTnLst>
                                    <p:animMotion origin="layout" path="M 4.16667E-6 3.33333E-6 L -0.31632 3.33333E-6 " pathEditMode="relative" rAng="0" ptsTypes="AA">
                                      <p:cBhvr>
                                        <p:cTn id="41" dur="3000" fill="hold"/>
                                        <p:tgtEl>
                                          <p:spTgt spid="5"/>
                                        </p:tgtEl>
                                        <p:attrNameLst>
                                          <p:attrName>ppt_x</p:attrName>
                                          <p:attrName>ppt_y</p:attrName>
                                        </p:attrNameLst>
                                      </p:cBhvr>
                                      <p:rCtr x="-15816" y="0"/>
                                    </p:animMotion>
                                  </p:childTnLst>
                                </p:cTn>
                              </p:par>
                              <p:par>
                                <p:cTn id="42" presetID="35" presetClass="path" presetSubtype="0" fill="hold" nodeType="withEffect">
                                  <p:stCondLst>
                                    <p:cond delay="0"/>
                                  </p:stCondLst>
                                  <p:childTnLst>
                                    <p:animMotion origin="layout" path="M 0.00504 -1.85185E-6 L -0.46684 -1.85185E-6 " pathEditMode="relative" rAng="0" ptsTypes="AA">
                                      <p:cBhvr>
                                        <p:cTn id="43" dur="3000" fill="hold"/>
                                        <p:tgtEl>
                                          <p:spTgt spid="8"/>
                                        </p:tgtEl>
                                        <p:attrNameLst>
                                          <p:attrName>ppt_x</p:attrName>
                                          <p:attrName>ppt_y</p:attrName>
                                        </p:attrNameLst>
                                      </p:cBhvr>
                                      <p:rCtr x="-23594" y="0"/>
                                    </p:animMotion>
                                  </p:childTnLst>
                                </p:cTn>
                              </p:par>
                              <p:par>
                                <p:cTn id="44" presetID="35" presetClass="path" presetSubtype="0" fill="hold" nodeType="withEffect">
                                  <p:stCondLst>
                                    <p:cond delay="0"/>
                                  </p:stCondLst>
                                  <p:childTnLst>
                                    <p:animMotion origin="layout" path="M -3.05556E-6 1.11111E-6 L -0.19531 1.11111E-6 " pathEditMode="relative" rAng="0" ptsTypes="AA">
                                      <p:cBhvr>
                                        <p:cTn id="45" dur="3000" fill="hold"/>
                                        <p:tgtEl>
                                          <p:spTgt spid="9"/>
                                        </p:tgtEl>
                                        <p:attrNameLst>
                                          <p:attrName>ppt_x</p:attrName>
                                          <p:attrName>ppt_y</p:attrName>
                                        </p:attrNameLst>
                                      </p:cBhvr>
                                      <p:rCtr x="-9774" y="0"/>
                                    </p:animMotion>
                                  </p:childTnLst>
                                </p:cTn>
                              </p:par>
                              <p:par>
                                <p:cTn id="46" presetID="35" presetClass="path" presetSubtype="0" fill="hold" nodeType="withEffect">
                                  <p:stCondLst>
                                    <p:cond delay="0"/>
                                  </p:stCondLst>
                                  <p:childTnLst>
                                    <p:animMotion origin="layout" path="M 5.55556E-7 2.59259E-6 L -0.43594 2.59259E-6 " pathEditMode="relative" rAng="0" ptsTypes="AA">
                                      <p:cBhvr>
                                        <p:cTn id="47" dur="3000" fill="hold"/>
                                        <p:tgtEl>
                                          <p:spTgt spid="7"/>
                                        </p:tgtEl>
                                        <p:attrNameLst>
                                          <p:attrName>ppt_x</p:attrName>
                                          <p:attrName>ppt_y</p:attrName>
                                        </p:attrNameLst>
                                      </p:cBhvr>
                                      <p:rCtr x="-21806" y="0"/>
                                    </p:animMotion>
                                  </p:childTnLst>
                                </p:cTn>
                              </p:par>
                              <p:par>
                                <p:cTn id="48" presetID="35" presetClass="path" presetSubtype="0" fill="hold" nodeType="withEffect">
                                  <p:stCondLst>
                                    <p:cond delay="0"/>
                                  </p:stCondLst>
                                  <p:childTnLst>
                                    <p:animMotion origin="layout" path="M 3.05556E-6 -1.85185E-6 L -0.33577 -1.85185E-6 " pathEditMode="relative" rAng="0" ptsTypes="AA">
                                      <p:cBhvr>
                                        <p:cTn id="49" dur="3000" fill="hold"/>
                                        <p:tgtEl>
                                          <p:spTgt spid="4"/>
                                        </p:tgtEl>
                                        <p:attrNameLst>
                                          <p:attrName>ppt_x</p:attrName>
                                          <p:attrName>ppt_y</p:attrName>
                                        </p:attrNameLst>
                                      </p:cBhvr>
                                      <p:rCtr x="-16788" y="0"/>
                                    </p:animMotion>
                                  </p:childTnLst>
                                </p:cTn>
                              </p:par>
                              <p:par>
                                <p:cTn id="50" presetID="35" presetClass="path" presetSubtype="0" fill="hold" nodeType="withEffect">
                                  <p:stCondLst>
                                    <p:cond delay="0"/>
                                  </p:stCondLst>
                                  <p:childTnLst>
                                    <p:animMotion origin="layout" path="M 1.66667E-6 -1.85185E-6 L -0.57188 -1.85185E-6 " pathEditMode="relative" rAng="0" ptsTypes="AA">
                                      <p:cBhvr>
                                        <p:cTn id="51" dur="3000" fill="hold"/>
                                        <p:tgtEl>
                                          <p:spTgt spid="13"/>
                                        </p:tgtEl>
                                        <p:attrNameLst>
                                          <p:attrName>ppt_x</p:attrName>
                                          <p:attrName>ppt_y</p:attrName>
                                        </p:attrNameLst>
                                      </p:cBhvr>
                                      <p:rCtr x="-28594" y="0"/>
                                    </p:animMotion>
                                  </p:childTnLst>
                                </p:cTn>
                              </p:par>
                              <p:par>
                                <p:cTn id="52" presetID="35" presetClass="path" presetSubtype="0" fill="hold" nodeType="withEffect">
                                  <p:stCondLst>
                                    <p:cond delay="0"/>
                                  </p:stCondLst>
                                  <p:childTnLst>
                                    <p:animMotion origin="layout" path="M 1.66667E-6 -1.85185E-6 L -0.57188 -1.85185E-6 " pathEditMode="relative" rAng="0" ptsTypes="AA">
                                      <p:cBhvr>
                                        <p:cTn id="53" dur="3000" fill="hold"/>
                                        <p:tgtEl>
                                          <p:spTgt spid="14"/>
                                        </p:tgtEl>
                                        <p:attrNameLst>
                                          <p:attrName>ppt_x</p:attrName>
                                          <p:attrName>ppt_y</p:attrName>
                                        </p:attrNameLst>
                                      </p:cBhvr>
                                      <p:rCtr x="-28594" y="0"/>
                                    </p:animMotion>
                                  </p:childTnLst>
                                </p:cTn>
                              </p:par>
                              <p:par>
                                <p:cTn id="54" presetID="63" presetClass="path" presetSubtype="0" fill="hold" nodeType="withEffect">
                                  <p:stCondLst>
                                    <p:cond delay="0"/>
                                  </p:stCondLst>
                                  <p:childTnLst>
                                    <p:animMotion origin="layout" path="M 5.55556E-7 2.59259E-6 L 0.43906 2.59259E-6 " pathEditMode="relative" rAng="0" ptsTypes="AA">
                                      <p:cBhvr>
                                        <p:cTn id="55" dur="3000" fill="hold"/>
                                        <p:tgtEl>
                                          <p:spTgt spid="11"/>
                                        </p:tgtEl>
                                        <p:attrNameLst>
                                          <p:attrName>ppt_x</p:attrName>
                                          <p:attrName>ppt_y</p:attrName>
                                        </p:attrNameLst>
                                      </p:cBhvr>
                                      <p:rCtr x="21944" y="0"/>
                                    </p:animMotion>
                                  </p:childTnLst>
                                </p:cTn>
                              </p:par>
                              <p:par>
                                <p:cTn id="56" presetID="63" presetClass="path" presetSubtype="0" fill="hold" nodeType="withEffect">
                                  <p:stCondLst>
                                    <p:cond delay="0"/>
                                  </p:stCondLst>
                                  <p:childTnLst>
                                    <p:animMotion origin="layout" path="M -1.38889E-6 2.96296E-6 L 0.62813 2.96296E-6 " pathEditMode="relative" rAng="0" ptsTypes="AA">
                                      <p:cBhvr>
                                        <p:cTn id="57" dur="3000" fill="hold"/>
                                        <p:tgtEl>
                                          <p:spTgt spid="10"/>
                                        </p:tgtEl>
                                        <p:attrNameLst>
                                          <p:attrName>ppt_x</p:attrName>
                                          <p:attrName>ppt_y</p:attrName>
                                        </p:attrNameLst>
                                      </p:cBhvr>
                                      <p:rCtr x="31406" y="0"/>
                                    </p:animMotion>
                                  </p:childTnLst>
                                </p:cTn>
                              </p:par>
                              <p:par>
                                <p:cTn id="58" presetID="63" presetClass="path" presetSubtype="0" fill="hold" nodeType="withEffect">
                                  <p:stCondLst>
                                    <p:cond delay="0"/>
                                  </p:stCondLst>
                                  <p:childTnLst>
                                    <p:animMotion origin="layout" path="M 2.77778E-6 -2.96296E-6 L 0.42465 -2.96296E-6 " pathEditMode="relative" rAng="0" ptsTypes="AA">
                                      <p:cBhvr>
                                        <p:cTn id="59" dur="3000" fill="hold"/>
                                        <p:tgtEl>
                                          <p:spTgt spid="6"/>
                                        </p:tgtEl>
                                        <p:attrNameLst>
                                          <p:attrName>ppt_x</p:attrName>
                                          <p:attrName>ppt_y</p:attrName>
                                        </p:attrNameLst>
                                      </p:cBhvr>
                                      <p:rCtr x="21233" y="0"/>
                                    </p:animMotion>
                                  </p:childTnLst>
                                </p:cTn>
                              </p:par>
                              <p:par>
                                <p:cTn id="60" presetID="10" presetClass="exit" presetSubtype="0" fill="hold" nodeType="withEffect">
                                  <p:stCondLst>
                                    <p:cond delay="2500"/>
                                  </p:stCondLst>
                                  <p:childTnLst>
                                    <p:animEffect transition="out" filter="fade">
                                      <p:cBhvr>
                                        <p:cTn id="61" dur="500"/>
                                        <p:tgtEl>
                                          <p:spTgt spid="10"/>
                                        </p:tgtEl>
                                      </p:cBhvr>
                                    </p:animEffect>
                                    <p:set>
                                      <p:cBhvr>
                                        <p:cTn id="62" dur="1" fill="hold">
                                          <p:stCondLst>
                                            <p:cond delay="499"/>
                                          </p:stCondLst>
                                        </p:cTn>
                                        <p:tgtEl>
                                          <p:spTgt spid="10"/>
                                        </p:tgtEl>
                                        <p:attrNameLst>
                                          <p:attrName>style.visibility</p:attrName>
                                        </p:attrNameLst>
                                      </p:cBhvr>
                                      <p:to>
                                        <p:strVal val="hidden"/>
                                      </p:to>
                                    </p:set>
                                  </p:childTnLst>
                                </p:cTn>
                              </p:par>
                              <p:par>
                                <p:cTn id="63" presetID="10" presetClass="exit" presetSubtype="0" fill="hold" nodeType="withEffect">
                                  <p:stCondLst>
                                    <p:cond delay="2500"/>
                                  </p:stCondLst>
                                  <p:childTnLst>
                                    <p:animEffect transition="out" filter="fade">
                                      <p:cBhvr>
                                        <p:cTn id="64" dur="500"/>
                                        <p:tgtEl>
                                          <p:spTgt spid="11"/>
                                        </p:tgtEl>
                                      </p:cBhvr>
                                    </p:animEffect>
                                    <p:set>
                                      <p:cBhvr>
                                        <p:cTn id="65" dur="1" fill="hold">
                                          <p:stCondLst>
                                            <p:cond delay="499"/>
                                          </p:stCondLst>
                                        </p:cTn>
                                        <p:tgtEl>
                                          <p:spTgt spid="11"/>
                                        </p:tgtEl>
                                        <p:attrNameLst>
                                          <p:attrName>style.visibility</p:attrName>
                                        </p:attrNameLst>
                                      </p:cBhvr>
                                      <p:to>
                                        <p:strVal val="hidden"/>
                                      </p:to>
                                    </p:set>
                                  </p:childTnLst>
                                </p:cTn>
                              </p:par>
                              <p:par>
                                <p:cTn id="66" presetID="10" presetClass="exit" presetSubtype="0" fill="hold" nodeType="withEffect">
                                  <p:stCondLst>
                                    <p:cond delay="2500"/>
                                  </p:stCondLst>
                                  <p:childTnLst>
                                    <p:animEffect transition="out" filter="fade">
                                      <p:cBhvr>
                                        <p:cTn id="67" dur="500"/>
                                        <p:tgtEl>
                                          <p:spTgt spid="13"/>
                                        </p:tgtEl>
                                      </p:cBhvr>
                                    </p:animEffect>
                                    <p:set>
                                      <p:cBhvr>
                                        <p:cTn id="68" dur="1" fill="hold">
                                          <p:stCondLst>
                                            <p:cond delay="499"/>
                                          </p:stCondLst>
                                        </p:cTn>
                                        <p:tgtEl>
                                          <p:spTgt spid="13"/>
                                        </p:tgtEl>
                                        <p:attrNameLst>
                                          <p:attrName>style.visibility</p:attrName>
                                        </p:attrNameLst>
                                      </p:cBhvr>
                                      <p:to>
                                        <p:strVal val="hidden"/>
                                      </p:to>
                                    </p:set>
                                  </p:childTnLst>
                                </p:cTn>
                              </p:par>
                              <p:par>
                                <p:cTn id="69" presetID="10" presetClass="exit" presetSubtype="0" fill="hold" nodeType="withEffect">
                                  <p:stCondLst>
                                    <p:cond delay="2500"/>
                                  </p:stCondLst>
                                  <p:childTnLst>
                                    <p:animEffect transition="out" filter="fade">
                                      <p:cBhvr>
                                        <p:cTn id="70" dur="500"/>
                                        <p:tgtEl>
                                          <p:spTgt spid="7"/>
                                        </p:tgtEl>
                                      </p:cBhvr>
                                    </p:animEffect>
                                    <p:set>
                                      <p:cBhvr>
                                        <p:cTn id="71" dur="1" fill="hold">
                                          <p:stCondLst>
                                            <p:cond delay="499"/>
                                          </p:stCondLst>
                                        </p:cTn>
                                        <p:tgtEl>
                                          <p:spTgt spid="7"/>
                                        </p:tgtEl>
                                        <p:attrNameLst>
                                          <p:attrName>style.visibility</p:attrName>
                                        </p:attrNameLst>
                                      </p:cBhvr>
                                      <p:to>
                                        <p:strVal val="hidden"/>
                                      </p:to>
                                    </p:set>
                                  </p:childTnLst>
                                </p:cTn>
                              </p:par>
                              <p:par>
                                <p:cTn id="72" presetID="10" presetClass="exit" presetSubtype="0" fill="hold" nodeType="withEffect">
                                  <p:stCondLst>
                                    <p:cond delay="2500"/>
                                  </p:stCondLst>
                                  <p:childTnLst>
                                    <p:animEffect transition="out" filter="fade">
                                      <p:cBhvr>
                                        <p:cTn id="73" dur="500"/>
                                        <p:tgtEl>
                                          <p:spTgt spid="9"/>
                                        </p:tgtEl>
                                      </p:cBhvr>
                                    </p:animEffect>
                                    <p:set>
                                      <p:cBhvr>
                                        <p:cTn id="74" dur="1" fill="hold">
                                          <p:stCondLst>
                                            <p:cond delay="499"/>
                                          </p:stCondLst>
                                        </p:cTn>
                                        <p:tgtEl>
                                          <p:spTgt spid="9"/>
                                        </p:tgtEl>
                                        <p:attrNameLst>
                                          <p:attrName>style.visibility</p:attrName>
                                        </p:attrNameLst>
                                      </p:cBhvr>
                                      <p:to>
                                        <p:strVal val="hidden"/>
                                      </p:to>
                                    </p:set>
                                  </p:childTnLst>
                                </p:cTn>
                              </p:par>
                              <p:par>
                                <p:cTn id="75" presetID="10" presetClass="exit" presetSubtype="0" fill="hold" nodeType="withEffect">
                                  <p:stCondLst>
                                    <p:cond delay="2500"/>
                                  </p:stCondLst>
                                  <p:childTnLst>
                                    <p:animEffect transition="out" filter="fade">
                                      <p:cBhvr>
                                        <p:cTn id="76" dur="500"/>
                                        <p:tgtEl>
                                          <p:spTgt spid="5"/>
                                        </p:tgtEl>
                                      </p:cBhvr>
                                    </p:animEffect>
                                    <p:set>
                                      <p:cBhvr>
                                        <p:cTn id="77" dur="1" fill="hold">
                                          <p:stCondLst>
                                            <p:cond delay="499"/>
                                          </p:stCondLst>
                                        </p:cTn>
                                        <p:tgtEl>
                                          <p:spTgt spid="5"/>
                                        </p:tgtEl>
                                        <p:attrNameLst>
                                          <p:attrName>style.visibility</p:attrName>
                                        </p:attrNameLst>
                                      </p:cBhvr>
                                      <p:to>
                                        <p:strVal val="hidden"/>
                                      </p:to>
                                    </p:set>
                                  </p:childTnLst>
                                </p:cTn>
                              </p:par>
                              <p:par>
                                <p:cTn id="78" presetID="10" presetClass="exit" presetSubtype="0" fill="hold" nodeType="withEffect">
                                  <p:stCondLst>
                                    <p:cond delay="2500"/>
                                  </p:stCondLst>
                                  <p:childTnLst>
                                    <p:animEffect transition="out" filter="fade">
                                      <p:cBhvr>
                                        <p:cTn id="79" dur="500"/>
                                        <p:tgtEl>
                                          <p:spTgt spid="12"/>
                                        </p:tgtEl>
                                      </p:cBhvr>
                                    </p:animEffect>
                                    <p:set>
                                      <p:cBhvr>
                                        <p:cTn id="80" dur="1" fill="hold">
                                          <p:stCondLst>
                                            <p:cond delay="499"/>
                                          </p:stCondLst>
                                        </p:cTn>
                                        <p:tgtEl>
                                          <p:spTgt spid="12"/>
                                        </p:tgtEl>
                                        <p:attrNameLst>
                                          <p:attrName>style.visibility</p:attrName>
                                        </p:attrNameLst>
                                      </p:cBhvr>
                                      <p:to>
                                        <p:strVal val="hidden"/>
                                      </p:to>
                                    </p:set>
                                  </p:childTnLst>
                                </p:cTn>
                              </p:par>
                              <p:par>
                                <p:cTn id="81" presetID="10" presetClass="exit" presetSubtype="0" fill="hold" nodeType="withEffect">
                                  <p:stCondLst>
                                    <p:cond delay="2500"/>
                                  </p:stCondLst>
                                  <p:childTnLst>
                                    <p:animEffect transition="out" filter="fade">
                                      <p:cBhvr>
                                        <p:cTn id="82" dur="500"/>
                                        <p:tgtEl>
                                          <p:spTgt spid="14"/>
                                        </p:tgtEl>
                                      </p:cBhvr>
                                    </p:animEffect>
                                    <p:set>
                                      <p:cBhvr>
                                        <p:cTn id="83" dur="1" fill="hold">
                                          <p:stCondLst>
                                            <p:cond delay="499"/>
                                          </p:stCondLst>
                                        </p:cTn>
                                        <p:tgtEl>
                                          <p:spTgt spid="14"/>
                                        </p:tgtEl>
                                        <p:attrNameLst>
                                          <p:attrName>style.visibility</p:attrName>
                                        </p:attrNameLst>
                                      </p:cBhvr>
                                      <p:to>
                                        <p:strVal val="hidden"/>
                                      </p:to>
                                    </p:set>
                                  </p:childTnLst>
                                </p:cTn>
                              </p:par>
                              <p:par>
                                <p:cTn id="84" presetID="10" presetClass="exit" presetSubtype="0" fill="hold" nodeType="withEffect">
                                  <p:stCondLst>
                                    <p:cond delay="2500"/>
                                  </p:stCondLst>
                                  <p:childTnLst>
                                    <p:animEffect transition="out" filter="fade">
                                      <p:cBhvr>
                                        <p:cTn id="85" dur="500"/>
                                        <p:tgtEl>
                                          <p:spTgt spid="6"/>
                                        </p:tgtEl>
                                      </p:cBhvr>
                                    </p:animEffect>
                                    <p:set>
                                      <p:cBhvr>
                                        <p:cTn id="86" dur="1" fill="hold">
                                          <p:stCondLst>
                                            <p:cond delay="499"/>
                                          </p:stCondLst>
                                        </p:cTn>
                                        <p:tgtEl>
                                          <p:spTgt spid="6"/>
                                        </p:tgtEl>
                                        <p:attrNameLst>
                                          <p:attrName>style.visibility</p:attrName>
                                        </p:attrNameLst>
                                      </p:cBhvr>
                                      <p:to>
                                        <p:strVal val="hidden"/>
                                      </p:to>
                                    </p:set>
                                  </p:childTnLst>
                                </p:cTn>
                              </p:par>
                              <p:par>
                                <p:cTn id="87" presetID="10" presetClass="exit" presetSubtype="0" fill="hold" nodeType="withEffect">
                                  <p:stCondLst>
                                    <p:cond delay="2500"/>
                                  </p:stCondLst>
                                  <p:childTnLst>
                                    <p:animEffect transition="out" filter="fade">
                                      <p:cBhvr>
                                        <p:cTn id="88" dur="500"/>
                                        <p:tgtEl>
                                          <p:spTgt spid="4"/>
                                        </p:tgtEl>
                                      </p:cBhvr>
                                    </p:animEffect>
                                    <p:set>
                                      <p:cBhvr>
                                        <p:cTn id="89" dur="1" fill="hold">
                                          <p:stCondLst>
                                            <p:cond delay="499"/>
                                          </p:stCondLst>
                                        </p:cTn>
                                        <p:tgtEl>
                                          <p:spTgt spid="4"/>
                                        </p:tgtEl>
                                        <p:attrNameLst>
                                          <p:attrName>style.visibility</p:attrName>
                                        </p:attrNameLst>
                                      </p:cBhvr>
                                      <p:to>
                                        <p:strVal val="hidden"/>
                                      </p:to>
                                    </p:set>
                                  </p:childTnLst>
                                </p:cTn>
                              </p:par>
                              <p:par>
                                <p:cTn id="90" presetID="10" presetClass="exit" presetSubtype="0" fill="hold" nodeType="withEffect">
                                  <p:stCondLst>
                                    <p:cond delay="2500"/>
                                  </p:stCondLst>
                                  <p:childTnLst>
                                    <p:animEffect transition="out" filter="fade">
                                      <p:cBhvr>
                                        <p:cTn id="91" dur="500"/>
                                        <p:tgtEl>
                                          <p:spTgt spid="8"/>
                                        </p:tgtEl>
                                      </p:cBhvr>
                                    </p:animEffect>
                                    <p:set>
                                      <p:cBhvr>
                                        <p:cTn id="92" dur="1" fill="hold">
                                          <p:stCondLst>
                                            <p:cond delay="499"/>
                                          </p:stCondLst>
                                        </p:cTn>
                                        <p:tgtEl>
                                          <p:spTgt spid="8"/>
                                        </p:tgtEl>
                                        <p:attrNameLst>
                                          <p:attrName>style.visibility</p:attrName>
                                        </p:attrNameLst>
                                      </p:cBhvr>
                                      <p:to>
                                        <p:strVal val="hidden"/>
                                      </p:to>
                                    </p:set>
                                  </p:childTnLst>
                                </p:cTn>
                              </p:par>
                              <p:par>
                                <p:cTn id="93" presetID="10" presetClass="entr" presetSubtype="0" fill="hold" nodeType="withEffect">
                                  <p:stCondLst>
                                    <p:cond delay="0"/>
                                  </p:stCondLst>
                                  <p:childTnLst>
                                    <p:set>
                                      <p:cBhvr>
                                        <p:cTn id="94" dur="1" fill="hold">
                                          <p:stCondLst>
                                            <p:cond delay="0"/>
                                          </p:stCondLst>
                                        </p:cTn>
                                        <p:tgtEl>
                                          <p:spTgt spid="15"/>
                                        </p:tgtEl>
                                        <p:attrNameLst>
                                          <p:attrName>style.visibility</p:attrName>
                                        </p:attrNameLst>
                                      </p:cBhvr>
                                      <p:to>
                                        <p:strVal val="visible"/>
                                      </p:to>
                                    </p:set>
                                    <p:animEffect transition="in" filter="fade">
                                      <p:cBhvr>
                                        <p:cTn id="95" dur="100"/>
                                        <p:tgtEl>
                                          <p:spTgt spid="15"/>
                                        </p:tgtEl>
                                      </p:cBhvr>
                                    </p:animEffect>
                                  </p:childTnLst>
                                </p:cTn>
                              </p:par>
                              <p:par>
                                <p:cTn id="96" presetID="10" presetClass="entr" presetSubtype="0" fill="hold" nodeType="withEffect">
                                  <p:stCondLst>
                                    <p:cond delay="600"/>
                                  </p:stCondLst>
                                  <p:childTnLst>
                                    <p:set>
                                      <p:cBhvr>
                                        <p:cTn id="97" dur="1" fill="hold">
                                          <p:stCondLst>
                                            <p:cond delay="0"/>
                                          </p:stCondLst>
                                        </p:cTn>
                                        <p:tgtEl>
                                          <p:spTgt spid="16"/>
                                        </p:tgtEl>
                                        <p:attrNameLst>
                                          <p:attrName>style.visibility</p:attrName>
                                        </p:attrNameLst>
                                      </p:cBhvr>
                                      <p:to>
                                        <p:strVal val="visible"/>
                                      </p:to>
                                    </p:set>
                                    <p:animEffect transition="in" filter="fade">
                                      <p:cBhvr>
                                        <p:cTn id="98" dur="100"/>
                                        <p:tgtEl>
                                          <p:spTgt spid="16"/>
                                        </p:tgtEl>
                                      </p:cBhvr>
                                    </p:animEffect>
                                  </p:childTnLst>
                                </p:cTn>
                              </p:par>
                              <p:par>
                                <p:cTn id="99" presetID="10" presetClass="entr" presetSubtype="0" fill="hold" nodeType="withEffect">
                                  <p:stCondLst>
                                    <p:cond delay="200"/>
                                  </p:stCondLst>
                                  <p:childTnLst>
                                    <p:set>
                                      <p:cBhvr>
                                        <p:cTn id="100" dur="1" fill="hold">
                                          <p:stCondLst>
                                            <p:cond delay="0"/>
                                          </p:stCondLst>
                                        </p:cTn>
                                        <p:tgtEl>
                                          <p:spTgt spid="17"/>
                                        </p:tgtEl>
                                        <p:attrNameLst>
                                          <p:attrName>style.visibility</p:attrName>
                                        </p:attrNameLst>
                                      </p:cBhvr>
                                      <p:to>
                                        <p:strVal val="visible"/>
                                      </p:to>
                                    </p:set>
                                    <p:animEffect transition="in" filter="fade">
                                      <p:cBhvr>
                                        <p:cTn id="101" dur="100"/>
                                        <p:tgtEl>
                                          <p:spTgt spid="17"/>
                                        </p:tgtEl>
                                      </p:cBhvr>
                                    </p:animEffect>
                                  </p:childTnLst>
                                </p:cTn>
                              </p:par>
                              <p:par>
                                <p:cTn id="102" presetID="10" presetClass="entr" presetSubtype="0" fill="hold" nodeType="withEffect">
                                  <p:stCondLst>
                                    <p:cond delay="1800"/>
                                  </p:stCondLst>
                                  <p:childTnLst>
                                    <p:set>
                                      <p:cBhvr>
                                        <p:cTn id="103" dur="1" fill="hold">
                                          <p:stCondLst>
                                            <p:cond delay="0"/>
                                          </p:stCondLst>
                                        </p:cTn>
                                        <p:tgtEl>
                                          <p:spTgt spid="18"/>
                                        </p:tgtEl>
                                        <p:attrNameLst>
                                          <p:attrName>style.visibility</p:attrName>
                                        </p:attrNameLst>
                                      </p:cBhvr>
                                      <p:to>
                                        <p:strVal val="visible"/>
                                      </p:to>
                                    </p:set>
                                    <p:animEffect transition="in" filter="fade">
                                      <p:cBhvr>
                                        <p:cTn id="104" dur="100"/>
                                        <p:tgtEl>
                                          <p:spTgt spid="18"/>
                                        </p:tgtEl>
                                      </p:cBhvr>
                                    </p:animEffect>
                                  </p:childTnLst>
                                </p:cTn>
                              </p:par>
                              <p:par>
                                <p:cTn id="105" presetID="10" presetClass="entr" presetSubtype="0" fill="hold" nodeType="withEffect">
                                  <p:stCondLst>
                                    <p:cond delay="2200"/>
                                  </p:stCondLst>
                                  <p:childTnLst>
                                    <p:set>
                                      <p:cBhvr>
                                        <p:cTn id="106" dur="1" fill="hold">
                                          <p:stCondLst>
                                            <p:cond delay="0"/>
                                          </p:stCondLst>
                                        </p:cTn>
                                        <p:tgtEl>
                                          <p:spTgt spid="19"/>
                                        </p:tgtEl>
                                        <p:attrNameLst>
                                          <p:attrName>style.visibility</p:attrName>
                                        </p:attrNameLst>
                                      </p:cBhvr>
                                      <p:to>
                                        <p:strVal val="visible"/>
                                      </p:to>
                                    </p:set>
                                    <p:animEffect transition="in" filter="fade">
                                      <p:cBhvr>
                                        <p:cTn id="107" dur="100"/>
                                        <p:tgtEl>
                                          <p:spTgt spid="19"/>
                                        </p:tgtEl>
                                      </p:cBhvr>
                                    </p:animEffect>
                                  </p:childTnLst>
                                </p:cTn>
                              </p:par>
                              <p:par>
                                <p:cTn id="108" presetID="53" presetClass="exit" presetSubtype="16" fill="hold" nodeType="withEffect">
                                  <p:stCondLst>
                                    <p:cond delay="100"/>
                                  </p:stCondLst>
                                  <p:childTnLst>
                                    <p:anim calcmode="lin" valueType="num">
                                      <p:cBhvr>
                                        <p:cTn id="109" dur="1000"/>
                                        <p:tgtEl>
                                          <p:spTgt spid="15"/>
                                        </p:tgtEl>
                                        <p:attrNameLst>
                                          <p:attrName>ppt_w</p:attrName>
                                        </p:attrNameLst>
                                      </p:cBhvr>
                                      <p:tavLst>
                                        <p:tav tm="0">
                                          <p:val>
                                            <p:strVal val="ppt_w"/>
                                          </p:val>
                                        </p:tav>
                                        <p:tav tm="100000">
                                          <p:val>
                                            <p:fltVal val="0"/>
                                          </p:val>
                                        </p:tav>
                                      </p:tavLst>
                                    </p:anim>
                                    <p:anim calcmode="lin" valueType="num">
                                      <p:cBhvr>
                                        <p:cTn id="110" dur="1000"/>
                                        <p:tgtEl>
                                          <p:spTgt spid="15"/>
                                        </p:tgtEl>
                                        <p:attrNameLst>
                                          <p:attrName>ppt_h</p:attrName>
                                        </p:attrNameLst>
                                      </p:cBhvr>
                                      <p:tavLst>
                                        <p:tav tm="0">
                                          <p:val>
                                            <p:strVal val="ppt_h"/>
                                          </p:val>
                                        </p:tav>
                                        <p:tav tm="100000">
                                          <p:val>
                                            <p:fltVal val="0"/>
                                          </p:val>
                                        </p:tav>
                                      </p:tavLst>
                                    </p:anim>
                                    <p:animEffect transition="out" filter="fade">
                                      <p:cBhvr>
                                        <p:cTn id="111" dur="1000"/>
                                        <p:tgtEl>
                                          <p:spTgt spid="15"/>
                                        </p:tgtEl>
                                      </p:cBhvr>
                                    </p:animEffect>
                                    <p:set>
                                      <p:cBhvr>
                                        <p:cTn id="112" dur="1" fill="hold">
                                          <p:stCondLst>
                                            <p:cond delay="999"/>
                                          </p:stCondLst>
                                        </p:cTn>
                                        <p:tgtEl>
                                          <p:spTgt spid="15"/>
                                        </p:tgtEl>
                                        <p:attrNameLst>
                                          <p:attrName>style.visibility</p:attrName>
                                        </p:attrNameLst>
                                      </p:cBhvr>
                                      <p:to>
                                        <p:strVal val="hidden"/>
                                      </p:to>
                                    </p:set>
                                  </p:childTnLst>
                                </p:cTn>
                              </p:par>
                              <p:par>
                                <p:cTn id="113" presetID="53" presetClass="exit" presetSubtype="16" fill="hold" nodeType="withEffect">
                                  <p:stCondLst>
                                    <p:cond delay="700"/>
                                  </p:stCondLst>
                                  <p:childTnLst>
                                    <p:anim calcmode="lin" valueType="num">
                                      <p:cBhvr>
                                        <p:cTn id="114" dur="500"/>
                                        <p:tgtEl>
                                          <p:spTgt spid="16"/>
                                        </p:tgtEl>
                                        <p:attrNameLst>
                                          <p:attrName>ppt_w</p:attrName>
                                        </p:attrNameLst>
                                      </p:cBhvr>
                                      <p:tavLst>
                                        <p:tav tm="0">
                                          <p:val>
                                            <p:strVal val="ppt_w"/>
                                          </p:val>
                                        </p:tav>
                                        <p:tav tm="100000">
                                          <p:val>
                                            <p:fltVal val="0"/>
                                          </p:val>
                                        </p:tav>
                                      </p:tavLst>
                                    </p:anim>
                                    <p:anim calcmode="lin" valueType="num">
                                      <p:cBhvr>
                                        <p:cTn id="115" dur="500"/>
                                        <p:tgtEl>
                                          <p:spTgt spid="16"/>
                                        </p:tgtEl>
                                        <p:attrNameLst>
                                          <p:attrName>ppt_h</p:attrName>
                                        </p:attrNameLst>
                                      </p:cBhvr>
                                      <p:tavLst>
                                        <p:tav tm="0">
                                          <p:val>
                                            <p:strVal val="ppt_h"/>
                                          </p:val>
                                        </p:tav>
                                        <p:tav tm="100000">
                                          <p:val>
                                            <p:fltVal val="0"/>
                                          </p:val>
                                        </p:tav>
                                      </p:tavLst>
                                    </p:anim>
                                    <p:animEffect transition="out" filter="fade">
                                      <p:cBhvr>
                                        <p:cTn id="116" dur="500"/>
                                        <p:tgtEl>
                                          <p:spTgt spid="16"/>
                                        </p:tgtEl>
                                      </p:cBhvr>
                                    </p:animEffect>
                                    <p:set>
                                      <p:cBhvr>
                                        <p:cTn id="117" dur="1" fill="hold">
                                          <p:stCondLst>
                                            <p:cond delay="499"/>
                                          </p:stCondLst>
                                        </p:cTn>
                                        <p:tgtEl>
                                          <p:spTgt spid="16"/>
                                        </p:tgtEl>
                                        <p:attrNameLst>
                                          <p:attrName>style.visibility</p:attrName>
                                        </p:attrNameLst>
                                      </p:cBhvr>
                                      <p:to>
                                        <p:strVal val="hidden"/>
                                      </p:to>
                                    </p:set>
                                  </p:childTnLst>
                                </p:cTn>
                              </p:par>
                              <p:par>
                                <p:cTn id="118" presetID="53" presetClass="exit" presetSubtype="16" fill="hold" nodeType="withEffect">
                                  <p:stCondLst>
                                    <p:cond delay="300"/>
                                  </p:stCondLst>
                                  <p:childTnLst>
                                    <p:anim calcmode="lin" valueType="num">
                                      <p:cBhvr>
                                        <p:cTn id="119" dur="500"/>
                                        <p:tgtEl>
                                          <p:spTgt spid="17"/>
                                        </p:tgtEl>
                                        <p:attrNameLst>
                                          <p:attrName>ppt_w</p:attrName>
                                        </p:attrNameLst>
                                      </p:cBhvr>
                                      <p:tavLst>
                                        <p:tav tm="0">
                                          <p:val>
                                            <p:strVal val="ppt_w"/>
                                          </p:val>
                                        </p:tav>
                                        <p:tav tm="100000">
                                          <p:val>
                                            <p:fltVal val="0"/>
                                          </p:val>
                                        </p:tav>
                                      </p:tavLst>
                                    </p:anim>
                                    <p:anim calcmode="lin" valueType="num">
                                      <p:cBhvr>
                                        <p:cTn id="120" dur="500"/>
                                        <p:tgtEl>
                                          <p:spTgt spid="17"/>
                                        </p:tgtEl>
                                        <p:attrNameLst>
                                          <p:attrName>ppt_h</p:attrName>
                                        </p:attrNameLst>
                                      </p:cBhvr>
                                      <p:tavLst>
                                        <p:tav tm="0">
                                          <p:val>
                                            <p:strVal val="ppt_h"/>
                                          </p:val>
                                        </p:tav>
                                        <p:tav tm="100000">
                                          <p:val>
                                            <p:fltVal val="0"/>
                                          </p:val>
                                        </p:tav>
                                      </p:tavLst>
                                    </p:anim>
                                    <p:animEffect transition="out" filter="fade">
                                      <p:cBhvr>
                                        <p:cTn id="121" dur="500"/>
                                        <p:tgtEl>
                                          <p:spTgt spid="17"/>
                                        </p:tgtEl>
                                      </p:cBhvr>
                                    </p:animEffect>
                                    <p:set>
                                      <p:cBhvr>
                                        <p:cTn id="122" dur="1" fill="hold">
                                          <p:stCondLst>
                                            <p:cond delay="499"/>
                                          </p:stCondLst>
                                        </p:cTn>
                                        <p:tgtEl>
                                          <p:spTgt spid="17"/>
                                        </p:tgtEl>
                                        <p:attrNameLst>
                                          <p:attrName>style.visibility</p:attrName>
                                        </p:attrNameLst>
                                      </p:cBhvr>
                                      <p:to>
                                        <p:strVal val="hidden"/>
                                      </p:to>
                                    </p:set>
                                  </p:childTnLst>
                                </p:cTn>
                              </p:par>
                              <p:par>
                                <p:cTn id="123" presetID="53" presetClass="exit" presetSubtype="16" fill="hold" nodeType="withEffect">
                                  <p:stCondLst>
                                    <p:cond delay="1900"/>
                                  </p:stCondLst>
                                  <p:childTnLst>
                                    <p:anim calcmode="lin" valueType="num">
                                      <p:cBhvr>
                                        <p:cTn id="124" dur="500"/>
                                        <p:tgtEl>
                                          <p:spTgt spid="18"/>
                                        </p:tgtEl>
                                        <p:attrNameLst>
                                          <p:attrName>ppt_w</p:attrName>
                                        </p:attrNameLst>
                                      </p:cBhvr>
                                      <p:tavLst>
                                        <p:tav tm="0">
                                          <p:val>
                                            <p:strVal val="ppt_w"/>
                                          </p:val>
                                        </p:tav>
                                        <p:tav tm="100000">
                                          <p:val>
                                            <p:fltVal val="0"/>
                                          </p:val>
                                        </p:tav>
                                      </p:tavLst>
                                    </p:anim>
                                    <p:anim calcmode="lin" valueType="num">
                                      <p:cBhvr>
                                        <p:cTn id="125" dur="500"/>
                                        <p:tgtEl>
                                          <p:spTgt spid="18"/>
                                        </p:tgtEl>
                                        <p:attrNameLst>
                                          <p:attrName>ppt_h</p:attrName>
                                        </p:attrNameLst>
                                      </p:cBhvr>
                                      <p:tavLst>
                                        <p:tav tm="0">
                                          <p:val>
                                            <p:strVal val="ppt_h"/>
                                          </p:val>
                                        </p:tav>
                                        <p:tav tm="100000">
                                          <p:val>
                                            <p:fltVal val="0"/>
                                          </p:val>
                                        </p:tav>
                                      </p:tavLst>
                                    </p:anim>
                                    <p:animEffect transition="out" filter="fade">
                                      <p:cBhvr>
                                        <p:cTn id="126" dur="500"/>
                                        <p:tgtEl>
                                          <p:spTgt spid="18"/>
                                        </p:tgtEl>
                                      </p:cBhvr>
                                    </p:animEffect>
                                    <p:set>
                                      <p:cBhvr>
                                        <p:cTn id="127" dur="1" fill="hold">
                                          <p:stCondLst>
                                            <p:cond delay="499"/>
                                          </p:stCondLst>
                                        </p:cTn>
                                        <p:tgtEl>
                                          <p:spTgt spid="18"/>
                                        </p:tgtEl>
                                        <p:attrNameLst>
                                          <p:attrName>style.visibility</p:attrName>
                                        </p:attrNameLst>
                                      </p:cBhvr>
                                      <p:to>
                                        <p:strVal val="hidden"/>
                                      </p:to>
                                    </p:set>
                                  </p:childTnLst>
                                </p:cTn>
                              </p:par>
                              <p:par>
                                <p:cTn id="128" presetID="53" presetClass="exit" presetSubtype="16" fill="hold" nodeType="withEffect">
                                  <p:stCondLst>
                                    <p:cond delay="2300"/>
                                  </p:stCondLst>
                                  <p:childTnLst>
                                    <p:anim calcmode="lin" valueType="num">
                                      <p:cBhvr>
                                        <p:cTn id="129" dur="500"/>
                                        <p:tgtEl>
                                          <p:spTgt spid="19"/>
                                        </p:tgtEl>
                                        <p:attrNameLst>
                                          <p:attrName>ppt_w</p:attrName>
                                        </p:attrNameLst>
                                      </p:cBhvr>
                                      <p:tavLst>
                                        <p:tav tm="0">
                                          <p:val>
                                            <p:strVal val="ppt_w"/>
                                          </p:val>
                                        </p:tav>
                                        <p:tav tm="100000">
                                          <p:val>
                                            <p:fltVal val="0"/>
                                          </p:val>
                                        </p:tav>
                                      </p:tavLst>
                                    </p:anim>
                                    <p:anim calcmode="lin" valueType="num">
                                      <p:cBhvr>
                                        <p:cTn id="130" dur="500"/>
                                        <p:tgtEl>
                                          <p:spTgt spid="19"/>
                                        </p:tgtEl>
                                        <p:attrNameLst>
                                          <p:attrName>ppt_h</p:attrName>
                                        </p:attrNameLst>
                                      </p:cBhvr>
                                      <p:tavLst>
                                        <p:tav tm="0">
                                          <p:val>
                                            <p:strVal val="ppt_h"/>
                                          </p:val>
                                        </p:tav>
                                        <p:tav tm="100000">
                                          <p:val>
                                            <p:fltVal val="0"/>
                                          </p:val>
                                        </p:tav>
                                      </p:tavLst>
                                    </p:anim>
                                    <p:animEffect transition="out" filter="fade">
                                      <p:cBhvr>
                                        <p:cTn id="131" dur="500"/>
                                        <p:tgtEl>
                                          <p:spTgt spid="19"/>
                                        </p:tgtEl>
                                      </p:cBhvr>
                                    </p:animEffect>
                                    <p:set>
                                      <p:cBhvr>
                                        <p:cTn id="132" dur="1" fill="hold">
                                          <p:stCondLst>
                                            <p:cond delay="499"/>
                                          </p:stCondLst>
                                        </p:cTn>
                                        <p:tgtEl>
                                          <p:spTgt spid="19"/>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4" Type="http://schemas.openxmlformats.org/officeDocument/2006/relationships/theme" Target="../theme/theme1.xml"/><Relationship Id="rId13" Type="http://schemas.openxmlformats.org/officeDocument/2006/relationships/image" Target="../media/image16.jpeg"/><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21.xml"/><Relationship Id="rId8" Type="http://schemas.openxmlformats.org/officeDocument/2006/relationships/slideLayout" Target="../slideLayouts/slideLayout20.xml"/><Relationship Id="rId7" Type="http://schemas.openxmlformats.org/officeDocument/2006/relationships/slideLayout" Target="../slideLayouts/slideLayout19.xml"/><Relationship Id="rId6" Type="http://schemas.openxmlformats.org/officeDocument/2006/relationships/slideLayout" Target="../slideLayouts/slideLayout18.xml"/><Relationship Id="rId5" Type="http://schemas.openxmlformats.org/officeDocument/2006/relationships/slideLayout" Target="../slideLayouts/slideLayout17.xml"/><Relationship Id="rId4" Type="http://schemas.openxmlformats.org/officeDocument/2006/relationships/slideLayout" Target="../slideLayouts/slideLayout16.xml"/><Relationship Id="rId3" Type="http://schemas.openxmlformats.org/officeDocument/2006/relationships/slideLayout" Target="../slideLayouts/slideLayout15.xml"/><Relationship Id="rId2" Type="http://schemas.openxmlformats.org/officeDocument/2006/relationships/slideLayout" Target="../slideLayouts/slideLayout14.xml"/><Relationship Id="rId14" Type="http://schemas.openxmlformats.org/officeDocument/2006/relationships/theme" Target="../theme/theme2.xml"/><Relationship Id="rId13" Type="http://schemas.openxmlformats.org/officeDocument/2006/relationships/image" Target="../media/image16.jpeg"/><Relationship Id="rId12" Type="http://schemas.openxmlformats.org/officeDocument/2006/relationships/slideLayout" Target="../slideLayouts/slideLayout24.xml"/><Relationship Id="rId11" Type="http://schemas.openxmlformats.org/officeDocument/2006/relationships/slideLayout" Target="../slideLayouts/slideLayout23.xml"/><Relationship Id="rId10" Type="http://schemas.openxmlformats.org/officeDocument/2006/relationships/slideLayout" Target="../slideLayouts/slideLayout22.xml"/><Relationship Id="rId1" Type="http://schemas.openxmlformats.org/officeDocument/2006/relationships/slideLayout" Target="../slideLayouts/slideLayout13.xml"/></Relationships>
</file>

<file path=ppt/slideMasters/_rels/slideMaster3.xml.rels><?xml version="1.0" encoding="UTF-8" standalone="yes"?>
<Relationships xmlns="http://schemas.openxmlformats.org/package/2006/relationships"><Relationship Id="rId9" Type="http://schemas.openxmlformats.org/officeDocument/2006/relationships/slideLayout" Target="../slideLayouts/slideLayout33.xml"/><Relationship Id="rId8" Type="http://schemas.openxmlformats.org/officeDocument/2006/relationships/slideLayout" Target="../slideLayouts/slideLayout32.xml"/><Relationship Id="rId7" Type="http://schemas.openxmlformats.org/officeDocument/2006/relationships/slideLayout" Target="../slideLayouts/slideLayout31.xml"/><Relationship Id="rId6" Type="http://schemas.openxmlformats.org/officeDocument/2006/relationships/slideLayout" Target="../slideLayouts/slideLayout30.xml"/><Relationship Id="rId5" Type="http://schemas.openxmlformats.org/officeDocument/2006/relationships/slideLayout" Target="../slideLayouts/slideLayout29.xml"/><Relationship Id="rId4" Type="http://schemas.openxmlformats.org/officeDocument/2006/relationships/slideLayout" Target="../slideLayouts/slideLayout28.xml"/><Relationship Id="rId3" Type="http://schemas.openxmlformats.org/officeDocument/2006/relationships/slideLayout" Target="../slideLayouts/slideLayout27.xml"/><Relationship Id="rId2" Type="http://schemas.openxmlformats.org/officeDocument/2006/relationships/slideLayout" Target="../slideLayouts/slideLayout26.xml"/><Relationship Id="rId14" Type="http://schemas.openxmlformats.org/officeDocument/2006/relationships/theme" Target="../theme/theme3.xml"/><Relationship Id="rId13" Type="http://schemas.openxmlformats.org/officeDocument/2006/relationships/image" Target="../media/image16.jpeg"/><Relationship Id="rId12" Type="http://schemas.openxmlformats.org/officeDocument/2006/relationships/slideLayout" Target="../slideLayouts/slideLayout36.xml"/><Relationship Id="rId11" Type="http://schemas.openxmlformats.org/officeDocument/2006/relationships/slideLayout" Target="../slideLayouts/slideLayout35.xml"/><Relationship Id="rId10" Type="http://schemas.openxmlformats.org/officeDocument/2006/relationships/slideLayout" Target="../slideLayouts/slideLayout34.xml"/><Relationship Id="rId1" Type="http://schemas.openxmlformats.org/officeDocument/2006/relationships/slideLayout" Target="../slideLayouts/slideLayout25.xml"/></Relationships>
</file>

<file path=ppt/slideMasters/_rels/slideMaster4.xml.rels><?xml version="1.0" encoding="UTF-8" standalone="yes"?>
<Relationships xmlns="http://schemas.openxmlformats.org/package/2006/relationships"><Relationship Id="rId9" Type="http://schemas.openxmlformats.org/officeDocument/2006/relationships/slideLayout" Target="../slideLayouts/slideLayout45.xml"/><Relationship Id="rId8" Type="http://schemas.openxmlformats.org/officeDocument/2006/relationships/slideLayout" Target="../slideLayouts/slideLayout44.xml"/><Relationship Id="rId7" Type="http://schemas.openxmlformats.org/officeDocument/2006/relationships/slideLayout" Target="../slideLayouts/slideLayout43.xml"/><Relationship Id="rId6" Type="http://schemas.openxmlformats.org/officeDocument/2006/relationships/slideLayout" Target="../slideLayouts/slideLayout42.xml"/><Relationship Id="rId5" Type="http://schemas.openxmlformats.org/officeDocument/2006/relationships/slideLayout" Target="../slideLayouts/slideLayout41.xml"/><Relationship Id="rId4" Type="http://schemas.openxmlformats.org/officeDocument/2006/relationships/slideLayout" Target="../slideLayouts/slideLayout40.xml"/><Relationship Id="rId3" Type="http://schemas.openxmlformats.org/officeDocument/2006/relationships/slideLayout" Target="../slideLayouts/slideLayout39.xml"/><Relationship Id="rId2" Type="http://schemas.openxmlformats.org/officeDocument/2006/relationships/slideLayout" Target="../slideLayouts/slideLayout38.xml"/><Relationship Id="rId14" Type="http://schemas.openxmlformats.org/officeDocument/2006/relationships/theme" Target="../theme/theme4.xml"/><Relationship Id="rId13" Type="http://schemas.openxmlformats.org/officeDocument/2006/relationships/image" Target="../media/image16.jpeg"/><Relationship Id="rId12" Type="http://schemas.openxmlformats.org/officeDocument/2006/relationships/slideLayout" Target="../slideLayouts/slideLayout48.xml"/><Relationship Id="rId11" Type="http://schemas.openxmlformats.org/officeDocument/2006/relationships/slideLayout" Target="../slideLayouts/slideLayout47.xml"/><Relationship Id="rId10" Type="http://schemas.openxmlformats.org/officeDocument/2006/relationships/slideLayout" Target="../slideLayouts/slideLayout46.xml"/><Relationship Id="rId1" Type="http://schemas.openxmlformats.org/officeDocument/2006/relationships/slideLayout" Target="../slideLayouts/slideLayout37.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auto">
      <p:bgPr>
        <a:blipFill dpi="0" rotWithShape="0">
          <a:blip r:embed="rId13" cstate="print">
            <a:lum/>
          </a:blip>
          <a:srcRect/>
          <a:stretch>
            <a:fillRect/>
          </a:stretch>
        </a:blip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609601" y="908051"/>
            <a:ext cx="10977563" cy="635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34" tIns="45717" rIns="91434" bIns="45717" numCol="1" anchor="ctr" anchorCtr="0" compatLnSpc="1"/>
          <a:lstStyle/>
          <a:p>
            <a:pPr lvl="0"/>
            <a:r>
              <a:rPr lang="zh-CN" dirty="0"/>
              <a:t>单击此处编辑母版标题样式</a:t>
            </a:r>
            <a:endParaRPr lang="zh-CN" dirty="0"/>
          </a:p>
        </p:txBody>
      </p:sp>
      <p:sp>
        <p:nvSpPr>
          <p:cNvPr id="1027" name="Rectangle 3"/>
          <p:cNvSpPr>
            <a:spLocks noGrp="1" noChangeArrowheads="1"/>
          </p:cNvSpPr>
          <p:nvPr>
            <p:ph type="body" idx="1"/>
          </p:nvPr>
        </p:nvSpPr>
        <p:spPr bwMode="auto">
          <a:xfrm>
            <a:off x="609601" y="1600201"/>
            <a:ext cx="10977563"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34" tIns="45717" rIns="91434" bIns="45717" numCol="1" anchor="t" anchorCtr="0" compatLnSpc="1"/>
          <a:lstStyle/>
          <a:p>
            <a:pPr lvl="0"/>
            <a:r>
              <a:rPr lang="zh-CN" dirty="0"/>
              <a:t>单击此处编辑母版文本样式</a:t>
            </a:r>
            <a:endParaRPr lang="zh-CN" dirty="0"/>
          </a:p>
          <a:p>
            <a:pPr lvl="1"/>
            <a:r>
              <a:rPr lang="zh-CN" dirty="0"/>
              <a:t>第二级</a:t>
            </a:r>
            <a:endParaRPr lang="zh-CN"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mc:AlternateContent xmlns:mc="http://schemas.openxmlformats.org/markup-compatibility/2006">
    <mc:Choice xmlns:p14="http://schemas.microsoft.com/office/powerpoint/2010/main" Requires="p14">
      <p:transition p14:dur="10" advTm="9437"/>
    </mc:Choice>
    <mc:Fallback>
      <p:transition advTm="9437"/>
    </mc:Fallback>
  </mc:AlternateContent>
  <p:txStyles>
    <p:titleStyle>
      <a:lvl1pPr algn="l" rtl="0" fontAlgn="base">
        <a:spcBef>
          <a:spcPct val="0"/>
        </a:spcBef>
        <a:spcAft>
          <a:spcPct val="0"/>
        </a:spcAft>
        <a:defRPr sz="2400">
          <a:solidFill>
            <a:schemeClr val="accent1"/>
          </a:solidFill>
          <a:latin typeface="+mj-lt"/>
          <a:ea typeface="+mj-ea"/>
          <a:cs typeface="+mj-cs"/>
        </a:defRPr>
      </a:lvl1pPr>
      <a:lvl2pPr algn="l" rtl="0" fontAlgn="base">
        <a:spcBef>
          <a:spcPct val="0"/>
        </a:spcBef>
        <a:spcAft>
          <a:spcPct val="0"/>
        </a:spcAft>
        <a:defRPr sz="2400">
          <a:solidFill>
            <a:schemeClr val="tx2"/>
          </a:solidFill>
          <a:latin typeface="Arial" panose="020B0604020202020204" pitchFamily="34" charset="0"/>
          <a:ea typeface="微软雅黑" panose="020B0503020204020204" pitchFamily="34" charset="-122"/>
        </a:defRPr>
      </a:lvl2pPr>
      <a:lvl3pPr algn="l" rtl="0" fontAlgn="base">
        <a:spcBef>
          <a:spcPct val="0"/>
        </a:spcBef>
        <a:spcAft>
          <a:spcPct val="0"/>
        </a:spcAft>
        <a:defRPr sz="2400">
          <a:solidFill>
            <a:schemeClr val="tx2"/>
          </a:solidFill>
          <a:latin typeface="Arial" panose="020B0604020202020204" pitchFamily="34" charset="0"/>
          <a:ea typeface="微软雅黑" panose="020B0503020204020204" pitchFamily="34" charset="-122"/>
        </a:defRPr>
      </a:lvl3pPr>
      <a:lvl4pPr algn="l" rtl="0" fontAlgn="base">
        <a:spcBef>
          <a:spcPct val="0"/>
        </a:spcBef>
        <a:spcAft>
          <a:spcPct val="0"/>
        </a:spcAft>
        <a:defRPr sz="2400">
          <a:solidFill>
            <a:schemeClr val="tx2"/>
          </a:solidFill>
          <a:latin typeface="Arial" panose="020B0604020202020204" pitchFamily="34" charset="0"/>
          <a:ea typeface="微软雅黑" panose="020B0503020204020204" pitchFamily="34" charset="-122"/>
        </a:defRPr>
      </a:lvl4pPr>
      <a:lvl5pPr algn="l" rtl="0" fontAlgn="base">
        <a:spcBef>
          <a:spcPct val="0"/>
        </a:spcBef>
        <a:spcAft>
          <a:spcPct val="0"/>
        </a:spcAft>
        <a:defRPr sz="2400">
          <a:solidFill>
            <a:schemeClr val="tx2"/>
          </a:solidFill>
          <a:latin typeface="Arial" panose="020B0604020202020204" pitchFamily="34" charset="0"/>
          <a:ea typeface="微软雅黑" panose="020B0503020204020204" pitchFamily="34" charset="-122"/>
        </a:defRPr>
      </a:lvl5pPr>
      <a:lvl6pPr marL="457200" algn="l" rtl="0" fontAlgn="base">
        <a:spcBef>
          <a:spcPct val="0"/>
        </a:spcBef>
        <a:spcAft>
          <a:spcPct val="0"/>
        </a:spcAft>
        <a:defRPr sz="2400">
          <a:solidFill>
            <a:schemeClr val="tx2"/>
          </a:solidFill>
          <a:latin typeface="Arial" panose="020B0604020202020204" pitchFamily="34" charset="0"/>
          <a:ea typeface="微软雅黑" panose="020B0503020204020204" pitchFamily="34" charset="-122"/>
        </a:defRPr>
      </a:lvl6pPr>
      <a:lvl7pPr marL="914400" algn="l" rtl="0" fontAlgn="base">
        <a:spcBef>
          <a:spcPct val="0"/>
        </a:spcBef>
        <a:spcAft>
          <a:spcPct val="0"/>
        </a:spcAft>
        <a:defRPr sz="2400">
          <a:solidFill>
            <a:schemeClr val="tx2"/>
          </a:solidFill>
          <a:latin typeface="Arial" panose="020B0604020202020204" pitchFamily="34" charset="0"/>
          <a:ea typeface="微软雅黑" panose="020B0503020204020204" pitchFamily="34" charset="-122"/>
        </a:defRPr>
      </a:lvl7pPr>
      <a:lvl8pPr marL="1371600" algn="l" rtl="0" fontAlgn="base">
        <a:spcBef>
          <a:spcPct val="0"/>
        </a:spcBef>
        <a:spcAft>
          <a:spcPct val="0"/>
        </a:spcAft>
        <a:defRPr sz="2400">
          <a:solidFill>
            <a:schemeClr val="tx2"/>
          </a:solidFill>
          <a:latin typeface="Arial" panose="020B0604020202020204" pitchFamily="34" charset="0"/>
          <a:ea typeface="微软雅黑" panose="020B0503020204020204" pitchFamily="34" charset="-122"/>
        </a:defRPr>
      </a:lvl8pPr>
      <a:lvl9pPr marL="1828800" algn="l" rtl="0" fontAlgn="base">
        <a:spcBef>
          <a:spcPct val="0"/>
        </a:spcBef>
        <a:spcAft>
          <a:spcPct val="0"/>
        </a:spcAft>
        <a:defRPr sz="2400">
          <a:solidFill>
            <a:schemeClr val="tx2"/>
          </a:solidFill>
          <a:latin typeface="Arial" panose="020B0604020202020204" pitchFamily="34" charset="0"/>
          <a:ea typeface="微软雅黑" panose="020B0503020204020204" pitchFamily="34" charset="-122"/>
        </a:defRPr>
      </a:lvl9pPr>
    </p:titleStyle>
    <p:bodyStyle>
      <a:lvl1pPr marL="342900" indent="-342900" algn="l" rtl="0" fontAlgn="base">
        <a:spcBef>
          <a:spcPct val="20000"/>
        </a:spcBef>
        <a:spcAft>
          <a:spcPct val="0"/>
        </a:spcAft>
        <a:buChar char="•"/>
        <a:defRPr sz="2000">
          <a:solidFill>
            <a:schemeClr val="accent1"/>
          </a:solidFill>
          <a:latin typeface="+mn-lt"/>
          <a:ea typeface="+mn-ea"/>
          <a:cs typeface="+mn-cs"/>
        </a:defRPr>
      </a:lvl1pPr>
      <a:lvl2pPr marL="742950" indent="-285750" algn="l" rtl="0" eaLnBrk="0" fontAlgn="base" hangingPunct="0">
        <a:spcBef>
          <a:spcPct val="20000"/>
        </a:spcBef>
        <a:spcAft>
          <a:spcPct val="0"/>
        </a:spcAft>
        <a:buChar char="–"/>
        <a:defRPr sz="2000">
          <a:solidFill>
            <a:schemeClr val="accent1"/>
          </a:solidFill>
          <a:latin typeface="+mn-lt"/>
          <a:ea typeface="仿宋_GB2312" pitchFamily="49" charset="-122"/>
        </a:defRPr>
      </a:lvl2pPr>
      <a:lvl3pPr marL="1143000" indent="-228600" algn="l" rtl="0" eaLnBrk="0" fontAlgn="base" hangingPunct="0">
        <a:spcBef>
          <a:spcPct val="20000"/>
        </a:spcBef>
        <a:spcAft>
          <a:spcPct val="0"/>
        </a:spcAft>
        <a:buChar char="•"/>
        <a:defRPr sz="2400">
          <a:solidFill>
            <a:schemeClr val="tx1"/>
          </a:solidFill>
          <a:latin typeface="+mn-lt"/>
          <a:ea typeface="宋体" panose="02010600030101010101" pitchFamily="2" charset="-122"/>
        </a:defRPr>
      </a:lvl3pPr>
      <a:lvl4pPr marL="1600200" indent="-228600" algn="l" rtl="0" eaLnBrk="0" fontAlgn="base" hangingPunct="0">
        <a:spcBef>
          <a:spcPct val="20000"/>
        </a:spcBef>
        <a:spcAft>
          <a:spcPct val="0"/>
        </a:spcAft>
        <a:buChar char="–"/>
        <a:defRPr sz="2000">
          <a:solidFill>
            <a:schemeClr val="tx1"/>
          </a:solidFill>
          <a:latin typeface="+mn-lt"/>
          <a:ea typeface="宋体" panose="02010600030101010101" pitchFamily="2" charset="-122"/>
        </a:defRPr>
      </a:lvl4pPr>
      <a:lvl5pPr marL="2057400" indent="-228600" algn="l" rtl="0" eaLnBrk="0" fontAlgn="base" hangingPunct="0">
        <a:spcBef>
          <a:spcPct val="20000"/>
        </a:spcBef>
        <a:spcAft>
          <a:spcPct val="0"/>
        </a:spcAft>
        <a:buChar char="»"/>
        <a:defRPr sz="2000">
          <a:solidFill>
            <a:schemeClr val="tx1"/>
          </a:solidFill>
          <a:latin typeface="+mn-lt"/>
          <a:ea typeface="宋体" panose="02010600030101010101" pitchFamily="2" charset="-122"/>
        </a:defRPr>
      </a:lvl5pPr>
      <a:lvl6pPr marL="2514600" indent="-228600" algn="l" rtl="0" eaLnBrk="0" fontAlgn="base" hangingPunct="0">
        <a:spcBef>
          <a:spcPct val="20000"/>
        </a:spcBef>
        <a:spcAft>
          <a:spcPct val="0"/>
        </a:spcAft>
        <a:buChar char="»"/>
        <a:defRPr sz="2000">
          <a:solidFill>
            <a:schemeClr val="tx1"/>
          </a:solidFill>
          <a:latin typeface="+mn-lt"/>
          <a:ea typeface="宋体" panose="02010600030101010101" pitchFamily="2" charset="-122"/>
        </a:defRPr>
      </a:lvl6pPr>
      <a:lvl7pPr marL="2971800" indent="-228600" algn="l" rtl="0" eaLnBrk="0" fontAlgn="base" hangingPunct="0">
        <a:spcBef>
          <a:spcPct val="20000"/>
        </a:spcBef>
        <a:spcAft>
          <a:spcPct val="0"/>
        </a:spcAft>
        <a:buChar char="»"/>
        <a:defRPr sz="2000">
          <a:solidFill>
            <a:schemeClr val="tx1"/>
          </a:solidFill>
          <a:latin typeface="+mn-lt"/>
          <a:ea typeface="宋体" panose="02010600030101010101" pitchFamily="2" charset="-122"/>
        </a:defRPr>
      </a:lvl7pPr>
      <a:lvl8pPr marL="3429000" indent="-228600" algn="l" rtl="0" eaLnBrk="0" fontAlgn="base" hangingPunct="0">
        <a:spcBef>
          <a:spcPct val="20000"/>
        </a:spcBef>
        <a:spcAft>
          <a:spcPct val="0"/>
        </a:spcAft>
        <a:buChar char="»"/>
        <a:defRPr sz="2000">
          <a:solidFill>
            <a:schemeClr val="tx1"/>
          </a:solidFill>
          <a:latin typeface="+mn-lt"/>
          <a:ea typeface="宋体" panose="02010600030101010101" pitchFamily="2" charset="-122"/>
        </a:defRPr>
      </a:lvl8pPr>
      <a:lvl9pPr marL="3886200" indent="-228600" algn="l" rtl="0" eaLnBrk="0" fontAlgn="base" hangingPunct="0">
        <a:spcBef>
          <a:spcPct val="20000"/>
        </a:spcBef>
        <a:spcAft>
          <a:spcPct val="0"/>
        </a:spcAft>
        <a:buChar char="»"/>
        <a:defRPr sz="2000">
          <a:solidFill>
            <a:schemeClr val="tx1"/>
          </a:solidFill>
          <a:latin typeface="+mn-lt"/>
          <a:ea typeface="宋体" panose="02010600030101010101" pitchFamily="2" charset="-122"/>
        </a:defRPr>
      </a:lvl9pPr>
    </p:bodyStyle>
    <p:otherStyle>
      <a:defPPr>
        <a:defRPr lang="zh-CN"/>
      </a:defPPr>
      <a:lvl1pPr marL="0" algn="l" defTabSz="914400" rtl="0" eaLnBrk="1" latinLnBrk="0" hangingPunct="1">
        <a:defRPr sz="1700" kern="1200">
          <a:solidFill>
            <a:schemeClr val="tx1"/>
          </a:solidFill>
          <a:latin typeface="+mn-lt"/>
          <a:ea typeface="+mn-ea"/>
          <a:cs typeface="+mn-cs"/>
        </a:defRPr>
      </a:lvl1pPr>
      <a:lvl2pPr marL="457200" algn="l" defTabSz="914400" rtl="0" eaLnBrk="1" latinLnBrk="0" hangingPunct="1">
        <a:defRPr sz="1700" kern="1200">
          <a:solidFill>
            <a:schemeClr val="tx1"/>
          </a:solidFill>
          <a:latin typeface="+mn-lt"/>
          <a:ea typeface="+mn-ea"/>
          <a:cs typeface="+mn-cs"/>
        </a:defRPr>
      </a:lvl2pPr>
      <a:lvl3pPr marL="914400" algn="l" defTabSz="914400" rtl="0" eaLnBrk="1" latinLnBrk="0" hangingPunct="1">
        <a:defRPr sz="1700" kern="1200">
          <a:solidFill>
            <a:schemeClr val="tx1"/>
          </a:solidFill>
          <a:latin typeface="+mn-lt"/>
          <a:ea typeface="+mn-ea"/>
          <a:cs typeface="+mn-cs"/>
        </a:defRPr>
      </a:lvl3pPr>
      <a:lvl4pPr marL="1371600" algn="l" defTabSz="914400" rtl="0" eaLnBrk="1" latinLnBrk="0" hangingPunct="1">
        <a:defRPr sz="1700" kern="1200">
          <a:solidFill>
            <a:schemeClr val="tx1"/>
          </a:solidFill>
          <a:latin typeface="+mn-lt"/>
          <a:ea typeface="+mn-ea"/>
          <a:cs typeface="+mn-cs"/>
        </a:defRPr>
      </a:lvl4pPr>
      <a:lvl5pPr marL="1828800" algn="l" defTabSz="914400" rtl="0" eaLnBrk="1" latinLnBrk="0" hangingPunct="1">
        <a:defRPr sz="1700" kern="1200">
          <a:solidFill>
            <a:schemeClr val="tx1"/>
          </a:solidFill>
          <a:latin typeface="+mn-lt"/>
          <a:ea typeface="+mn-ea"/>
          <a:cs typeface="+mn-cs"/>
        </a:defRPr>
      </a:lvl5pPr>
      <a:lvl6pPr marL="2286000" algn="l" defTabSz="914400" rtl="0" eaLnBrk="1" latinLnBrk="0" hangingPunct="1">
        <a:defRPr sz="1700" kern="1200">
          <a:solidFill>
            <a:schemeClr val="tx1"/>
          </a:solidFill>
          <a:latin typeface="+mn-lt"/>
          <a:ea typeface="+mn-ea"/>
          <a:cs typeface="+mn-cs"/>
        </a:defRPr>
      </a:lvl6pPr>
      <a:lvl7pPr marL="2743200" algn="l" defTabSz="914400" rtl="0" eaLnBrk="1" latinLnBrk="0" hangingPunct="1">
        <a:defRPr sz="1700" kern="1200">
          <a:solidFill>
            <a:schemeClr val="tx1"/>
          </a:solidFill>
          <a:latin typeface="+mn-lt"/>
          <a:ea typeface="+mn-ea"/>
          <a:cs typeface="+mn-cs"/>
        </a:defRPr>
      </a:lvl7pPr>
      <a:lvl8pPr marL="3200400" algn="l" defTabSz="914400" rtl="0" eaLnBrk="1" latinLnBrk="0" hangingPunct="1">
        <a:defRPr sz="1700" kern="1200">
          <a:solidFill>
            <a:schemeClr val="tx1"/>
          </a:solidFill>
          <a:latin typeface="+mn-lt"/>
          <a:ea typeface="+mn-ea"/>
          <a:cs typeface="+mn-cs"/>
        </a:defRPr>
      </a:lvl8pPr>
      <a:lvl9pPr marL="3657600" algn="l" defTabSz="914400" rtl="0" eaLnBrk="1" latinLnBrk="0" hangingPunct="1">
        <a:defRPr sz="17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bwMode="auto">
      <p:bgPr>
        <a:blipFill dpi="0" rotWithShape="0">
          <a:blip r:embed="rId13" cstate="print">
            <a:lum/>
          </a:blip>
          <a:srcRect/>
          <a:stretch>
            <a:fillRect/>
          </a:stretch>
        </a:blip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609601" y="908051"/>
            <a:ext cx="10977563" cy="635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34" tIns="45717" rIns="91434" bIns="45717" numCol="1" anchor="ctr" anchorCtr="0" compatLnSpc="1"/>
          <a:lstStyle/>
          <a:p>
            <a:pPr lvl="0"/>
            <a:r>
              <a:rPr lang="zh-CN" dirty="0"/>
              <a:t>单击此处编辑母版标题样式</a:t>
            </a:r>
            <a:endParaRPr lang="zh-CN" dirty="0"/>
          </a:p>
        </p:txBody>
      </p:sp>
      <p:sp>
        <p:nvSpPr>
          <p:cNvPr id="1027" name="Rectangle 3"/>
          <p:cNvSpPr>
            <a:spLocks noGrp="1" noChangeArrowheads="1"/>
          </p:cNvSpPr>
          <p:nvPr>
            <p:ph type="body" idx="1"/>
          </p:nvPr>
        </p:nvSpPr>
        <p:spPr bwMode="auto">
          <a:xfrm>
            <a:off x="609601" y="1600201"/>
            <a:ext cx="10977563"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34" tIns="45717" rIns="91434" bIns="45717" numCol="1" anchor="t" anchorCtr="0" compatLnSpc="1"/>
          <a:lstStyle/>
          <a:p>
            <a:pPr lvl="0"/>
            <a:r>
              <a:rPr lang="zh-CN" dirty="0"/>
              <a:t>单击此处编辑母版文本样式</a:t>
            </a:r>
            <a:endParaRPr lang="zh-CN" dirty="0"/>
          </a:p>
          <a:p>
            <a:pPr lvl="1"/>
            <a:r>
              <a:rPr lang="zh-CN" dirty="0"/>
              <a:t>第二级</a:t>
            </a:r>
            <a:endParaRPr lang="zh-CN" dirty="0"/>
          </a:p>
        </p:txBody>
      </p:sp>
    </p:spTree>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 id="2147483673" r:id="rId12"/>
  </p:sldLayoutIdLst>
  <mc:AlternateContent xmlns:mc="http://schemas.openxmlformats.org/markup-compatibility/2006">
    <mc:Choice xmlns:p14="http://schemas.microsoft.com/office/powerpoint/2010/main" Requires="p14">
      <p:transition p14:dur="10" advTm="9437"/>
    </mc:Choice>
    <mc:Fallback>
      <p:transition advTm="9437"/>
    </mc:Fallback>
  </mc:AlternateContent>
  <p:txStyles>
    <p:titleStyle>
      <a:lvl1pPr algn="l" rtl="0" fontAlgn="base">
        <a:spcBef>
          <a:spcPct val="0"/>
        </a:spcBef>
        <a:spcAft>
          <a:spcPct val="0"/>
        </a:spcAft>
        <a:defRPr sz="2400">
          <a:solidFill>
            <a:schemeClr val="accent1"/>
          </a:solidFill>
          <a:latin typeface="+mj-lt"/>
          <a:ea typeface="+mj-ea"/>
          <a:cs typeface="+mj-cs"/>
        </a:defRPr>
      </a:lvl1pPr>
      <a:lvl2pPr algn="l" rtl="0" fontAlgn="base">
        <a:spcBef>
          <a:spcPct val="0"/>
        </a:spcBef>
        <a:spcAft>
          <a:spcPct val="0"/>
        </a:spcAft>
        <a:defRPr sz="2400">
          <a:solidFill>
            <a:schemeClr val="tx2"/>
          </a:solidFill>
          <a:latin typeface="Arial" panose="020B0604020202020204" pitchFamily="34" charset="0"/>
          <a:ea typeface="微软雅黑" panose="020B0503020204020204" pitchFamily="34" charset="-122"/>
        </a:defRPr>
      </a:lvl2pPr>
      <a:lvl3pPr algn="l" rtl="0" fontAlgn="base">
        <a:spcBef>
          <a:spcPct val="0"/>
        </a:spcBef>
        <a:spcAft>
          <a:spcPct val="0"/>
        </a:spcAft>
        <a:defRPr sz="2400">
          <a:solidFill>
            <a:schemeClr val="tx2"/>
          </a:solidFill>
          <a:latin typeface="Arial" panose="020B0604020202020204" pitchFamily="34" charset="0"/>
          <a:ea typeface="微软雅黑" panose="020B0503020204020204" pitchFamily="34" charset="-122"/>
        </a:defRPr>
      </a:lvl3pPr>
      <a:lvl4pPr algn="l" rtl="0" fontAlgn="base">
        <a:spcBef>
          <a:spcPct val="0"/>
        </a:spcBef>
        <a:spcAft>
          <a:spcPct val="0"/>
        </a:spcAft>
        <a:defRPr sz="2400">
          <a:solidFill>
            <a:schemeClr val="tx2"/>
          </a:solidFill>
          <a:latin typeface="Arial" panose="020B0604020202020204" pitchFamily="34" charset="0"/>
          <a:ea typeface="微软雅黑" panose="020B0503020204020204" pitchFamily="34" charset="-122"/>
        </a:defRPr>
      </a:lvl4pPr>
      <a:lvl5pPr algn="l" rtl="0" fontAlgn="base">
        <a:spcBef>
          <a:spcPct val="0"/>
        </a:spcBef>
        <a:spcAft>
          <a:spcPct val="0"/>
        </a:spcAft>
        <a:defRPr sz="2400">
          <a:solidFill>
            <a:schemeClr val="tx2"/>
          </a:solidFill>
          <a:latin typeface="Arial" panose="020B0604020202020204" pitchFamily="34" charset="0"/>
          <a:ea typeface="微软雅黑" panose="020B0503020204020204" pitchFamily="34" charset="-122"/>
        </a:defRPr>
      </a:lvl5pPr>
      <a:lvl6pPr marL="457200" algn="l" rtl="0" fontAlgn="base">
        <a:spcBef>
          <a:spcPct val="0"/>
        </a:spcBef>
        <a:spcAft>
          <a:spcPct val="0"/>
        </a:spcAft>
        <a:defRPr sz="2400">
          <a:solidFill>
            <a:schemeClr val="tx2"/>
          </a:solidFill>
          <a:latin typeface="Arial" panose="020B0604020202020204" pitchFamily="34" charset="0"/>
          <a:ea typeface="微软雅黑" panose="020B0503020204020204" pitchFamily="34" charset="-122"/>
        </a:defRPr>
      </a:lvl6pPr>
      <a:lvl7pPr marL="914400" algn="l" rtl="0" fontAlgn="base">
        <a:spcBef>
          <a:spcPct val="0"/>
        </a:spcBef>
        <a:spcAft>
          <a:spcPct val="0"/>
        </a:spcAft>
        <a:defRPr sz="2400">
          <a:solidFill>
            <a:schemeClr val="tx2"/>
          </a:solidFill>
          <a:latin typeface="Arial" panose="020B0604020202020204" pitchFamily="34" charset="0"/>
          <a:ea typeface="微软雅黑" panose="020B0503020204020204" pitchFamily="34" charset="-122"/>
        </a:defRPr>
      </a:lvl7pPr>
      <a:lvl8pPr marL="1371600" algn="l" rtl="0" fontAlgn="base">
        <a:spcBef>
          <a:spcPct val="0"/>
        </a:spcBef>
        <a:spcAft>
          <a:spcPct val="0"/>
        </a:spcAft>
        <a:defRPr sz="2400">
          <a:solidFill>
            <a:schemeClr val="tx2"/>
          </a:solidFill>
          <a:latin typeface="Arial" panose="020B0604020202020204" pitchFamily="34" charset="0"/>
          <a:ea typeface="微软雅黑" panose="020B0503020204020204" pitchFamily="34" charset="-122"/>
        </a:defRPr>
      </a:lvl8pPr>
      <a:lvl9pPr marL="1828800" algn="l" rtl="0" fontAlgn="base">
        <a:spcBef>
          <a:spcPct val="0"/>
        </a:spcBef>
        <a:spcAft>
          <a:spcPct val="0"/>
        </a:spcAft>
        <a:defRPr sz="2400">
          <a:solidFill>
            <a:schemeClr val="tx2"/>
          </a:solidFill>
          <a:latin typeface="Arial" panose="020B0604020202020204" pitchFamily="34" charset="0"/>
          <a:ea typeface="微软雅黑" panose="020B0503020204020204" pitchFamily="34" charset="-122"/>
        </a:defRPr>
      </a:lvl9pPr>
    </p:titleStyle>
    <p:bodyStyle>
      <a:lvl1pPr marL="342900" indent="-342900" algn="l" rtl="0" fontAlgn="base">
        <a:spcBef>
          <a:spcPct val="20000"/>
        </a:spcBef>
        <a:spcAft>
          <a:spcPct val="0"/>
        </a:spcAft>
        <a:buChar char="•"/>
        <a:defRPr sz="2000">
          <a:solidFill>
            <a:schemeClr val="accent1"/>
          </a:solidFill>
          <a:latin typeface="+mn-lt"/>
          <a:ea typeface="+mn-ea"/>
          <a:cs typeface="+mn-cs"/>
        </a:defRPr>
      </a:lvl1pPr>
      <a:lvl2pPr marL="742950" indent="-285750" algn="l" rtl="0" eaLnBrk="0" fontAlgn="base" hangingPunct="0">
        <a:spcBef>
          <a:spcPct val="20000"/>
        </a:spcBef>
        <a:spcAft>
          <a:spcPct val="0"/>
        </a:spcAft>
        <a:buChar char="–"/>
        <a:defRPr sz="2000">
          <a:solidFill>
            <a:schemeClr val="accent1"/>
          </a:solidFill>
          <a:latin typeface="+mn-lt"/>
          <a:ea typeface="仿宋_GB2312" pitchFamily="49" charset="-122"/>
        </a:defRPr>
      </a:lvl2pPr>
      <a:lvl3pPr marL="1143000" indent="-228600" algn="l" rtl="0" eaLnBrk="0" fontAlgn="base" hangingPunct="0">
        <a:spcBef>
          <a:spcPct val="20000"/>
        </a:spcBef>
        <a:spcAft>
          <a:spcPct val="0"/>
        </a:spcAft>
        <a:buChar char="•"/>
        <a:defRPr sz="2400">
          <a:solidFill>
            <a:schemeClr val="tx1"/>
          </a:solidFill>
          <a:latin typeface="+mn-lt"/>
          <a:ea typeface="宋体" panose="02010600030101010101" pitchFamily="2" charset="-122"/>
        </a:defRPr>
      </a:lvl3pPr>
      <a:lvl4pPr marL="1600200" indent="-228600" algn="l" rtl="0" eaLnBrk="0" fontAlgn="base" hangingPunct="0">
        <a:spcBef>
          <a:spcPct val="20000"/>
        </a:spcBef>
        <a:spcAft>
          <a:spcPct val="0"/>
        </a:spcAft>
        <a:buChar char="–"/>
        <a:defRPr sz="2000">
          <a:solidFill>
            <a:schemeClr val="tx1"/>
          </a:solidFill>
          <a:latin typeface="+mn-lt"/>
          <a:ea typeface="宋体" panose="02010600030101010101" pitchFamily="2" charset="-122"/>
        </a:defRPr>
      </a:lvl4pPr>
      <a:lvl5pPr marL="2057400" indent="-228600" algn="l" rtl="0" eaLnBrk="0" fontAlgn="base" hangingPunct="0">
        <a:spcBef>
          <a:spcPct val="20000"/>
        </a:spcBef>
        <a:spcAft>
          <a:spcPct val="0"/>
        </a:spcAft>
        <a:buChar char="»"/>
        <a:defRPr sz="2000">
          <a:solidFill>
            <a:schemeClr val="tx1"/>
          </a:solidFill>
          <a:latin typeface="+mn-lt"/>
          <a:ea typeface="宋体" panose="02010600030101010101" pitchFamily="2" charset="-122"/>
        </a:defRPr>
      </a:lvl5pPr>
      <a:lvl6pPr marL="2514600" indent="-228600" algn="l" rtl="0" eaLnBrk="0" fontAlgn="base" hangingPunct="0">
        <a:spcBef>
          <a:spcPct val="20000"/>
        </a:spcBef>
        <a:spcAft>
          <a:spcPct val="0"/>
        </a:spcAft>
        <a:buChar char="»"/>
        <a:defRPr sz="2000">
          <a:solidFill>
            <a:schemeClr val="tx1"/>
          </a:solidFill>
          <a:latin typeface="+mn-lt"/>
          <a:ea typeface="宋体" panose="02010600030101010101" pitchFamily="2" charset="-122"/>
        </a:defRPr>
      </a:lvl6pPr>
      <a:lvl7pPr marL="2971800" indent="-228600" algn="l" rtl="0" eaLnBrk="0" fontAlgn="base" hangingPunct="0">
        <a:spcBef>
          <a:spcPct val="20000"/>
        </a:spcBef>
        <a:spcAft>
          <a:spcPct val="0"/>
        </a:spcAft>
        <a:buChar char="»"/>
        <a:defRPr sz="2000">
          <a:solidFill>
            <a:schemeClr val="tx1"/>
          </a:solidFill>
          <a:latin typeface="+mn-lt"/>
          <a:ea typeface="宋体" panose="02010600030101010101" pitchFamily="2" charset="-122"/>
        </a:defRPr>
      </a:lvl7pPr>
      <a:lvl8pPr marL="3429000" indent="-228600" algn="l" rtl="0" eaLnBrk="0" fontAlgn="base" hangingPunct="0">
        <a:spcBef>
          <a:spcPct val="20000"/>
        </a:spcBef>
        <a:spcAft>
          <a:spcPct val="0"/>
        </a:spcAft>
        <a:buChar char="»"/>
        <a:defRPr sz="2000">
          <a:solidFill>
            <a:schemeClr val="tx1"/>
          </a:solidFill>
          <a:latin typeface="+mn-lt"/>
          <a:ea typeface="宋体" panose="02010600030101010101" pitchFamily="2" charset="-122"/>
        </a:defRPr>
      </a:lvl8pPr>
      <a:lvl9pPr marL="3886200" indent="-228600" algn="l" rtl="0" eaLnBrk="0" fontAlgn="base" hangingPunct="0">
        <a:spcBef>
          <a:spcPct val="20000"/>
        </a:spcBef>
        <a:spcAft>
          <a:spcPct val="0"/>
        </a:spcAft>
        <a:buChar char="»"/>
        <a:defRPr sz="2000">
          <a:solidFill>
            <a:schemeClr val="tx1"/>
          </a:solidFill>
          <a:latin typeface="+mn-lt"/>
          <a:ea typeface="宋体" panose="02010600030101010101" pitchFamily="2" charset="-122"/>
        </a:defRPr>
      </a:lvl9pPr>
    </p:bodyStyle>
    <p:otherStyle>
      <a:defPPr>
        <a:defRPr lang="zh-CN"/>
      </a:defPPr>
      <a:lvl1pPr marL="0" algn="l" defTabSz="914400" rtl="0" eaLnBrk="1" latinLnBrk="0" hangingPunct="1">
        <a:defRPr sz="1700" kern="1200">
          <a:solidFill>
            <a:schemeClr val="tx1"/>
          </a:solidFill>
          <a:latin typeface="+mn-lt"/>
          <a:ea typeface="+mn-ea"/>
          <a:cs typeface="+mn-cs"/>
        </a:defRPr>
      </a:lvl1pPr>
      <a:lvl2pPr marL="457200" algn="l" defTabSz="914400" rtl="0" eaLnBrk="1" latinLnBrk="0" hangingPunct="1">
        <a:defRPr sz="1700" kern="1200">
          <a:solidFill>
            <a:schemeClr val="tx1"/>
          </a:solidFill>
          <a:latin typeface="+mn-lt"/>
          <a:ea typeface="+mn-ea"/>
          <a:cs typeface="+mn-cs"/>
        </a:defRPr>
      </a:lvl2pPr>
      <a:lvl3pPr marL="914400" algn="l" defTabSz="914400" rtl="0" eaLnBrk="1" latinLnBrk="0" hangingPunct="1">
        <a:defRPr sz="1700" kern="1200">
          <a:solidFill>
            <a:schemeClr val="tx1"/>
          </a:solidFill>
          <a:latin typeface="+mn-lt"/>
          <a:ea typeface="+mn-ea"/>
          <a:cs typeface="+mn-cs"/>
        </a:defRPr>
      </a:lvl3pPr>
      <a:lvl4pPr marL="1371600" algn="l" defTabSz="914400" rtl="0" eaLnBrk="1" latinLnBrk="0" hangingPunct="1">
        <a:defRPr sz="1700" kern="1200">
          <a:solidFill>
            <a:schemeClr val="tx1"/>
          </a:solidFill>
          <a:latin typeface="+mn-lt"/>
          <a:ea typeface="+mn-ea"/>
          <a:cs typeface="+mn-cs"/>
        </a:defRPr>
      </a:lvl4pPr>
      <a:lvl5pPr marL="1828800" algn="l" defTabSz="914400" rtl="0" eaLnBrk="1" latinLnBrk="0" hangingPunct="1">
        <a:defRPr sz="1700" kern="1200">
          <a:solidFill>
            <a:schemeClr val="tx1"/>
          </a:solidFill>
          <a:latin typeface="+mn-lt"/>
          <a:ea typeface="+mn-ea"/>
          <a:cs typeface="+mn-cs"/>
        </a:defRPr>
      </a:lvl5pPr>
      <a:lvl6pPr marL="2286000" algn="l" defTabSz="914400" rtl="0" eaLnBrk="1" latinLnBrk="0" hangingPunct="1">
        <a:defRPr sz="1700" kern="1200">
          <a:solidFill>
            <a:schemeClr val="tx1"/>
          </a:solidFill>
          <a:latin typeface="+mn-lt"/>
          <a:ea typeface="+mn-ea"/>
          <a:cs typeface="+mn-cs"/>
        </a:defRPr>
      </a:lvl6pPr>
      <a:lvl7pPr marL="2743200" algn="l" defTabSz="914400" rtl="0" eaLnBrk="1" latinLnBrk="0" hangingPunct="1">
        <a:defRPr sz="1700" kern="1200">
          <a:solidFill>
            <a:schemeClr val="tx1"/>
          </a:solidFill>
          <a:latin typeface="+mn-lt"/>
          <a:ea typeface="+mn-ea"/>
          <a:cs typeface="+mn-cs"/>
        </a:defRPr>
      </a:lvl7pPr>
      <a:lvl8pPr marL="3200400" algn="l" defTabSz="914400" rtl="0" eaLnBrk="1" latinLnBrk="0" hangingPunct="1">
        <a:defRPr sz="1700" kern="1200">
          <a:solidFill>
            <a:schemeClr val="tx1"/>
          </a:solidFill>
          <a:latin typeface="+mn-lt"/>
          <a:ea typeface="+mn-ea"/>
          <a:cs typeface="+mn-cs"/>
        </a:defRPr>
      </a:lvl8pPr>
      <a:lvl9pPr marL="3657600" algn="l" defTabSz="914400" rtl="0" eaLnBrk="1" latinLnBrk="0" hangingPunct="1">
        <a:defRPr sz="17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bwMode="auto">
      <p:bgPr>
        <a:blipFill dpi="0" rotWithShape="0">
          <a:blip r:embed="rId13" cstate="print">
            <a:lum/>
          </a:blip>
          <a:srcRect/>
          <a:stretch>
            <a:fillRect/>
          </a:stretch>
        </a:blip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609601" y="908051"/>
            <a:ext cx="10977563" cy="635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34" tIns="45717" rIns="91434" bIns="45717" numCol="1" anchor="ctr" anchorCtr="0" compatLnSpc="1"/>
          <a:lstStyle/>
          <a:p>
            <a:pPr lvl="0"/>
            <a:r>
              <a:rPr lang="zh-CN" dirty="0"/>
              <a:t>单击此处编辑母版标题样式</a:t>
            </a:r>
            <a:endParaRPr lang="zh-CN" dirty="0"/>
          </a:p>
        </p:txBody>
      </p:sp>
      <p:sp>
        <p:nvSpPr>
          <p:cNvPr id="1027" name="Rectangle 3"/>
          <p:cNvSpPr>
            <a:spLocks noGrp="1" noChangeArrowheads="1"/>
          </p:cNvSpPr>
          <p:nvPr>
            <p:ph type="body" idx="1"/>
          </p:nvPr>
        </p:nvSpPr>
        <p:spPr bwMode="auto">
          <a:xfrm>
            <a:off x="609601" y="1600201"/>
            <a:ext cx="10977563"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34" tIns="45717" rIns="91434" bIns="45717" numCol="1" anchor="t" anchorCtr="0" compatLnSpc="1"/>
          <a:lstStyle/>
          <a:p>
            <a:pPr lvl="0"/>
            <a:r>
              <a:rPr lang="zh-CN" dirty="0"/>
              <a:t>单击此处编辑母版文本样式</a:t>
            </a:r>
            <a:endParaRPr lang="zh-CN" dirty="0"/>
          </a:p>
          <a:p>
            <a:pPr lvl="1"/>
            <a:r>
              <a:rPr lang="zh-CN" dirty="0"/>
              <a:t>第二级</a:t>
            </a:r>
            <a:endParaRPr lang="zh-CN" dirty="0"/>
          </a:p>
        </p:txBody>
      </p:sp>
    </p:spTree>
  </p:cSld>
  <p:clrMap bg1="lt1" tx1="dk1" bg2="lt2" tx2="dk2" accent1="accent1" accent2="accent2" accent3="accent3" accent4="accent4" accent5="accent5" accent6="accent6" hlink="hlink" folHlink="folHlink"/>
  <p:sldLayoutIdLst>
    <p:sldLayoutId id="2147483675" r:id="rId1"/>
    <p:sldLayoutId id="2147483676" r:id="rId2"/>
    <p:sldLayoutId id="2147483677" r:id="rId3"/>
    <p:sldLayoutId id="2147483678" r:id="rId4"/>
    <p:sldLayoutId id="2147483679" r:id="rId5"/>
    <p:sldLayoutId id="2147483680" r:id="rId6"/>
    <p:sldLayoutId id="2147483681" r:id="rId7"/>
    <p:sldLayoutId id="2147483682" r:id="rId8"/>
    <p:sldLayoutId id="2147483683" r:id="rId9"/>
    <p:sldLayoutId id="2147483684" r:id="rId10"/>
    <p:sldLayoutId id="2147483685" r:id="rId11"/>
    <p:sldLayoutId id="2147483686" r:id="rId12"/>
  </p:sldLayoutIdLst>
  <mc:AlternateContent xmlns:mc="http://schemas.openxmlformats.org/markup-compatibility/2006">
    <mc:Choice xmlns:p14="http://schemas.microsoft.com/office/powerpoint/2010/main" Requires="p14">
      <p:transition p14:dur="10" advTm="9437"/>
    </mc:Choice>
    <mc:Fallback>
      <p:transition advTm="9437"/>
    </mc:Fallback>
  </mc:AlternateContent>
  <p:txStyles>
    <p:titleStyle>
      <a:lvl1pPr algn="l" rtl="0" fontAlgn="base">
        <a:spcBef>
          <a:spcPct val="0"/>
        </a:spcBef>
        <a:spcAft>
          <a:spcPct val="0"/>
        </a:spcAft>
        <a:defRPr sz="2400">
          <a:solidFill>
            <a:schemeClr val="accent1"/>
          </a:solidFill>
          <a:latin typeface="+mj-lt"/>
          <a:ea typeface="+mj-ea"/>
          <a:cs typeface="+mj-cs"/>
        </a:defRPr>
      </a:lvl1pPr>
      <a:lvl2pPr algn="l" rtl="0" fontAlgn="base">
        <a:spcBef>
          <a:spcPct val="0"/>
        </a:spcBef>
        <a:spcAft>
          <a:spcPct val="0"/>
        </a:spcAft>
        <a:defRPr sz="2400">
          <a:solidFill>
            <a:schemeClr val="tx2"/>
          </a:solidFill>
          <a:latin typeface="Arial" panose="020B0604020202020204" pitchFamily="34" charset="0"/>
          <a:ea typeface="微软雅黑" panose="020B0503020204020204" pitchFamily="34" charset="-122"/>
        </a:defRPr>
      </a:lvl2pPr>
      <a:lvl3pPr algn="l" rtl="0" fontAlgn="base">
        <a:spcBef>
          <a:spcPct val="0"/>
        </a:spcBef>
        <a:spcAft>
          <a:spcPct val="0"/>
        </a:spcAft>
        <a:defRPr sz="2400">
          <a:solidFill>
            <a:schemeClr val="tx2"/>
          </a:solidFill>
          <a:latin typeface="Arial" panose="020B0604020202020204" pitchFamily="34" charset="0"/>
          <a:ea typeface="微软雅黑" panose="020B0503020204020204" pitchFamily="34" charset="-122"/>
        </a:defRPr>
      </a:lvl3pPr>
      <a:lvl4pPr algn="l" rtl="0" fontAlgn="base">
        <a:spcBef>
          <a:spcPct val="0"/>
        </a:spcBef>
        <a:spcAft>
          <a:spcPct val="0"/>
        </a:spcAft>
        <a:defRPr sz="2400">
          <a:solidFill>
            <a:schemeClr val="tx2"/>
          </a:solidFill>
          <a:latin typeface="Arial" panose="020B0604020202020204" pitchFamily="34" charset="0"/>
          <a:ea typeface="微软雅黑" panose="020B0503020204020204" pitchFamily="34" charset="-122"/>
        </a:defRPr>
      </a:lvl4pPr>
      <a:lvl5pPr algn="l" rtl="0" fontAlgn="base">
        <a:spcBef>
          <a:spcPct val="0"/>
        </a:spcBef>
        <a:spcAft>
          <a:spcPct val="0"/>
        </a:spcAft>
        <a:defRPr sz="2400">
          <a:solidFill>
            <a:schemeClr val="tx2"/>
          </a:solidFill>
          <a:latin typeface="Arial" panose="020B0604020202020204" pitchFamily="34" charset="0"/>
          <a:ea typeface="微软雅黑" panose="020B0503020204020204" pitchFamily="34" charset="-122"/>
        </a:defRPr>
      </a:lvl5pPr>
      <a:lvl6pPr marL="457200" algn="l" rtl="0" fontAlgn="base">
        <a:spcBef>
          <a:spcPct val="0"/>
        </a:spcBef>
        <a:spcAft>
          <a:spcPct val="0"/>
        </a:spcAft>
        <a:defRPr sz="2400">
          <a:solidFill>
            <a:schemeClr val="tx2"/>
          </a:solidFill>
          <a:latin typeface="Arial" panose="020B0604020202020204" pitchFamily="34" charset="0"/>
          <a:ea typeface="微软雅黑" panose="020B0503020204020204" pitchFamily="34" charset="-122"/>
        </a:defRPr>
      </a:lvl6pPr>
      <a:lvl7pPr marL="914400" algn="l" rtl="0" fontAlgn="base">
        <a:spcBef>
          <a:spcPct val="0"/>
        </a:spcBef>
        <a:spcAft>
          <a:spcPct val="0"/>
        </a:spcAft>
        <a:defRPr sz="2400">
          <a:solidFill>
            <a:schemeClr val="tx2"/>
          </a:solidFill>
          <a:latin typeface="Arial" panose="020B0604020202020204" pitchFamily="34" charset="0"/>
          <a:ea typeface="微软雅黑" panose="020B0503020204020204" pitchFamily="34" charset="-122"/>
        </a:defRPr>
      </a:lvl7pPr>
      <a:lvl8pPr marL="1371600" algn="l" rtl="0" fontAlgn="base">
        <a:spcBef>
          <a:spcPct val="0"/>
        </a:spcBef>
        <a:spcAft>
          <a:spcPct val="0"/>
        </a:spcAft>
        <a:defRPr sz="2400">
          <a:solidFill>
            <a:schemeClr val="tx2"/>
          </a:solidFill>
          <a:latin typeface="Arial" panose="020B0604020202020204" pitchFamily="34" charset="0"/>
          <a:ea typeface="微软雅黑" panose="020B0503020204020204" pitchFamily="34" charset="-122"/>
        </a:defRPr>
      </a:lvl8pPr>
      <a:lvl9pPr marL="1828800" algn="l" rtl="0" fontAlgn="base">
        <a:spcBef>
          <a:spcPct val="0"/>
        </a:spcBef>
        <a:spcAft>
          <a:spcPct val="0"/>
        </a:spcAft>
        <a:defRPr sz="2400">
          <a:solidFill>
            <a:schemeClr val="tx2"/>
          </a:solidFill>
          <a:latin typeface="Arial" panose="020B0604020202020204" pitchFamily="34" charset="0"/>
          <a:ea typeface="微软雅黑" panose="020B0503020204020204" pitchFamily="34" charset="-122"/>
        </a:defRPr>
      </a:lvl9pPr>
    </p:titleStyle>
    <p:bodyStyle>
      <a:lvl1pPr marL="342900" indent="-342900" algn="l" rtl="0" fontAlgn="base">
        <a:spcBef>
          <a:spcPct val="20000"/>
        </a:spcBef>
        <a:spcAft>
          <a:spcPct val="0"/>
        </a:spcAft>
        <a:buChar char="•"/>
        <a:defRPr sz="2000">
          <a:solidFill>
            <a:schemeClr val="accent1"/>
          </a:solidFill>
          <a:latin typeface="+mn-lt"/>
          <a:ea typeface="+mn-ea"/>
          <a:cs typeface="+mn-cs"/>
        </a:defRPr>
      </a:lvl1pPr>
      <a:lvl2pPr marL="742950" indent="-285750" algn="l" rtl="0" eaLnBrk="0" fontAlgn="base" hangingPunct="0">
        <a:spcBef>
          <a:spcPct val="20000"/>
        </a:spcBef>
        <a:spcAft>
          <a:spcPct val="0"/>
        </a:spcAft>
        <a:buChar char="–"/>
        <a:defRPr sz="2000">
          <a:solidFill>
            <a:schemeClr val="accent1"/>
          </a:solidFill>
          <a:latin typeface="+mn-lt"/>
          <a:ea typeface="仿宋_GB2312" pitchFamily="49" charset="-122"/>
        </a:defRPr>
      </a:lvl2pPr>
      <a:lvl3pPr marL="1143000" indent="-228600" algn="l" rtl="0" eaLnBrk="0" fontAlgn="base" hangingPunct="0">
        <a:spcBef>
          <a:spcPct val="20000"/>
        </a:spcBef>
        <a:spcAft>
          <a:spcPct val="0"/>
        </a:spcAft>
        <a:buChar char="•"/>
        <a:defRPr sz="2400">
          <a:solidFill>
            <a:schemeClr val="tx1"/>
          </a:solidFill>
          <a:latin typeface="+mn-lt"/>
          <a:ea typeface="宋体" panose="02010600030101010101" pitchFamily="2" charset="-122"/>
        </a:defRPr>
      </a:lvl3pPr>
      <a:lvl4pPr marL="1600200" indent="-228600" algn="l" rtl="0" eaLnBrk="0" fontAlgn="base" hangingPunct="0">
        <a:spcBef>
          <a:spcPct val="20000"/>
        </a:spcBef>
        <a:spcAft>
          <a:spcPct val="0"/>
        </a:spcAft>
        <a:buChar char="–"/>
        <a:defRPr sz="2000">
          <a:solidFill>
            <a:schemeClr val="tx1"/>
          </a:solidFill>
          <a:latin typeface="+mn-lt"/>
          <a:ea typeface="宋体" panose="02010600030101010101" pitchFamily="2" charset="-122"/>
        </a:defRPr>
      </a:lvl4pPr>
      <a:lvl5pPr marL="2057400" indent="-228600" algn="l" rtl="0" eaLnBrk="0" fontAlgn="base" hangingPunct="0">
        <a:spcBef>
          <a:spcPct val="20000"/>
        </a:spcBef>
        <a:spcAft>
          <a:spcPct val="0"/>
        </a:spcAft>
        <a:buChar char="»"/>
        <a:defRPr sz="2000">
          <a:solidFill>
            <a:schemeClr val="tx1"/>
          </a:solidFill>
          <a:latin typeface="+mn-lt"/>
          <a:ea typeface="宋体" panose="02010600030101010101" pitchFamily="2" charset="-122"/>
        </a:defRPr>
      </a:lvl5pPr>
      <a:lvl6pPr marL="2514600" indent="-228600" algn="l" rtl="0" eaLnBrk="0" fontAlgn="base" hangingPunct="0">
        <a:spcBef>
          <a:spcPct val="20000"/>
        </a:spcBef>
        <a:spcAft>
          <a:spcPct val="0"/>
        </a:spcAft>
        <a:buChar char="»"/>
        <a:defRPr sz="2000">
          <a:solidFill>
            <a:schemeClr val="tx1"/>
          </a:solidFill>
          <a:latin typeface="+mn-lt"/>
          <a:ea typeface="宋体" panose="02010600030101010101" pitchFamily="2" charset="-122"/>
        </a:defRPr>
      </a:lvl6pPr>
      <a:lvl7pPr marL="2971800" indent="-228600" algn="l" rtl="0" eaLnBrk="0" fontAlgn="base" hangingPunct="0">
        <a:spcBef>
          <a:spcPct val="20000"/>
        </a:spcBef>
        <a:spcAft>
          <a:spcPct val="0"/>
        </a:spcAft>
        <a:buChar char="»"/>
        <a:defRPr sz="2000">
          <a:solidFill>
            <a:schemeClr val="tx1"/>
          </a:solidFill>
          <a:latin typeface="+mn-lt"/>
          <a:ea typeface="宋体" panose="02010600030101010101" pitchFamily="2" charset="-122"/>
        </a:defRPr>
      </a:lvl7pPr>
      <a:lvl8pPr marL="3429000" indent="-228600" algn="l" rtl="0" eaLnBrk="0" fontAlgn="base" hangingPunct="0">
        <a:spcBef>
          <a:spcPct val="20000"/>
        </a:spcBef>
        <a:spcAft>
          <a:spcPct val="0"/>
        </a:spcAft>
        <a:buChar char="»"/>
        <a:defRPr sz="2000">
          <a:solidFill>
            <a:schemeClr val="tx1"/>
          </a:solidFill>
          <a:latin typeface="+mn-lt"/>
          <a:ea typeface="宋体" panose="02010600030101010101" pitchFamily="2" charset="-122"/>
        </a:defRPr>
      </a:lvl8pPr>
      <a:lvl9pPr marL="3886200" indent="-228600" algn="l" rtl="0" eaLnBrk="0" fontAlgn="base" hangingPunct="0">
        <a:spcBef>
          <a:spcPct val="20000"/>
        </a:spcBef>
        <a:spcAft>
          <a:spcPct val="0"/>
        </a:spcAft>
        <a:buChar char="»"/>
        <a:defRPr sz="2000">
          <a:solidFill>
            <a:schemeClr val="tx1"/>
          </a:solidFill>
          <a:latin typeface="+mn-lt"/>
          <a:ea typeface="宋体" panose="02010600030101010101" pitchFamily="2" charset="-122"/>
        </a:defRPr>
      </a:lvl9pPr>
    </p:bodyStyle>
    <p:otherStyle>
      <a:defPPr>
        <a:defRPr lang="zh-CN"/>
      </a:defPPr>
      <a:lvl1pPr marL="0" algn="l" defTabSz="914400" rtl="0" eaLnBrk="1" latinLnBrk="0" hangingPunct="1">
        <a:defRPr sz="1700" kern="1200">
          <a:solidFill>
            <a:schemeClr val="tx1"/>
          </a:solidFill>
          <a:latin typeface="+mn-lt"/>
          <a:ea typeface="+mn-ea"/>
          <a:cs typeface="+mn-cs"/>
        </a:defRPr>
      </a:lvl1pPr>
      <a:lvl2pPr marL="457200" algn="l" defTabSz="914400" rtl="0" eaLnBrk="1" latinLnBrk="0" hangingPunct="1">
        <a:defRPr sz="1700" kern="1200">
          <a:solidFill>
            <a:schemeClr val="tx1"/>
          </a:solidFill>
          <a:latin typeface="+mn-lt"/>
          <a:ea typeface="+mn-ea"/>
          <a:cs typeface="+mn-cs"/>
        </a:defRPr>
      </a:lvl2pPr>
      <a:lvl3pPr marL="914400" algn="l" defTabSz="914400" rtl="0" eaLnBrk="1" latinLnBrk="0" hangingPunct="1">
        <a:defRPr sz="1700" kern="1200">
          <a:solidFill>
            <a:schemeClr val="tx1"/>
          </a:solidFill>
          <a:latin typeface="+mn-lt"/>
          <a:ea typeface="+mn-ea"/>
          <a:cs typeface="+mn-cs"/>
        </a:defRPr>
      </a:lvl3pPr>
      <a:lvl4pPr marL="1371600" algn="l" defTabSz="914400" rtl="0" eaLnBrk="1" latinLnBrk="0" hangingPunct="1">
        <a:defRPr sz="1700" kern="1200">
          <a:solidFill>
            <a:schemeClr val="tx1"/>
          </a:solidFill>
          <a:latin typeface="+mn-lt"/>
          <a:ea typeface="+mn-ea"/>
          <a:cs typeface="+mn-cs"/>
        </a:defRPr>
      </a:lvl4pPr>
      <a:lvl5pPr marL="1828800" algn="l" defTabSz="914400" rtl="0" eaLnBrk="1" latinLnBrk="0" hangingPunct="1">
        <a:defRPr sz="1700" kern="1200">
          <a:solidFill>
            <a:schemeClr val="tx1"/>
          </a:solidFill>
          <a:latin typeface="+mn-lt"/>
          <a:ea typeface="+mn-ea"/>
          <a:cs typeface="+mn-cs"/>
        </a:defRPr>
      </a:lvl5pPr>
      <a:lvl6pPr marL="2286000" algn="l" defTabSz="914400" rtl="0" eaLnBrk="1" latinLnBrk="0" hangingPunct="1">
        <a:defRPr sz="1700" kern="1200">
          <a:solidFill>
            <a:schemeClr val="tx1"/>
          </a:solidFill>
          <a:latin typeface="+mn-lt"/>
          <a:ea typeface="+mn-ea"/>
          <a:cs typeface="+mn-cs"/>
        </a:defRPr>
      </a:lvl6pPr>
      <a:lvl7pPr marL="2743200" algn="l" defTabSz="914400" rtl="0" eaLnBrk="1" latinLnBrk="0" hangingPunct="1">
        <a:defRPr sz="1700" kern="1200">
          <a:solidFill>
            <a:schemeClr val="tx1"/>
          </a:solidFill>
          <a:latin typeface="+mn-lt"/>
          <a:ea typeface="+mn-ea"/>
          <a:cs typeface="+mn-cs"/>
        </a:defRPr>
      </a:lvl7pPr>
      <a:lvl8pPr marL="3200400" algn="l" defTabSz="914400" rtl="0" eaLnBrk="1" latinLnBrk="0" hangingPunct="1">
        <a:defRPr sz="1700" kern="1200">
          <a:solidFill>
            <a:schemeClr val="tx1"/>
          </a:solidFill>
          <a:latin typeface="+mn-lt"/>
          <a:ea typeface="+mn-ea"/>
          <a:cs typeface="+mn-cs"/>
        </a:defRPr>
      </a:lvl8pPr>
      <a:lvl9pPr marL="3657600" algn="l" defTabSz="914400" rtl="0" eaLnBrk="1" latinLnBrk="0" hangingPunct="1">
        <a:defRPr sz="17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bwMode="auto">
      <p:bgPr>
        <a:blipFill dpi="0" rotWithShape="0">
          <a:blip r:embed="rId13" cstate="print">
            <a:lum/>
          </a:blip>
          <a:srcRect/>
          <a:stretch>
            <a:fillRect/>
          </a:stretch>
        </a:blip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609601" y="908051"/>
            <a:ext cx="10977563" cy="635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34" tIns="45717" rIns="91434" bIns="45717" numCol="1" anchor="ctr" anchorCtr="0" compatLnSpc="1"/>
          <a:lstStyle/>
          <a:p>
            <a:pPr lvl="0"/>
            <a:r>
              <a:rPr lang="zh-CN" dirty="0"/>
              <a:t>单击此处编辑母版标题样式</a:t>
            </a:r>
            <a:endParaRPr lang="zh-CN" dirty="0"/>
          </a:p>
        </p:txBody>
      </p:sp>
      <p:sp>
        <p:nvSpPr>
          <p:cNvPr id="1027" name="Rectangle 3"/>
          <p:cNvSpPr>
            <a:spLocks noGrp="1" noChangeArrowheads="1"/>
          </p:cNvSpPr>
          <p:nvPr>
            <p:ph type="body" idx="1"/>
          </p:nvPr>
        </p:nvSpPr>
        <p:spPr bwMode="auto">
          <a:xfrm>
            <a:off x="609601" y="1600201"/>
            <a:ext cx="10977563"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34" tIns="45717" rIns="91434" bIns="45717" numCol="1" anchor="t" anchorCtr="0" compatLnSpc="1"/>
          <a:lstStyle/>
          <a:p>
            <a:pPr lvl="0"/>
            <a:r>
              <a:rPr lang="zh-CN" dirty="0"/>
              <a:t>单击此处编辑母版文本样式</a:t>
            </a:r>
            <a:endParaRPr lang="zh-CN" dirty="0"/>
          </a:p>
          <a:p>
            <a:pPr lvl="1"/>
            <a:r>
              <a:rPr lang="zh-CN" dirty="0"/>
              <a:t>第二级</a:t>
            </a:r>
            <a:endParaRPr lang="zh-CN" dirty="0"/>
          </a:p>
        </p:txBody>
      </p:sp>
    </p:spTree>
  </p:cSld>
  <p:clrMap bg1="lt1" tx1="dk1" bg2="lt2" tx2="dk2" accent1="accent1" accent2="accent2" accent3="accent3" accent4="accent4" accent5="accent5" accent6="accent6" hlink="hlink" folHlink="folHlink"/>
  <p:sldLayoutIdLst>
    <p:sldLayoutId id="2147483688" r:id="rId1"/>
    <p:sldLayoutId id="2147483689" r:id="rId2"/>
    <p:sldLayoutId id="2147483690" r:id="rId3"/>
    <p:sldLayoutId id="2147483691" r:id="rId4"/>
    <p:sldLayoutId id="2147483692" r:id="rId5"/>
    <p:sldLayoutId id="2147483693" r:id="rId6"/>
    <p:sldLayoutId id="2147483694" r:id="rId7"/>
    <p:sldLayoutId id="2147483695" r:id="rId8"/>
    <p:sldLayoutId id="2147483696" r:id="rId9"/>
    <p:sldLayoutId id="2147483697" r:id="rId10"/>
    <p:sldLayoutId id="2147483698" r:id="rId11"/>
    <p:sldLayoutId id="2147483699" r:id="rId12"/>
  </p:sldLayoutIdLst>
  <mc:AlternateContent xmlns:mc="http://schemas.openxmlformats.org/markup-compatibility/2006">
    <mc:Choice xmlns:p14="http://schemas.microsoft.com/office/powerpoint/2010/main" Requires="p14">
      <p:transition p14:dur="10" advTm="9437"/>
    </mc:Choice>
    <mc:Fallback>
      <p:transition advTm="9437"/>
    </mc:Fallback>
  </mc:AlternateContent>
  <p:txStyles>
    <p:titleStyle>
      <a:lvl1pPr algn="l" rtl="0" fontAlgn="base">
        <a:spcBef>
          <a:spcPct val="0"/>
        </a:spcBef>
        <a:spcAft>
          <a:spcPct val="0"/>
        </a:spcAft>
        <a:defRPr sz="2400">
          <a:solidFill>
            <a:schemeClr val="accent1"/>
          </a:solidFill>
          <a:latin typeface="+mj-lt"/>
          <a:ea typeface="+mj-ea"/>
          <a:cs typeface="+mj-cs"/>
        </a:defRPr>
      </a:lvl1pPr>
      <a:lvl2pPr algn="l" rtl="0" fontAlgn="base">
        <a:spcBef>
          <a:spcPct val="0"/>
        </a:spcBef>
        <a:spcAft>
          <a:spcPct val="0"/>
        </a:spcAft>
        <a:defRPr sz="2400">
          <a:solidFill>
            <a:schemeClr val="tx2"/>
          </a:solidFill>
          <a:latin typeface="Arial" panose="020B0604020202020204" pitchFamily="34" charset="0"/>
          <a:ea typeface="微软雅黑" panose="020B0503020204020204" pitchFamily="34" charset="-122"/>
        </a:defRPr>
      </a:lvl2pPr>
      <a:lvl3pPr algn="l" rtl="0" fontAlgn="base">
        <a:spcBef>
          <a:spcPct val="0"/>
        </a:spcBef>
        <a:spcAft>
          <a:spcPct val="0"/>
        </a:spcAft>
        <a:defRPr sz="2400">
          <a:solidFill>
            <a:schemeClr val="tx2"/>
          </a:solidFill>
          <a:latin typeface="Arial" panose="020B0604020202020204" pitchFamily="34" charset="0"/>
          <a:ea typeface="微软雅黑" panose="020B0503020204020204" pitchFamily="34" charset="-122"/>
        </a:defRPr>
      </a:lvl3pPr>
      <a:lvl4pPr algn="l" rtl="0" fontAlgn="base">
        <a:spcBef>
          <a:spcPct val="0"/>
        </a:spcBef>
        <a:spcAft>
          <a:spcPct val="0"/>
        </a:spcAft>
        <a:defRPr sz="2400">
          <a:solidFill>
            <a:schemeClr val="tx2"/>
          </a:solidFill>
          <a:latin typeface="Arial" panose="020B0604020202020204" pitchFamily="34" charset="0"/>
          <a:ea typeface="微软雅黑" panose="020B0503020204020204" pitchFamily="34" charset="-122"/>
        </a:defRPr>
      </a:lvl4pPr>
      <a:lvl5pPr algn="l" rtl="0" fontAlgn="base">
        <a:spcBef>
          <a:spcPct val="0"/>
        </a:spcBef>
        <a:spcAft>
          <a:spcPct val="0"/>
        </a:spcAft>
        <a:defRPr sz="2400">
          <a:solidFill>
            <a:schemeClr val="tx2"/>
          </a:solidFill>
          <a:latin typeface="Arial" panose="020B0604020202020204" pitchFamily="34" charset="0"/>
          <a:ea typeface="微软雅黑" panose="020B0503020204020204" pitchFamily="34" charset="-122"/>
        </a:defRPr>
      </a:lvl5pPr>
      <a:lvl6pPr marL="457200" algn="l" rtl="0" fontAlgn="base">
        <a:spcBef>
          <a:spcPct val="0"/>
        </a:spcBef>
        <a:spcAft>
          <a:spcPct val="0"/>
        </a:spcAft>
        <a:defRPr sz="2400">
          <a:solidFill>
            <a:schemeClr val="tx2"/>
          </a:solidFill>
          <a:latin typeface="Arial" panose="020B0604020202020204" pitchFamily="34" charset="0"/>
          <a:ea typeface="微软雅黑" panose="020B0503020204020204" pitchFamily="34" charset="-122"/>
        </a:defRPr>
      </a:lvl6pPr>
      <a:lvl7pPr marL="914400" algn="l" rtl="0" fontAlgn="base">
        <a:spcBef>
          <a:spcPct val="0"/>
        </a:spcBef>
        <a:spcAft>
          <a:spcPct val="0"/>
        </a:spcAft>
        <a:defRPr sz="2400">
          <a:solidFill>
            <a:schemeClr val="tx2"/>
          </a:solidFill>
          <a:latin typeface="Arial" panose="020B0604020202020204" pitchFamily="34" charset="0"/>
          <a:ea typeface="微软雅黑" panose="020B0503020204020204" pitchFamily="34" charset="-122"/>
        </a:defRPr>
      </a:lvl7pPr>
      <a:lvl8pPr marL="1371600" algn="l" rtl="0" fontAlgn="base">
        <a:spcBef>
          <a:spcPct val="0"/>
        </a:spcBef>
        <a:spcAft>
          <a:spcPct val="0"/>
        </a:spcAft>
        <a:defRPr sz="2400">
          <a:solidFill>
            <a:schemeClr val="tx2"/>
          </a:solidFill>
          <a:latin typeface="Arial" panose="020B0604020202020204" pitchFamily="34" charset="0"/>
          <a:ea typeface="微软雅黑" panose="020B0503020204020204" pitchFamily="34" charset="-122"/>
        </a:defRPr>
      </a:lvl8pPr>
      <a:lvl9pPr marL="1828800" algn="l" rtl="0" fontAlgn="base">
        <a:spcBef>
          <a:spcPct val="0"/>
        </a:spcBef>
        <a:spcAft>
          <a:spcPct val="0"/>
        </a:spcAft>
        <a:defRPr sz="2400">
          <a:solidFill>
            <a:schemeClr val="tx2"/>
          </a:solidFill>
          <a:latin typeface="Arial" panose="020B0604020202020204" pitchFamily="34" charset="0"/>
          <a:ea typeface="微软雅黑" panose="020B0503020204020204" pitchFamily="34" charset="-122"/>
        </a:defRPr>
      </a:lvl9pPr>
    </p:titleStyle>
    <p:bodyStyle>
      <a:lvl1pPr marL="342900" indent="-342900" algn="l" rtl="0" fontAlgn="base">
        <a:spcBef>
          <a:spcPct val="20000"/>
        </a:spcBef>
        <a:spcAft>
          <a:spcPct val="0"/>
        </a:spcAft>
        <a:buChar char="•"/>
        <a:defRPr sz="2000">
          <a:solidFill>
            <a:schemeClr val="accent1"/>
          </a:solidFill>
          <a:latin typeface="+mn-lt"/>
          <a:ea typeface="+mn-ea"/>
          <a:cs typeface="+mn-cs"/>
        </a:defRPr>
      </a:lvl1pPr>
      <a:lvl2pPr marL="742950" indent="-285750" algn="l" rtl="0" eaLnBrk="0" fontAlgn="base" hangingPunct="0">
        <a:spcBef>
          <a:spcPct val="20000"/>
        </a:spcBef>
        <a:spcAft>
          <a:spcPct val="0"/>
        </a:spcAft>
        <a:buChar char="–"/>
        <a:defRPr sz="2000">
          <a:solidFill>
            <a:schemeClr val="accent1"/>
          </a:solidFill>
          <a:latin typeface="+mn-lt"/>
          <a:ea typeface="仿宋_GB2312" pitchFamily="49" charset="-122"/>
        </a:defRPr>
      </a:lvl2pPr>
      <a:lvl3pPr marL="1143000" indent="-228600" algn="l" rtl="0" eaLnBrk="0" fontAlgn="base" hangingPunct="0">
        <a:spcBef>
          <a:spcPct val="20000"/>
        </a:spcBef>
        <a:spcAft>
          <a:spcPct val="0"/>
        </a:spcAft>
        <a:buChar char="•"/>
        <a:defRPr sz="2400">
          <a:solidFill>
            <a:schemeClr val="tx1"/>
          </a:solidFill>
          <a:latin typeface="+mn-lt"/>
          <a:ea typeface="宋体" panose="02010600030101010101" pitchFamily="2" charset="-122"/>
        </a:defRPr>
      </a:lvl3pPr>
      <a:lvl4pPr marL="1600200" indent="-228600" algn="l" rtl="0" eaLnBrk="0" fontAlgn="base" hangingPunct="0">
        <a:spcBef>
          <a:spcPct val="20000"/>
        </a:spcBef>
        <a:spcAft>
          <a:spcPct val="0"/>
        </a:spcAft>
        <a:buChar char="–"/>
        <a:defRPr sz="2000">
          <a:solidFill>
            <a:schemeClr val="tx1"/>
          </a:solidFill>
          <a:latin typeface="+mn-lt"/>
          <a:ea typeface="宋体" panose="02010600030101010101" pitchFamily="2" charset="-122"/>
        </a:defRPr>
      </a:lvl4pPr>
      <a:lvl5pPr marL="2057400" indent="-228600" algn="l" rtl="0" eaLnBrk="0" fontAlgn="base" hangingPunct="0">
        <a:spcBef>
          <a:spcPct val="20000"/>
        </a:spcBef>
        <a:spcAft>
          <a:spcPct val="0"/>
        </a:spcAft>
        <a:buChar char="»"/>
        <a:defRPr sz="2000">
          <a:solidFill>
            <a:schemeClr val="tx1"/>
          </a:solidFill>
          <a:latin typeface="+mn-lt"/>
          <a:ea typeface="宋体" panose="02010600030101010101" pitchFamily="2" charset="-122"/>
        </a:defRPr>
      </a:lvl5pPr>
      <a:lvl6pPr marL="2514600" indent="-228600" algn="l" rtl="0" eaLnBrk="0" fontAlgn="base" hangingPunct="0">
        <a:spcBef>
          <a:spcPct val="20000"/>
        </a:spcBef>
        <a:spcAft>
          <a:spcPct val="0"/>
        </a:spcAft>
        <a:buChar char="»"/>
        <a:defRPr sz="2000">
          <a:solidFill>
            <a:schemeClr val="tx1"/>
          </a:solidFill>
          <a:latin typeface="+mn-lt"/>
          <a:ea typeface="宋体" panose="02010600030101010101" pitchFamily="2" charset="-122"/>
        </a:defRPr>
      </a:lvl6pPr>
      <a:lvl7pPr marL="2971800" indent="-228600" algn="l" rtl="0" eaLnBrk="0" fontAlgn="base" hangingPunct="0">
        <a:spcBef>
          <a:spcPct val="20000"/>
        </a:spcBef>
        <a:spcAft>
          <a:spcPct val="0"/>
        </a:spcAft>
        <a:buChar char="»"/>
        <a:defRPr sz="2000">
          <a:solidFill>
            <a:schemeClr val="tx1"/>
          </a:solidFill>
          <a:latin typeface="+mn-lt"/>
          <a:ea typeface="宋体" panose="02010600030101010101" pitchFamily="2" charset="-122"/>
        </a:defRPr>
      </a:lvl7pPr>
      <a:lvl8pPr marL="3429000" indent="-228600" algn="l" rtl="0" eaLnBrk="0" fontAlgn="base" hangingPunct="0">
        <a:spcBef>
          <a:spcPct val="20000"/>
        </a:spcBef>
        <a:spcAft>
          <a:spcPct val="0"/>
        </a:spcAft>
        <a:buChar char="»"/>
        <a:defRPr sz="2000">
          <a:solidFill>
            <a:schemeClr val="tx1"/>
          </a:solidFill>
          <a:latin typeface="+mn-lt"/>
          <a:ea typeface="宋体" panose="02010600030101010101" pitchFamily="2" charset="-122"/>
        </a:defRPr>
      </a:lvl8pPr>
      <a:lvl9pPr marL="3886200" indent="-228600" algn="l" rtl="0" eaLnBrk="0" fontAlgn="base" hangingPunct="0">
        <a:spcBef>
          <a:spcPct val="20000"/>
        </a:spcBef>
        <a:spcAft>
          <a:spcPct val="0"/>
        </a:spcAft>
        <a:buChar char="»"/>
        <a:defRPr sz="2000">
          <a:solidFill>
            <a:schemeClr val="tx1"/>
          </a:solidFill>
          <a:latin typeface="+mn-lt"/>
          <a:ea typeface="宋体" panose="02010600030101010101" pitchFamily="2" charset="-122"/>
        </a:defRPr>
      </a:lvl9pPr>
    </p:bodyStyle>
    <p:otherStyle>
      <a:defPPr>
        <a:defRPr lang="zh-CN"/>
      </a:defPPr>
      <a:lvl1pPr marL="0" algn="l" defTabSz="914400" rtl="0" eaLnBrk="1" latinLnBrk="0" hangingPunct="1">
        <a:defRPr sz="1700" kern="1200">
          <a:solidFill>
            <a:schemeClr val="tx1"/>
          </a:solidFill>
          <a:latin typeface="+mn-lt"/>
          <a:ea typeface="+mn-ea"/>
          <a:cs typeface="+mn-cs"/>
        </a:defRPr>
      </a:lvl1pPr>
      <a:lvl2pPr marL="457200" algn="l" defTabSz="914400" rtl="0" eaLnBrk="1" latinLnBrk="0" hangingPunct="1">
        <a:defRPr sz="1700" kern="1200">
          <a:solidFill>
            <a:schemeClr val="tx1"/>
          </a:solidFill>
          <a:latin typeface="+mn-lt"/>
          <a:ea typeface="+mn-ea"/>
          <a:cs typeface="+mn-cs"/>
        </a:defRPr>
      </a:lvl2pPr>
      <a:lvl3pPr marL="914400" algn="l" defTabSz="914400" rtl="0" eaLnBrk="1" latinLnBrk="0" hangingPunct="1">
        <a:defRPr sz="1700" kern="1200">
          <a:solidFill>
            <a:schemeClr val="tx1"/>
          </a:solidFill>
          <a:latin typeface="+mn-lt"/>
          <a:ea typeface="+mn-ea"/>
          <a:cs typeface="+mn-cs"/>
        </a:defRPr>
      </a:lvl3pPr>
      <a:lvl4pPr marL="1371600" algn="l" defTabSz="914400" rtl="0" eaLnBrk="1" latinLnBrk="0" hangingPunct="1">
        <a:defRPr sz="1700" kern="1200">
          <a:solidFill>
            <a:schemeClr val="tx1"/>
          </a:solidFill>
          <a:latin typeface="+mn-lt"/>
          <a:ea typeface="+mn-ea"/>
          <a:cs typeface="+mn-cs"/>
        </a:defRPr>
      </a:lvl4pPr>
      <a:lvl5pPr marL="1828800" algn="l" defTabSz="914400" rtl="0" eaLnBrk="1" latinLnBrk="0" hangingPunct="1">
        <a:defRPr sz="1700" kern="1200">
          <a:solidFill>
            <a:schemeClr val="tx1"/>
          </a:solidFill>
          <a:latin typeface="+mn-lt"/>
          <a:ea typeface="+mn-ea"/>
          <a:cs typeface="+mn-cs"/>
        </a:defRPr>
      </a:lvl5pPr>
      <a:lvl6pPr marL="2286000" algn="l" defTabSz="914400" rtl="0" eaLnBrk="1" latinLnBrk="0" hangingPunct="1">
        <a:defRPr sz="1700" kern="1200">
          <a:solidFill>
            <a:schemeClr val="tx1"/>
          </a:solidFill>
          <a:latin typeface="+mn-lt"/>
          <a:ea typeface="+mn-ea"/>
          <a:cs typeface="+mn-cs"/>
        </a:defRPr>
      </a:lvl6pPr>
      <a:lvl7pPr marL="2743200" algn="l" defTabSz="914400" rtl="0" eaLnBrk="1" latinLnBrk="0" hangingPunct="1">
        <a:defRPr sz="1700" kern="1200">
          <a:solidFill>
            <a:schemeClr val="tx1"/>
          </a:solidFill>
          <a:latin typeface="+mn-lt"/>
          <a:ea typeface="+mn-ea"/>
          <a:cs typeface="+mn-cs"/>
        </a:defRPr>
      </a:lvl7pPr>
      <a:lvl8pPr marL="3200400" algn="l" defTabSz="914400" rtl="0" eaLnBrk="1" latinLnBrk="0" hangingPunct="1">
        <a:defRPr sz="1700" kern="1200">
          <a:solidFill>
            <a:schemeClr val="tx1"/>
          </a:solidFill>
          <a:latin typeface="+mn-lt"/>
          <a:ea typeface="+mn-ea"/>
          <a:cs typeface="+mn-cs"/>
        </a:defRPr>
      </a:lvl8pPr>
      <a:lvl9pPr marL="3657600" algn="l" defTabSz="914400" rtl="0" eaLnBrk="1" latinLnBrk="0" hangingPunct="1">
        <a:defRPr sz="17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image" Target="../media/image17.jpe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6.xml"/></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38.xml"/><Relationship Id="rId1" Type="http://schemas.openxmlformats.org/officeDocument/2006/relationships/tags" Target="../tags/tag1.xml"/></Relationships>
</file>

<file path=ppt/slides/_rels/slide7.xml.rels><?xml version="1.0" encoding="UTF-8" standalone="yes"?>
<Relationships xmlns="http://schemas.openxmlformats.org/package/2006/relationships"><Relationship Id="rId6" Type="http://schemas.openxmlformats.org/officeDocument/2006/relationships/notesSlide" Target="../notesSlides/notesSlide7.xml"/><Relationship Id="rId5" Type="http://schemas.openxmlformats.org/officeDocument/2006/relationships/vmlDrawing" Target="../drawings/vmlDrawing1.vml"/><Relationship Id="rId4" Type="http://schemas.openxmlformats.org/officeDocument/2006/relationships/slideLayout" Target="../slideLayouts/slideLayout2.xml"/><Relationship Id="rId3" Type="http://schemas.openxmlformats.org/officeDocument/2006/relationships/image" Target="../media/image19.wmf"/><Relationship Id="rId2" Type="http://schemas.openxmlformats.org/officeDocument/2006/relationships/oleObject" Target="../embeddings/oleObject1.bin"/><Relationship Id="rId1" Type="http://schemas.openxmlformats.org/officeDocument/2006/relationships/image" Target="../media/image18.png"/></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2.xml"/><Relationship Id="rId1" Type="http://schemas.openxmlformats.org/officeDocument/2006/relationships/image" Target="../media/image20.png"/></Relationships>
</file>

<file path=ppt/slides/_rels/slide9.xml.rels><?xml version="1.0" encoding="UTF-8" standalone="yes"?>
<Relationships xmlns="http://schemas.openxmlformats.org/package/2006/relationships"><Relationship Id="rId4" Type="http://schemas.openxmlformats.org/officeDocument/2006/relationships/notesSlide" Target="../notesSlides/notesSlide9.xml"/><Relationship Id="rId3" Type="http://schemas.openxmlformats.org/officeDocument/2006/relationships/slideLayout" Target="../slideLayouts/slideLayout14.xml"/><Relationship Id="rId2" Type="http://schemas.openxmlformats.org/officeDocument/2006/relationships/image" Target="../media/image22.png"/><Relationship Id="rId1" Type="http://schemas.openxmlformats.org/officeDocument/2006/relationships/image" Target="../media/image21.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4.xml"/></Relationships>
</file>

<file path=ppt/slides/_rels/slide11.xml.rels><?xml version="1.0" encoding="UTF-8" standalone="yes"?>
<Relationships xmlns="http://schemas.openxmlformats.org/package/2006/relationships"><Relationship Id="rId5" Type="http://schemas.openxmlformats.org/officeDocument/2006/relationships/notesSlide" Target="../notesSlides/notesSlide11.xml"/><Relationship Id="rId4" Type="http://schemas.openxmlformats.org/officeDocument/2006/relationships/slideLayout" Target="../slideLayouts/slideLayout14.xml"/><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image" Target="../media/image23.png"/></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14.xml"/><Relationship Id="rId1" Type="http://schemas.openxmlformats.org/officeDocument/2006/relationships/image" Target="../media/image26.png"/></Relationships>
</file>

<file path=ppt/slides/_rels/slide13.xml.rels><?xml version="1.0" encoding="UTF-8" standalone="yes"?>
<Relationships xmlns="http://schemas.openxmlformats.org/package/2006/relationships"><Relationship Id="rId5" Type="http://schemas.openxmlformats.org/officeDocument/2006/relationships/notesSlide" Target="../notesSlides/notesSlide13.xml"/><Relationship Id="rId4" Type="http://schemas.openxmlformats.org/officeDocument/2006/relationships/slideLayout" Target="../slideLayouts/slideLayout2.xml"/><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image" Target="../media/image27.png"/></Relationships>
</file>

<file path=ppt/slides/_rels/slide14.xml.rels><?xml version="1.0" encoding="UTF-8" standalone="yes"?>
<Relationships xmlns="http://schemas.openxmlformats.org/package/2006/relationships"><Relationship Id="rId6" Type="http://schemas.openxmlformats.org/officeDocument/2006/relationships/notesSlide" Target="../notesSlides/notesSlide14.xml"/><Relationship Id="rId5" Type="http://schemas.openxmlformats.org/officeDocument/2006/relationships/slideLayout" Target="../slideLayouts/slideLayout2.xml"/><Relationship Id="rId4" Type="http://schemas.openxmlformats.org/officeDocument/2006/relationships/image" Target="../media/image33.png"/><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image" Target="../media/image30.pn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19.xml"/><Relationship Id="rId2" Type="http://schemas.openxmlformats.org/officeDocument/2006/relationships/slideLayout" Target="../slideLayouts/slideLayout2.xml"/><Relationship Id="rId1" Type="http://schemas.openxmlformats.org/officeDocument/2006/relationships/image" Target="../media/image34.png"/></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20.xml"/><Relationship Id="rId2" Type="http://schemas.openxmlformats.org/officeDocument/2006/relationships/slideLayout" Target="../slideLayouts/slideLayout2.xml"/><Relationship Id="rId1" Type="http://schemas.openxmlformats.org/officeDocument/2006/relationships/image" Target="../media/image35.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p:cNvPicPr>
            <a:picLocks noChangeAspect="1"/>
          </p:cNvPicPr>
          <p:nvPr/>
        </p:nvPicPr>
        <p:blipFill>
          <a:blip r:embed="rId1" cstate="print"/>
          <a:srcRect/>
          <a:stretch>
            <a:fillRect/>
          </a:stretch>
        </p:blipFill>
        <p:spPr>
          <a:xfrm>
            <a:off x="0" y="0"/>
            <a:ext cx="12196800" cy="2060848"/>
          </a:xfrm>
          <a:prstGeom prst="rect">
            <a:avLst/>
          </a:prstGeom>
        </p:spPr>
      </p:pic>
      <p:sp>
        <p:nvSpPr>
          <p:cNvPr id="6" name="Rectangle 5"/>
          <p:cNvSpPr>
            <a:spLocks noChangeArrowheads="1"/>
          </p:cNvSpPr>
          <p:nvPr/>
        </p:nvSpPr>
        <p:spPr bwMode="auto">
          <a:xfrm>
            <a:off x="-12541" y="2060848"/>
            <a:ext cx="7145630" cy="81520"/>
          </a:xfrm>
          <a:prstGeom prst="rect">
            <a:avLst/>
          </a:prstGeom>
          <a:solidFill>
            <a:schemeClr val="tx1"/>
          </a:solidFill>
          <a:ln>
            <a:noFill/>
          </a:ln>
        </p:spPr>
        <p:txBody>
          <a:bodyPr vert="horz" wrap="square" lIns="91434" tIns="45717" rIns="91434" bIns="45717" numCol="1" anchor="t" anchorCtr="0" compatLnSpc="1"/>
          <a:lstStyle/>
          <a:p>
            <a:endParaRPr lang="zh-CN" altLang="en-US"/>
          </a:p>
        </p:txBody>
      </p:sp>
      <p:sp>
        <p:nvSpPr>
          <p:cNvPr id="7" name="Rectangle 6"/>
          <p:cNvSpPr>
            <a:spLocks noChangeArrowheads="1"/>
          </p:cNvSpPr>
          <p:nvPr/>
        </p:nvSpPr>
        <p:spPr bwMode="auto">
          <a:xfrm>
            <a:off x="7120546" y="2060848"/>
            <a:ext cx="1266711" cy="81520"/>
          </a:xfrm>
          <a:prstGeom prst="rect">
            <a:avLst/>
          </a:prstGeom>
          <a:solidFill>
            <a:schemeClr val="accent1"/>
          </a:solidFill>
          <a:ln>
            <a:noFill/>
          </a:ln>
        </p:spPr>
        <p:txBody>
          <a:bodyPr vert="horz" wrap="square" lIns="91434" tIns="45717" rIns="91434" bIns="45717" numCol="1" anchor="t" anchorCtr="0" compatLnSpc="1"/>
          <a:lstStyle/>
          <a:p>
            <a:endParaRPr lang="zh-CN" altLang="en-US"/>
          </a:p>
        </p:txBody>
      </p:sp>
      <p:sp>
        <p:nvSpPr>
          <p:cNvPr id="8" name="Rectangle 7"/>
          <p:cNvSpPr>
            <a:spLocks noChangeArrowheads="1"/>
          </p:cNvSpPr>
          <p:nvPr/>
        </p:nvSpPr>
        <p:spPr bwMode="auto">
          <a:xfrm>
            <a:off x="8387259" y="2060848"/>
            <a:ext cx="1265143" cy="81520"/>
          </a:xfrm>
          <a:prstGeom prst="rect">
            <a:avLst/>
          </a:prstGeom>
          <a:solidFill>
            <a:schemeClr val="bg1"/>
          </a:solidFill>
          <a:ln>
            <a:noFill/>
          </a:ln>
        </p:spPr>
        <p:txBody>
          <a:bodyPr vert="horz" wrap="square" lIns="91434" tIns="45717" rIns="91434" bIns="45717" numCol="1" anchor="t" anchorCtr="0" compatLnSpc="1"/>
          <a:lstStyle/>
          <a:p>
            <a:endParaRPr lang="zh-CN" altLang="en-US"/>
          </a:p>
        </p:txBody>
      </p:sp>
      <p:sp>
        <p:nvSpPr>
          <p:cNvPr id="9" name="Rectangle 8"/>
          <p:cNvSpPr>
            <a:spLocks noChangeArrowheads="1"/>
          </p:cNvSpPr>
          <p:nvPr/>
        </p:nvSpPr>
        <p:spPr bwMode="auto">
          <a:xfrm>
            <a:off x="9652403" y="2060848"/>
            <a:ext cx="1266711" cy="81520"/>
          </a:xfrm>
          <a:prstGeom prst="rect">
            <a:avLst/>
          </a:prstGeom>
          <a:solidFill>
            <a:schemeClr val="tx2"/>
          </a:solidFill>
          <a:ln>
            <a:noFill/>
          </a:ln>
        </p:spPr>
        <p:txBody>
          <a:bodyPr vert="horz" wrap="square" lIns="91434" tIns="45717" rIns="91434" bIns="45717" numCol="1" anchor="t" anchorCtr="0" compatLnSpc="1"/>
          <a:lstStyle/>
          <a:p>
            <a:endParaRPr lang="zh-CN" altLang="en-US"/>
          </a:p>
        </p:txBody>
      </p:sp>
      <p:sp>
        <p:nvSpPr>
          <p:cNvPr id="10" name="Rectangle 9"/>
          <p:cNvSpPr>
            <a:spLocks noChangeArrowheads="1"/>
          </p:cNvSpPr>
          <p:nvPr/>
        </p:nvSpPr>
        <p:spPr bwMode="auto">
          <a:xfrm>
            <a:off x="10919115" y="2060848"/>
            <a:ext cx="1265143" cy="81520"/>
          </a:xfrm>
          <a:prstGeom prst="rect">
            <a:avLst/>
          </a:prstGeom>
          <a:solidFill>
            <a:schemeClr val="bg2"/>
          </a:solidFill>
          <a:ln>
            <a:noFill/>
          </a:ln>
        </p:spPr>
        <p:txBody>
          <a:bodyPr vert="horz" wrap="square" lIns="91434" tIns="45717" rIns="91434" bIns="45717" numCol="1" anchor="t" anchorCtr="0" compatLnSpc="1"/>
          <a:lstStyle/>
          <a:p>
            <a:endParaRPr lang="zh-CN" altLang="en-US"/>
          </a:p>
        </p:txBody>
      </p:sp>
      <p:sp>
        <p:nvSpPr>
          <p:cNvPr id="4" name="矩形 3"/>
          <p:cNvSpPr/>
          <p:nvPr/>
        </p:nvSpPr>
        <p:spPr>
          <a:xfrm>
            <a:off x="283757" y="548680"/>
            <a:ext cx="8103500" cy="584775"/>
          </a:xfrm>
          <a:prstGeom prst="rect">
            <a:avLst/>
          </a:prstGeom>
        </p:spPr>
        <p:txBody>
          <a:bodyPr wrap="none">
            <a:spAutoFit/>
          </a:bodyPr>
          <a:lstStyle/>
          <a:p>
            <a:pPr algn="ctr"/>
            <a:r>
              <a:rPr lang="zh-CN" altLang="en-US" sz="3200" b="1" dirty="0">
                <a:solidFill>
                  <a:schemeClr val="accent2"/>
                </a:solidFill>
                <a:latin typeface="微软雅黑" panose="020B0503020204020204" pitchFamily="34" charset="-122"/>
                <a:ea typeface="微软雅黑" panose="020B0503020204020204" pitchFamily="34" charset="-122"/>
              </a:rPr>
              <a:t>第九章 综合案列二：股票价格涨跌趋势预测</a:t>
            </a:r>
            <a:endParaRPr lang="zh-CN" altLang="en-US" sz="3200" b="1" dirty="0">
              <a:solidFill>
                <a:schemeClr val="accent2"/>
              </a:solidFill>
              <a:latin typeface="微软雅黑" panose="020B0503020204020204" pitchFamily="34" charset="-122"/>
              <a:ea typeface="微软雅黑" panose="020B0503020204020204" pitchFamily="34" charset="-122"/>
            </a:endParaRPr>
          </a:p>
        </p:txBody>
      </p:sp>
      <p:sp>
        <p:nvSpPr>
          <p:cNvPr id="14" name="矩形 13"/>
          <p:cNvSpPr/>
          <p:nvPr/>
        </p:nvSpPr>
        <p:spPr>
          <a:xfrm>
            <a:off x="2173964" y="2420888"/>
            <a:ext cx="7848871" cy="3416320"/>
          </a:xfrm>
          <a:prstGeom prst="rect">
            <a:avLst/>
          </a:prstGeom>
        </p:spPr>
        <p:txBody>
          <a:bodyPr wrap="square">
            <a:spAutoFit/>
          </a:bodyPr>
          <a:lstStyle/>
          <a:p>
            <a:pPr indent="457200"/>
            <a:r>
              <a:rPr lang="zh-CN" altLang="zh-CN" sz="2400" dirty="0">
                <a:latin typeface="微软雅黑" panose="020B0503020204020204" pitchFamily="34" charset="-122"/>
                <a:ea typeface="微软雅黑" panose="020B0503020204020204" pitchFamily="34" charset="-122"/>
              </a:rPr>
              <a:t>上一章我们主要是通过财务报表及财务指标数据，采用数量化的方法，对上市公司基本面情况进行综合评价，从而选出质地较好的上市公司。事实上，选出较为优质的上市公司进行投资能有效地降低投资风险，特别是对长线投资者或者价值投资者来说尤为重要。然而对于短线的投资者来说也同样不可忽视，如果上市公司存在一定的财务危机或者经营风险，也同样会波及到其交易市场，所谓“在好股上投机”就是这个道理。本章将介绍另外一种证券投资分析方法——技术指标分析法。</a:t>
            </a:r>
            <a:endParaRPr lang="zh-CN" altLang="zh-CN" sz="2400" dirty="0">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p14:dur="10" advTm="9437"/>
    </mc:Choice>
    <mc:Fallback>
      <p:transition advTm="9437"/>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1000"/>
                                        <p:tgtEl>
                                          <p:spTgt spid="4"/>
                                        </p:tgtEl>
                                      </p:cBhvr>
                                    </p:animEffect>
                                    <p:anim calcmode="lin" valueType="num">
                                      <p:cBhvr>
                                        <p:cTn id="8" dur="1000" fill="hold"/>
                                        <p:tgtEl>
                                          <p:spTgt spid="4"/>
                                        </p:tgtEl>
                                        <p:attrNameLst>
                                          <p:attrName>ppt_x</p:attrName>
                                        </p:attrNameLst>
                                      </p:cBhvr>
                                      <p:tavLst>
                                        <p:tav tm="0">
                                          <p:val>
                                            <p:strVal val="#ppt_x"/>
                                          </p:val>
                                        </p:tav>
                                        <p:tav tm="100000">
                                          <p:val>
                                            <p:strVal val="#ppt_x"/>
                                          </p:val>
                                        </p:tav>
                                      </p:tavLst>
                                    </p:anim>
                                    <p:anim calcmode="lin" valueType="num">
                                      <p:cBhvr>
                                        <p:cTn id="9" dur="1000" fill="hold"/>
                                        <p:tgtEl>
                                          <p:spTgt spid="4"/>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22" presetClass="entr" presetSubtype="4" fill="hold" nodeType="clickEffect">
                                  <p:stCondLst>
                                    <p:cond delay="0"/>
                                  </p:stCondLst>
                                  <p:childTnLst>
                                    <p:set>
                                      <p:cBhvr>
                                        <p:cTn id="13" dur="1" fill="hold">
                                          <p:stCondLst>
                                            <p:cond delay="0"/>
                                          </p:stCondLst>
                                        </p:cTn>
                                        <p:tgtEl>
                                          <p:spTgt spid="14">
                                            <p:txEl>
                                              <p:pRg st="0" end="0"/>
                                            </p:txEl>
                                          </p:spTgt>
                                        </p:tgtEl>
                                        <p:attrNameLst>
                                          <p:attrName>style.visibility</p:attrName>
                                        </p:attrNameLst>
                                      </p:cBhvr>
                                      <p:to>
                                        <p:strVal val="visible"/>
                                      </p:to>
                                    </p:set>
                                    <p:animEffect transition="in" filter="wipe(down)">
                                      <p:cBhvr>
                                        <p:cTn id="14" dur="500"/>
                                        <p:tgtEl>
                                          <p:spTgt spid="14">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 name="TextBox 54"/>
          <p:cNvSpPr txBox="1"/>
          <p:nvPr/>
        </p:nvSpPr>
        <p:spPr>
          <a:xfrm>
            <a:off x="1330765" y="44625"/>
            <a:ext cx="7719943" cy="523214"/>
          </a:xfrm>
          <a:prstGeom prst="rect">
            <a:avLst/>
          </a:prstGeom>
          <a:noFill/>
        </p:spPr>
        <p:txBody>
          <a:bodyPr wrap="square" lIns="91434" tIns="45717" rIns="91434" bIns="45717" rtlCol="0">
            <a:spAutoFit/>
          </a:bodyPr>
          <a:lstStyle>
            <a:defPPr>
              <a:defRPr lang="zh-CN"/>
            </a:defPPr>
            <a:lvl1pPr>
              <a:defRPr sz="3200">
                <a:solidFill>
                  <a:schemeClr val="tx1">
                    <a:lumMod val="75000"/>
                  </a:schemeClr>
                </a:solidFill>
                <a:latin typeface="方正卡通简体" pitchFamily="65" charset="-122"/>
                <a:ea typeface="方正卡通简体" pitchFamily="65" charset="-122"/>
              </a:defRPr>
            </a:lvl1pPr>
          </a:lstStyle>
          <a:p>
            <a:r>
              <a:rPr lang="en-US" altLang="zh-CN" sz="2800" dirty="0" smtClean="0">
                <a:solidFill>
                  <a:schemeClr val="accent2"/>
                </a:solidFill>
                <a:latin typeface="微软雅黑" panose="020B0503020204020204" pitchFamily="34" charset="-122"/>
                <a:ea typeface="微软雅黑" panose="020B0503020204020204" pitchFamily="34" charset="-122"/>
              </a:rPr>
              <a:t>9.1 </a:t>
            </a:r>
            <a:r>
              <a:rPr lang="zh-CN" altLang="en-US" sz="2800" dirty="0" smtClean="0">
                <a:solidFill>
                  <a:schemeClr val="accent2"/>
                </a:solidFill>
                <a:latin typeface="微软雅黑" panose="020B0503020204020204" pitchFamily="34" charset="-122"/>
                <a:ea typeface="微软雅黑" panose="020B0503020204020204" pitchFamily="34" charset="-122"/>
              </a:rPr>
              <a:t>案例背景</a:t>
            </a:r>
            <a:endParaRPr lang="zh-CN" altLang="en-US" sz="2800" dirty="0">
              <a:solidFill>
                <a:schemeClr val="accent2"/>
              </a:solidFill>
              <a:latin typeface="微软雅黑" panose="020B0503020204020204" pitchFamily="34" charset="-122"/>
              <a:ea typeface="微软雅黑" panose="020B0503020204020204" pitchFamily="34" charset="-122"/>
            </a:endParaRPr>
          </a:p>
        </p:txBody>
      </p:sp>
      <p:sp>
        <p:nvSpPr>
          <p:cNvPr id="56" name="TextBox 55"/>
          <p:cNvSpPr txBox="1"/>
          <p:nvPr/>
        </p:nvSpPr>
        <p:spPr>
          <a:xfrm>
            <a:off x="140263" y="106179"/>
            <a:ext cx="1064260" cy="400103"/>
          </a:xfrm>
          <a:prstGeom prst="rect">
            <a:avLst/>
          </a:prstGeom>
          <a:noFill/>
        </p:spPr>
        <p:txBody>
          <a:bodyPr wrap="square" lIns="91434" tIns="45717" rIns="91434" bIns="45717" rtlCol="0">
            <a:spAutoFit/>
          </a:bodyPr>
          <a:lstStyle/>
          <a:p>
            <a:pPr algn="r"/>
            <a:r>
              <a:rPr lang="en-US" altLang="zh-CN" sz="2000" dirty="0">
                <a:solidFill>
                  <a:schemeClr val="accent2"/>
                </a:solidFill>
              </a:rPr>
              <a:t>Part </a:t>
            </a:r>
            <a:r>
              <a:rPr lang="en-US" altLang="zh-CN" dirty="0">
                <a:solidFill>
                  <a:schemeClr val="accent2"/>
                </a:solidFill>
              </a:rPr>
              <a:t>9</a:t>
            </a:r>
            <a:r>
              <a:rPr lang="en-US" altLang="zh-CN" dirty="0" smtClean="0">
                <a:solidFill>
                  <a:schemeClr val="accent2"/>
                </a:solidFill>
              </a:rPr>
              <a:t> </a:t>
            </a:r>
            <a:endParaRPr lang="zh-CN" altLang="en-US" dirty="0">
              <a:solidFill>
                <a:schemeClr val="accent2"/>
              </a:solidFill>
            </a:endParaRPr>
          </a:p>
        </p:txBody>
      </p:sp>
      <p:sp>
        <p:nvSpPr>
          <p:cNvPr id="4" name="内容占位符 3"/>
          <p:cNvSpPr>
            <a:spLocks noGrp="1"/>
          </p:cNvSpPr>
          <p:nvPr>
            <p:ph idx="1"/>
          </p:nvPr>
        </p:nvSpPr>
        <p:spPr/>
        <p:txBody>
          <a:bodyPr/>
          <a:lstStyle/>
          <a:p>
            <a:pPr marL="0" indent="457200">
              <a:buNone/>
            </a:pPr>
            <a:r>
              <a:rPr lang="zh-CN" altLang="zh-CN" dirty="0"/>
              <a:t>技术分析是证券投资分析中很重要的一种方法，它通过对市场过去和现在的行为，应用数学和逻辑方法，归纳总结出典型的行为，从而预测证券市场的未来变化趋势。而指标分析法是技术分析中极为重要的分支。一般地，每个技术指标都是从一个特定的角度对市场进行观察</a:t>
            </a:r>
            <a:r>
              <a:rPr lang="en-US" altLang="zh-CN" dirty="0"/>
              <a:t>, </a:t>
            </a:r>
            <a:r>
              <a:rPr lang="zh-CN" altLang="zh-CN" dirty="0"/>
              <a:t>反映了市场某一方面深层的内涵。然而，证券投资分析技术指标种类繁多，全世界各种各样的技术指标有上千种，几乎能考虑到市场的方方面面，可以说投资者能够想到的都能在技术指标中得到体现。本案例基于中国市场上流行的几种主要技术指标，对个股的价格涨跌两种趋势进行预测分析，从而为投资者提供一定的参考价值。</a:t>
            </a:r>
            <a:endParaRPr lang="zh-CN" altLang="zh-CN" dirty="0"/>
          </a:p>
          <a:p>
            <a:pPr marL="0" indent="0">
              <a:buNone/>
            </a:pPr>
            <a:endParaRPr lang="zh-CN" altLang="en-US" dirty="0"/>
          </a:p>
        </p:txBody>
      </p:sp>
    </p:spTree>
  </p:cSld>
  <p:clrMapOvr>
    <a:masterClrMapping/>
  </p:clrMapOvr>
  <mc:AlternateContent xmlns:mc="http://schemas.openxmlformats.org/markup-compatibility/2006">
    <mc:Choice xmlns:p14="http://schemas.microsoft.com/office/powerpoint/2010/main" Requires="p14">
      <p:transition p14:dur="100" advTm="9437">
        <p:cut/>
      </p:transition>
    </mc:Choice>
    <mc:Fallback>
      <p:transition advTm="9437">
        <p:cu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1000"/>
                                        <p:tgtEl>
                                          <p:spTgt spid="4">
                                            <p:txEl>
                                              <p:pRg st="0" end="0"/>
                                            </p:txEl>
                                          </p:spTgt>
                                        </p:tgtEl>
                                      </p:cBhvr>
                                    </p:animEffect>
                                    <p:anim calcmode="lin" valueType="num">
                                      <p:cBhvr>
                                        <p:cTn id="8" dur="1000" fill="hold"/>
                                        <p:tgtEl>
                                          <p:spTgt spid="4">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4">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 name="TextBox 54"/>
          <p:cNvSpPr txBox="1"/>
          <p:nvPr/>
        </p:nvSpPr>
        <p:spPr>
          <a:xfrm>
            <a:off x="1330765" y="44625"/>
            <a:ext cx="6855848" cy="523214"/>
          </a:xfrm>
          <a:prstGeom prst="rect">
            <a:avLst/>
          </a:prstGeom>
          <a:noFill/>
        </p:spPr>
        <p:txBody>
          <a:bodyPr wrap="square" lIns="91434" tIns="45717" rIns="91434" bIns="45717" rtlCol="0">
            <a:spAutoFit/>
          </a:bodyPr>
          <a:lstStyle>
            <a:defPPr>
              <a:defRPr lang="zh-CN"/>
            </a:defPPr>
            <a:lvl1pPr>
              <a:defRPr sz="3200">
                <a:solidFill>
                  <a:schemeClr val="tx1">
                    <a:lumMod val="75000"/>
                  </a:schemeClr>
                </a:solidFill>
                <a:latin typeface="方正卡通简体" pitchFamily="65" charset="-122"/>
                <a:ea typeface="方正卡通简体" pitchFamily="65" charset="-122"/>
              </a:defRPr>
            </a:lvl1pPr>
          </a:lstStyle>
          <a:p>
            <a:r>
              <a:rPr lang="en-US" altLang="zh-CN" sz="2800" dirty="0" smtClean="0">
                <a:solidFill>
                  <a:schemeClr val="accent2"/>
                </a:solidFill>
                <a:latin typeface="微软雅黑" panose="020B0503020204020204" pitchFamily="34" charset="-122"/>
                <a:ea typeface="微软雅黑" panose="020B0503020204020204" pitchFamily="34" charset="-122"/>
              </a:rPr>
              <a:t>9.2 </a:t>
            </a:r>
            <a:r>
              <a:rPr lang="zh-CN" altLang="en-US" sz="2800" dirty="0" smtClean="0">
                <a:solidFill>
                  <a:schemeClr val="accent2"/>
                </a:solidFill>
                <a:latin typeface="微软雅黑" panose="020B0503020204020204" pitchFamily="34" charset="-122"/>
                <a:ea typeface="微软雅黑" panose="020B0503020204020204" pitchFamily="34" charset="-122"/>
              </a:rPr>
              <a:t>案例目标及实现思路</a:t>
            </a:r>
            <a:endParaRPr lang="zh-CN" altLang="en-US" sz="2800" dirty="0">
              <a:solidFill>
                <a:schemeClr val="accent2"/>
              </a:solidFill>
              <a:latin typeface="微软雅黑" panose="020B0503020204020204" pitchFamily="34" charset="-122"/>
              <a:ea typeface="微软雅黑" panose="020B0503020204020204" pitchFamily="34" charset="-122"/>
            </a:endParaRPr>
          </a:p>
        </p:txBody>
      </p:sp>
      <p:sp>
        <p:nvSpPr>
          <p:cNvPr id="56" name="TextBox 55"/>
          <p:cNvSpPr txBox="1"/>
          <p:nvPr/>
        </p:nvSpPr>
        <p:spPr>
          <a:xfrm>
            <a:off x="140263" y="106179"/>
            <a:ext cx="1064260" cy="400103"/>
          </a:xfrm>
          <a:prstGeom prst="rect">
            <a:avLst/>
          </a:prstGeom>
          <a:noFill/>
        </p:spPr>
        <p:txBody>
          <a:bodyPr wrap="square" lIns="91434" tIns="45717" rIns="91434" bIns="45717" rtlCol="0">
            <a:spAutoFit/>
          </a:bodyPr>
          <a:lstStyle/>
          <a:p>
            <a:pPr algn="r"/>
            <a:r>
              <a:rPr lang="en-US" altLang="zh-CN" sz="2000" dirty="0">
                <a:solidFill>
                  <a:schemeClr val="accent2"/>
                </a:solidFill>
              </a:rPr>
              <a:t>Part</a:t>
            </a:r>
            <a:r>
              <a:rPr lang="en-US" altLang="zh-CN" dirty="0">
                <a:solidFill>
                  <a:schemeClr val="accent2"/>
                </a:solidFill>
              </a:rPr>
              <a:t> </a:t>
            </a:r>
            <a:r>
              <a:rPr lang="en-US" altLang="zh-CN" dirty="0" smtClean="0">
                <a:solidFill>
                  <a:schemeClr val="accent2"/>
                </a:solidFill>
              </a:rPr>
              <a:t>9</a:t>
            </a:r>
            <a:endParaRPr lang="zh-CN" altLang="en-US" dirty="0">
              <a:solidFill>
                <a:schemeClr val="accent2"/>
              </a:solidFill>
            </a:endParaRPr>
          </a:p>
        </p:txBody>
      </p:sp>
      <p:sp>
        <p:nvSpPr>
          <p:cNvPr id="3" name="内容占位符 2"/>
          <p:cNvSpPr>
            <a:spLocks noGrp="1"/>
          </p:cNvSpPr>
          <p:nvPr>
            <p:ph idx="1"/>
          </p:nvPr>
        </p:nvSpPr>
        <p:spPr>
          <a:xfrm>
            <a:off x="693992" y="1412776"/>
            <a:ext cx="10601349" cy="4525963"/>
          </a:xfrm>
        </p:spPr>
        <p:txBody>
          <a:bodyPr/>
          <a:lstStyle/>
          <a:p>
            <a:pPr marL="0" indent="457200">
              <a:buNone/>
            </a:pPr>
            <a:r>
              <a:rPr lang="zh-CN" altLang="zh-CN" dirty="0"/>
              <a:t>案例主要目标是通过计算股票交易的技术分析指标，利用数据挖掘模型来预测下一个交易日股票价格涨跌方向，并基于预测的结果设计量化投资策略，从而为技术分析爱好者提供一定的实践价值。在技术分析指标选择方面，主要选择趋势型、超买超卖型、人气型等指标，包括</a:t>
            </a:r>
            <a:r>
              <a:rPr lang="en-US" altLang="zh-CN" dirty="0"/>
              <a:t>5</a:t>
            </a:r>
            <a:r>
              <a:rPr lang="zh-CN" altLang="zh-CN" dirty="0"/>
              <a:t>日、</a:t>
            </a:r>
            <a:r>
              <a:rPr lang="en-US" altLang="zh-CN" dirty="0"/>
              <a:t>10</a:t>
            </a:r>
            <a:r>
              <a:rPr lang="zh-CN" altLang="zh-CN" dirty="0"/>
              <a:t>日、</a:t>
            </a:r>
            <a:r>
              <a:rPr lang="en-US" altLang="zh-CN" dirty="0"/>
              <a:t>20</a:t>
            </a:r>
            <a:r>
              <a:rPr lang="zh-CN" altLang="zh-CN" dirty="0"/>
              <a:t>日移动平均线指标</a:t>
            </a:r>
            <a:r>
              <a:rPr lang="en-US" altLang="zh-CN" dirty="0"/>
              <a:t>MA</a:t>
            </a:r>
            <a:r>
              <a:rPr lang="zh-CN" altLang="zh-CN" dirty="0"/>
              <a:t>，指数平滑异同平均线指标</a:t>
            </a:r>
            <a:r>
              <a:rPr lang="en-US" altLang="zh-CN" dirty="0"/>
              <a:t>MACD</a:t>
            </a:r>
            <a:r>
              <a:rPr lang="zh-CN" altLang="zh-CN" dirty="0"/>
              <a:t>，随机指标</a:t>
            </a:r>
            <a:r>
              <a:rPr lang="en-US" altLang="zh-CN" dirty="0"/>
              <a:t>K</a:t>
            </a:r>
            <a:r>
              <a:rPr lang="zh-CN" altLang="zh-CN" dirty="0"/>
              <a:t>、</a:t>
            </a:r>
            <a:r>
              <a:rPr lang="en-US" altLang="zh-CN" dirty="0"/>
              <a:t>D</a:t>
            </a:r>
            <a:r>
              <a:rPr lang="zh-CN" altLang="zh-CN" dirty="0"/>
              <a:t>、</a:t>
            </a:r>
            <a:r>
              <a:rPr lang="en-US" altLang="zh-CN" dirty="0"/>
              <a:t>J</a:t>
            </a:r>
            <a:r>
              <a:rPr lang="zh-CN" altLang="zh-CN" dirty="0"/>
              <a:t>，</a:t>
            </a:r>
            <a:r>
              <a:rPr lang="en-US" altLang="zh-CN" dirty="0"/>
              <a:t>6</a:t>
            </a:r>
            <a:r>
              <a:rPr lang="zh-CN" altLang="zh-CN" dirty="0"/>
              <a:t>日、</a:t>
            </a:r>
            <a:r>
              <a:rPr lang="en-US" altLang="zh-CN" dirty="0"/>
              <a:t>12</a:t>
            </a:r>
            <a:r>
              <a:rPr lang="zh-CN" altLang="zh-CN" dirty="0"/>
              <a:t>日、</a:t>
            </a:r>
            <a:r>
              <a:rPr lang="en-US" altLang="zh-CN" dirty="0"/>
              <a:t>20</a:t>
            </a:r>
            <a:r>
              <a:rPr lang="zh-CN" altLang="zh-CN" dirty="0"/>
              <a:t>日相对强弱指标</a:t>
            </a:r>
            <a:r>
              <a:rPr lang="en-US" altLang="zh-CN" dirty="0"/>
              <a:t>RSI</a:t>
            </a:r>
            <a:r>
              <a:rPr lang="zh-CN" altLang="zh-CN" dirty="0"/>
              <a:t>，</a:t>
            </a:r>
            <a:r>
              <a:rPr lang="en-US" altLang="zh-CN" dirty="0"/>
              <a:t>5</a:t>
            </a:r>
            <a:r>
              <a:rPr lang="zh-CN" altLang="zh-CN" dirty="0"/>
              <a:t>日、</a:t>
            </a:r>
            <a:r>
              <a:rPr lang="en-US" altLang="zh-CN" dirty="0"/>
              <a:t>10</a:t>
            </a:r>
            <a:r>
              <a:rPr lang="zh-CN" altLang="zh-CN" dirty="0"/>
              <a:t>日、</a:t>
            </a:r>
            <a:r>
              <a:rPr lang="en-US" altLang="zh-CN" dirty="0"/>
              <a:t>20</a:t>
            </a:r>
            <a:r>
              <a:rPr lang="zh-CN" altLang="zh-CN" dirty="0"/>
              <a:t>日乖离率指标</a:t>
            </a:r>
            <a:r>
              <a:rPr lang="en-US" altLang="zh-CN" dirty="0"/>
              <a:t>BIAS</a:t>
            </a:r>
            <a:r>
              <a:rPr lang="zh-CN" altLang="zh-CN" dirty="0"/>
              <a:t>、能量潮指标</a:t>
            </a:r>
            <a:r>
              <a:rPr lang="en-US" altLang="zh-CN" dirty="0"/>
              <a:t>OBV</a:t>
            </a:r>
            <a:r>
              <a:rPr lang="zh-CN" altLang="zh-CN" dirty="0"/>
              <a:t>等，并将这些指标作为解释变量（自变量）。被解释变量（因变量）为下一个交易日的股票价格涨跌方向，上涨用</a:t>
            </a:r>
            <a:r>
              <a:rPr lang="en-US" altLang="zh-CN" dirty="0"/>
              <a:t>+1</a:t>
            </a:r>
            <a:r>
              <a:rPr lang="zh-CN" altLang="zh-CN" dirty="0"/>
              <a:t>表示，否则为</a:t>
            </a:r>
            <a:r>
              <a:rPr lang="en-US" altLang="zh-CN" dirty="0"/>
              <a:t>-1</a:t>
            </a:r>
            <a:r>
              <a:rPr lang="zh-CN" altLang="zh-CN" dirty="0"/>
              <a:t>，是一种分类型变量。以一定的计算周期计算其解释变量和被解释变量，作为训练样本，以其后的一定周期计算其解释变量，作为测试样本，并预测其涨跌方向（即被解释变量），最后根据预测的结果设计量化投资策略。这里选择的模型包括支持向量机模型、神经网络模型和逻辑回归模型，并对不同模型的效果进行了分析，从而作出最佳的选择。</a:t>
            </a:r>
            <a:endParaRPr lang="zh-CN" altLang="en-US" dirty="0"/>
          </a:p>
        </p:txBody>
      </p:sp>
    </p:spTree>
  </p:cSld>
  <p:clrMapOvr>
    <a:masterClrMapping/>
  </p:clrMapOvr>
  <mc:AlternateContent xmlns:mc="http://schemas.openxmlformats.org/markup-compatibility/2006">
    <mc:Choice xmlns:p14="http://schemas.microsoft.com/office/powerpoint/2010/main" Requires="p14">
      <p:transition p14:dur="10" advTm="9437"/>
    </mc:Choice>
    <mc:Fallback>
      <p:transition advTm="9437"/>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arn(inVertical)">
                                      <p:cBhvr>
                                        <p:cTn id="7" dur="5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 name="TextBox 54"/>
          <p:cNvSpPr txBox="1"/>
          <p:nvPr/>
        </p:nvSpPr>
        <p:spPr>
          <a:xfrm>
            <a:off x="1330765" y="44625"/>
            <a:ext cx="7719943" cy="523214"/>
          </a:xfrm>
          <a:prstGeom prst="rect">
            <a:avLst/>
          </a:prstGeom>
          <a:noFill/>
        </p:spPr>
        <p:txBody>
          <a:bodyPr wrap="square" lIns="91434" tIns="45717" rIns="91434" bIns="45717" rtlCol="0">
            <a:spAutoFit/>
          </a:bodyPr>
          <a:lstStyle>
            <a:defPPr>
              <a:defRPr lang="zh-CN"/>
            </a:defPPr>
            <a:lvl1pPr>
              <a:defRPr sz="3200">
                <a:solidFill>
                  <a:schemeClr val="tx1">
                    <a:lumMod val="75000"/>
                  </a:schemeClr>
                </a:solidFill>
                <a:latin typeface="方正卡通简体" pitchFamily="65" charset="-122"/>
                <a:ea typeface="方正卡通简体" pitchFamily="65" charset="-122"/>
              </a:defRPr>
            </a:lvl1pPr>
          </a:lstStyle>
          <a:p>
            <a:r>
              <a:rPr lang="en-US" altLang="zh-CN" sz="2800" dirty="0">
                <a:solidFill>
                  <a:schemeClr val="accent2"/>
                </a:solidFill>
                <a:latin typeface="微软雅黑" panose="020B0503020204020204" pitchFamily="34" charset="-122"/>
                <a:ea typeface="微软雅黑" panose="020B0503020204020204" pitchFamily="34" charset="-122"/>
              </a:rPr>
              <a:t>9.2 </a:t>
            </a:r>
            <a:r>
              <a:rPr lang="zh-CN" altLang="en-US" sz="2800" dirty="0">
                <a:solidFill>
                  <a:schemeClr val="accent2"/>
                </a:solidFill>
                <a:latin typeface="微软雅黑" panose="020B0503020204020204" pitchFamily="34" charset="-122"/>
                <a:ea typeface="微软雅黑" panose="020B0503020204020204" pitchFamily="34" charset="-122"/>
              </a:rPr>
              <a:t>案例目标及实现思路</a:t>
            </a:r>
            <a:endParaRPr lang="zh-CN" altLang="en-US" sz="2800" dirty="0">
              <a:solidFill>
                <a:schemeClr val="accent2"/>
              </a:solidFill>
              <a:latin typeface="微软雅黑" panose="020B0503020204020204" pitchFamily="34" charset="-122"/>
              <a:ea typeface="微软雅黑" panose="020B0503020204020204" pitchFamily="34" charset="-122"/>
            </a:endParaRPr>
          </a:p>
        </p:txBody>
      </p:sp>
      <p:sp>
        <p:nvSpPr>
          <p:cNvPr id="56" name="TextBox 55"/>
          <p:cNvSpPr txBox="1"/>
          <p:nvPr/>
        </p:nvSpPr>
        <p:spPr>
          <a:xfrm>
            <a:off x="140263" y="106179"/>
            <a:ext cx="1064260" cy="400103"/>
          </a:xfrm>
          <a:prstGeom prst="rect">
            <a:avLst/>
          </a:prstGeom>
          <a:noFill/>
        </p:spPr>
        <p:txBody>
          <a:bodyPr wrap="square" lIns="91434" tIns="45717" rIns="91434" bIns="45717" rtlCol="0">
            <a:spAutoFit/>
          </a:bodyPr>
          <a:lstStyle/>
          <a:p>
            <a:pPr algn="r"/>
            <a:r>
              <a:rPr lang="en-US" altLang="zh-CN" sz="2000" dirty="0">
                <a:solidFill>
                  <a:srgbClr val="FFFFFF"/>
                </a:solidFill>
              </a:rPr>
              <a:t>Part </a:t>
            </a:r>
            <a:r>
              <a:rPr lang="en-US" altLang="zh-CN" dirty="0">
                <a:solidFill>
                  <a:srgbClr val="FFFFFF"/>
                </a:solidFill>
              </a:rPr>
              <a:t>9</a:t>
            </a:r>
            <a:r>
              <a:rPr lang="en-US" altLang="zh-CN" dirty="0" smtClean="0">
                <a:solidFill>
                  <a:srgbClr val="FFFFFF"/>
                </a:solidFill>
              </a:rPr>
              <a:t> </a:t>
            </a:r>
            <a:endParaRPr lang="zh-CN" altLang="en-US" dirty="0">
              <a:solidFill>
                <a:srgbClr val="FFFFFF"/>
              </a:solidFill>
            </a:endParaRPr>
          </a:p>
        </p:txBody>
      </p:sp>
      <p:sp>
        <p:nvSpPr>
          <p:cNvPr id="3" name="圆角矩形 2"/>
          <p:cNvSpPr/>
          <p:nvPr/>
        </p:nvSpPr>
        <p:spPr bwMode="auto">
          <a:xfrm>
            <a:off x="4010149" y="610497"/>
            <a:ext cx="2592288" cy="422468"/>
          </a:xfrm>
          <a:prstGeom prst="roundRect">
            <a:avLst/>
          </a:prstGeom>
          <a:solidFill>
            <a:schemeClr val="tx2">
              <a:lumMod val="40000"/>
              <a:lumOff val="60000"/>
            </a:schemeClr>
          </a:solidFill>
          <a:ln w="9525" cap="flat" cmpd="sng" algn="ctr">
            <a:solidFill>
              <a:schemeClr val="tx1"/>
            </a:solidFill>
            <a:prstDash val="solid"/>
            <a:round/>
            <a:headEnd type="none" w="med" len="med"/>
            <a:tailEnd type="none" w="med" len="med"/>
          </a:ln>
        </p:spPr>
        <p:txBody>
          <a:bodyPr vert="horz" wrap="square" lIns="91440" tIns="45720" rIns="91440" bIns="45720" numCol="1" rtlCol="0" anchor="t" anchorCtr="0" compatLnSpc="1"/>
          <a:lstStyle/>
          <a:p>
            <a:r>
              <a:rPr lang="zh-CN" altLang="zh-CN" dirty="0"/>
              <a:t>股票价格涨跌趋势预测</a:t>
            </a:r>
            <a:endParaRPr lang="zh-CN" altLang="zh-CN" dirty="0"/>
          </a:p>
        </p:txBody>
      </p:sp>
      <p:cxnSp>
        <p:nvCxnSpPr>
          <p:cNvPr id="6" name="直接箭头连接符 5"/>
          <p:cNvCxnSpPr>
            <a:stCxn id="3" idx="2"/>
          </p:cNvCxnSpPr>
          <p:nvPr/>
        </p:nvCxnSpPr>
        <p:spPr bwMode="auto">
          <a:xfrm>
            <a:off x="5306293" y="1032965"/>
            <a:ext cx="0" cy="379811"/>
          </a:xfrm>
          <a:prstGeom prst="straightConnector1">
            <a:avLst/>
          </a:prstGeom>
          <a:solidFill>
            <a:schemeClr val="accent1"/>
          </a:solidFill>
          <a:ln w="9525" cap="flat" cmpd="sng" algn="ctr">
            <a:solidFill>
              <a:schemeClr val="tx1"/>
            </a:solidFill>
            <a:prstDash val="solid"/>
            <a:round/>
            <a:headEnd type="none" w="med" len="med"/>
            <a:tailEnd type="arrow"/>
          </a:ln>
        </p:spPr>
      </p:cxnSp>
      <p:sp>
        <p:nvSpPr>
          <p:cNvPr id="7" name="圆角矩形 6"/>
          <p:cNvSpPr/>
          <p:nvPr/>
        </p:nvSpPr>
        <p:spPr bwMode="auto">
          <a:xfrm>
            <a:off x="913805" y="1412776"/>
            <a:ext cx="9592152" cy="1008112"/>
          </a:xfrm>
          <a:prstGeom prst="roundRect">
            <a:avLst/>
          </a:prstGeom>
          <a:solidFill>
            <a:schemeClr val="bg2">
              <a:lumMod val="20000"/>
              <a:lumOff val="80000"/>
            </a:schemeClr>
          </a:solidFill>
          <a:ln w="9525" cap="flat" cmpd="sng" algn="ctr">
            <a:solidFill>
              <a:schemeClr val="tx1"/>
            </a:solidFill>
            <a:prstDash val="solid"/>
            <a:round/>
            <a:headEnd type="none" w="med" len="med"/>
            <a:tailEnd type="none" w="med" len="med"/>
          </a:ln>
        </p:spPr>
        <p:txBody>
          <a:bodyPr vert="horz" wrap="square" lIns="91440" tIns="45720" rIns="91440" bIns="45720" numCol="1" rtlCol="0" anchor="t" anchorCtr="0" compatLnSpc="1"/>
          <a:lstStyle/>
          <a:p>
            <a:r>
              <a:rPr lang="zh-CN" altLang="zh-CN" dirty="0"/>
              <a:t>技术分析指标选择及计算（</a:t>
            </a:r>
            <a:r>
              <a:rPr lang="en-US" altLang="zh-CN" dirty="0"/>
              <a:t>X</a:t>
            </a:r>
            <a:r>
              <a:rPr lang="zh-CN" altLang="zh-CN" dirty="0"/>
              <a:t>）：</a:t>
            </a:r>
            <a:r>
              <a:rPr lang="en-US" altLang="zh-CN" dirty="0"/>
              <a:t>MA5</a:t>
            </a:r>
            <a:r>
              <a:rPr lang="zh-CN" altLang="zh-CN" dirty="0"/>
              <a:t>、</a:t>
            </a:r>
            <a:r>
              <a:rPr lang="en-US" altLang="zh-CN" dirty="0"/>
              <a:t>MA10</a:t>
            </a:r>
            <a:r>
              <a:rPr lang="zh-CN" altLang="zh-CN" dirty="0"/>
              <a:t>、</a:t>
            </a:r>
            <a:r>
              <a:rPr lang="en-US" altLang="zh-CN" dirty="0"/>
              <a:t>MA20</a:t>
            </a:r>
            <a:r>
              <a:rPr lang="zh-CN" altLang="zh-CN" dirty="0"/>
              <a:t>、</a:t>
            </a:r>
            <a:r>
              <a:rPr lang="en-US" altLang="zh-CN" dirty="0"/>
              <a:t>MACD</a:t>
            </a:r>
            <a:r>
              <a:rPr lang="zh-CN" altLang="zh-CN" dirty="0"/>
              <a:t>、</a:t>
            </a:r>
            <a:r>
              <a:rPr lang="en-US" altLang="zh-CN" dirty="0"/>
              <a:t>K</a:t>
            </a:r>
            <a:r>
              <a:rPr lang="zh-CN" altLang="zh-CN" dirty="0"/>
              <a:t>、</a:t>
            </a:r>
            <a:r>
              <a:rPr lang="en-US" altLang="zh-CN" dirty="0"/>
              <a:t>D</a:t>
            </a:r>
            <a:r>
              <a:rPr lang="zh-CN" altLang="zh-CN" dirty="0"/>
              <a:t>、</a:t>
            </a:r>
            <a:r>
              <a:rPr lang="en-US" altLang="zh-CN" dirty="0"/>
              <a:t>J</a:t>
            </a:r>
            <a:r>
              <a:rPr lang="zh-CN" altLang="zh-CN" dirty="0"/>
              <a:t>、</a:t>
            </a:r>
            <a:r>
              <a:rPr lang="en-US" altLang="zh-CN" dirty="0"/>
              <a:t>RSI6</a:t>
            </a:r>
            <a:r>
              <a:rPr lang="zh-CN" altLang="zh-CN" dirty="0"/>
              <a:t>、</a:t>
            </a:r>
            <a:r>
              <a:rPr lang="en-US" altLang="zh-CN" dirty="0"/>
              <a:t>RSI12</a:t>
            </a:r>
            <a:r>
              <a:rPr lang="zh-CN" altLang="zh-CN" dirty="0"/>
              <a:t>、</a:t>
            </a:r>
            <a:r>
              <a:rPr lang="en-US" altLang="zh-CN" dirty="0"/>
              <a:t>RSI20</a:t>
            </a:r>
            <a:r>
              <a:rPr lang="zh-CN" altLang="zh-CN" dirty="0"/>
              <a:t>、</a:t>
            </a:r>
            <a:r>
              <a:rPr lang="en-US" altLang="zh-CN" dirty="0"/>
              <a:t>BIAS5</a:t>
            </a:r>
            <a:r>
              <a:rPr lang="zh-CN" altLang="zh-CN" dirty="0"/>
              <a:t>、</a:t>
            </a:r>
            <a:r>
              <a:rPr lang="en-US" altLang="zh-CN" dirty="0"/>
              <a:t>BIAS10</a:t>
            </a:r>
            <a:r>
              <a:rPr lang="zh-CN" altLang="zh-CN" dirty="0"/>
              <a:t>、</a:t>
            </a:r>
            <a:r>
              <a:rPr lang="en-US" altLang="zh-CN" dirty="0"/>
              <a:t>BIAS20</a:t>
            </a:r>
            <a:r>
              <a:rPr lang="zh-CN" altLang="zh-CN" dirty="0"/>
              <a:t>、</a:t>
            </a:r>
            <a:r>
              <a:rPr lang="en-US" altLang="zh-CN" dirty="0"/>
              <a:t>OBV</a:t>
            </a:r>
            <a:r>
              <a:rPr lang="zh-CN" altLang="zh-CN" dirty="0"/>
              <a:t>；预测指标计算（</a:t>
            </a:r>
            <a:r>
              <a:rPr lang="en-US" altLang="zh-CN" dirty="0"/>
              <a:t>Y</a:t>
            </a:r>
            <a:r>
              <a:rPr lang="zh-CN" altLang="zh-CN" dirty="0"/>
              <a:t>）：下一交易日收盘价</a:t>
            </a:r>
            <a:r>
              <a:rPr lang="en-US" altLang="zh-CN" dirty="0"/>
              <a:t>-</a:t>
            </a:r>
            <a:r>
              <a:rPr lang="zh-CN" altLang="zh-CN" dirty="0"/>
              <a:t>当日收盘价</a:t>
            </a:r>
            <a:r>
              <a:rPr lang="en-US" altLang="zh-CN" dirty="0"/>
              <a:t>&gt;0</a:t>
            </a:r>
            <a:r>
              <a:rPr lang="zh-CN" altLang="zh-CN" dirty="0"/>
              <a:t>记为</a:t>
            </a:r>
            <a:r>
              <a:rPr lang="en-US" altLang="zh-CN" dirty="0"/>
              <a:t>+1</a:t>
            </a:r>
            <a:r>
              <a:rPr lang="zh-CN" altLang="zh-CN" dirty="0"/>
              <a:t>，</a:t>
            </a:r>
            <a:r>
              <a:rPr lang="en-US" altLang="zh-CN" dirty="0"/>
              <a:t>&lt;0</a:t>
            </a:r>
            <a:r>
              <a:rPr lang="zh-CN" altLang="zh-CN" dirty="0"/>
              <a:t>记为</a:t>
            </a:r>
            <a:r>
              <a:rPr lang="en-US" altLang="zh-CN" dirty="0"/>
              <a:t>-1</a:t>
            </a:r>
            <a:r>
              <a:rPr lang="zh-CN" altLang="zh-CN" dirty="0"/>
              <a:t>，</a:t>
            </a:r>
            <a:r>
              <a:rPr lang="en-US" altLang="zh-CN" dirty="0"/>
              <a:t>=0</a:t>
            </a:r>
            <a:r>
              <a:rPr lang="zh-CN" altLang="zh-CN" dirty="0"/>
              <a:t>记为</a:t>
            </a:r>
            <a:r>
              <a:rPr lang="en-US" altLang="zh-CN" dirty="0"/>
              <a:t>0</a:t>
            </a:r>
            <a:r>
              <a:rPr lang="zh-CN" altLang="zh-CN" dirty="0"/>
              <a:t>。注：均采用函数的形式定义</a:t>
            </a:r>
            <a:endParaRPr lang="zh-CN" altLang="zh-CN" dirty="0"/>
          </a:p>
        </p:txBody>
      </p:sp>
      <p:sp>
        <p:nvSpPr>
          <p:cNvPr id="17" name="圆角矩形 16"/>
          <p:cNvSpPr/>
          <p:nvPr/>
        </p:nvSpPr>
        <p:spPr bwMode="auto">
          <a:xfrm>
            <a:off x="418990" y="2890557"/>
            <a:ext cx="4896544" cy="1296144"/>
          </a:xfrm>
          <a:prstGeom prst="roundRect">
            <a:avLst/>
          </a:prstGeom>
          <a:solidFill>
            <a:schemeClr val="bg1">
              <a:lumMod val="20000"/>
              <a:lumOff val="80000"/>
            </a:schemeClr>
          </a:solidFill>
          <a:ln w="9525" cap="flat" cmpd="sng" algn="ctr">
            <a:solidFill>
              <a:schemeClr val="tx1"/>
            </a:solidFill>
            <a:prstDash val="solid"/>
            <a:round/>
            <a:headEnd type="none" w="med" len="med"/>
            <a:tailEnd type="none" w="med" len="med"/>
          </a:ln>
        </p:spPr>
        <p:txBody>
          <a:bodyPr vert="horz" wrap="square" lIns="91440" tIns="45720" rIns="91440" bIns="45720" numCol="1" rtlCol="0" anchor="t" anchorCtr="0" compatLnSpc="1"/>
          <a:lstStyle/>
          <a:p>
            <a:r>
              <a:rPr lang="zh-CN" altLang="zh-CN" dirty="0"/>
              <a:t>以上汽集团（</a:t>
            </a:r>
            <a:r>
              <a:rPr lang="en-US" altLang="zh-CN" dirty="0"/>
              <a:t>600104</a:t>
            </a:r>
            <a:r>
              <a:rPr lang="zh-CN" altLang="zh-CN" dirty="0"/>
              <a:t>）</a:t>
            </a:r>
            <a:r>
              <a:rPr lang="en-US" altLang="zh-CN" dirty="0"/>
              <a:t>2017</a:t>
            </a:r>
            <a:r>
              <a:rPr lang="zh-CN" altLang="zh-CN" dirty="0"/>
              <a:t>年的交易数据为例进行计算，并作训练样本和测试样本的划分。训练样本区间：</a:t>
            </a:r>
            <a:r>
              <a:rPr lang="en-US" altLang="zh-CN" dirty="0"/>
              <a:t>2017-01-01~11-30</a:t>
            </a:r>
            <a:r>
              <a:rPr lang="zh-CN" altLang="zh-CN" dirty="0"/>
              <a:t>；测试样本区间：</a:t>
            </a:r>
            <a:r>
              <a:rPr lang="en-US" altLang="zh-CN" dirty="0"/>
              <a:t>2017-12-01~12-31</a:t>
            </a:r>
            <a:endParaRPr lang="zh-CN" altLang="zh-CN" dirty="0"/>
          </a:p>
        </p:txBody>
      </p:sp>
      <p:sp>
        <p:nvSpPr>
          <p:cNvPr id="18" name="圆角矩形 17"/>
          <p:cNvSpPr/>
          <p:nvPr/>
        </p:nvSpPr>
        <p:spPr bwMode="auto">
          <a:xfrm>
            <a:off x="6098381" y="3140968"/>
            <a:ext cx="5832648" cy="1656184"/>
          </a:xfrm>
          <a:prstGeom prst="roundRect">
            <a:avLst/>
          </a:prstGeom>
          <a:solidFill>
            <a:schemeClr val="tx1">
              <a:lumMod val="20000"/>
              <a:lumOff val="80000"/>
            </a:schemeClr>
          </a:solidFill>
          <a:ln w="9525" cap="flat" cmpd="sng" algn="ctr">
            <a:solidFill>
              <a:schemeClr val="tx1"/>
            </a:solidFill>
            <a:prstDash val="solid"/>
            <a:round/>
            <a:headEnd type="none" w="med" len="med"/>
            <a:tailEnd type="none" w="med" len="med"/>
          </a:ln>
        </p:spPr>
        <p:txBody>
          <a:bodyPr vert="horz" wrap="square" lIns="91440" tIns="45720" rIns="91440" bIns="45720" numCol="1" rtlCol="0" anchor="t" anchorCtr="0" compatLnSpc="1"/>
          <a:lstStyle/>
          <a:p>
            <a:r>
              <a:rPr lang="zh-CN" altLang="zh-CN" dirty="0"/>
              <a:t>以第</a:t>
            </a:r>
            <a:r>
              <a:rPr lang="en-US" altLang="zh-CN" dirty="0"/>
              <a:t>8</a:t>
            </a:r>
            <a:r>
              <a:rPr lang="zh-CN" altLang="zh-CN" dirty="0"/>
              <a:t>章基于总体规模与投资效率指标的综合评价获得</a:t>
            </a:r>
            <a:r>
              <a:rPr lang="en-US" altLang="zh-CN" dirty="0"/>
              <a:t>2016</a:t>
            </a:r>
            <a:r>
              <a:rPr lang="zh-CN" altLang="zh-CN" dirty="0"/>
              <a:t>年综合排名前</a:t>
            </a:r>
            <a:r>
              <a:rPr lang="en-US" altLang="zh-CN" dirty="0"/>
              <a:t>20</a:t>
            </a:r>
            <a:r>
              <a:rPr lang="zh-CN" altLang="zh-CN" dirty="0"/>
              <a:t>的股票构建投资组合， 取</a:t>
            </a:r>
            <a:r>
              <a:rPr lang="en-US" altLang="zh-CN" dirty="0"/>
              <a:t>2017</a:t>
            </a:r>
            <a:r>
              <a:rPr lang="zh-CN" altLang="zh-CN" dirty="0"/>
              <a:t>年的交易数据为例进行计算，并作训练样本和测试样本的划分。训练样本区间：</a:t>
            </a:r>
            <a:r>
              <a:rPr lang="en-US" altLang="zh-CN" dirty="0"/>
              <a:t>2017-01-01~11-30</a:t>
            </a:r>
            <a:r>
              <a:rPr lang="zh-CN" altLang="zh-CN" dirty="0"/>
              <a:t>；测试样本区间：</a:t>
            </a:r>
            <a:r>
              <a:rPr lang="en-US" altLang="zh-CN" dirty="0"/>
              <a:t>2017-12-01~12-31</a:t>
            </a:r>
            <a:endParaRPr lang="zh-CN" altLang="zh-CN" dirty="0"/>
          </a:p>
        </p:txBody>
      </p:sp>
      <p:sp>
        <p:nvSpPr>
          <p:cNvPr id="21" name="圆角矩形 20"/>
          <p:cNvSpPr/>
          <p:nvPr/>
        </p:nvSpPr>
        <p:spPr bwMode="auto">
          <a:xfrm>
            <a:off x="418990" y="4680519"/>
            <a:ext cx="4536504" cy="2060848"/>
          </a:xfrm>
          <a:prstGeom prst="roundRect">
            <a:avLst/>
          </a:prstGeom>
          <a:solidFill>
            <a:schemeClr val="accent1">
              <a:lumMod val="20000"/>
              <a:lumOff val="80000"/>
            </a:schemeClr>
          </a:solidFill>
          <a:ln w="9525" cap="flat" cmpd="sng" algn="ctr">
            <a:solidFill>
              <a:schemeClr val="tx1"/>
            </a:solidFill>
            <a:prstDash val="solid"/>
            <a:round/>
            <a:headEnd type="none" w="med" len="med"/>
            <a:tailEnd type="none" w="med" len="med"/>
          </a:ln>
        </p:spPr>
        <p:txBody>
          <a:bodyPr vert="horz" wrap="square" lIns="91440" tIns="45720" rIns="91440" bIns="45720" numCol="1" rtlCol="0" anchor="t" anchorCtr="0" compatLnSpc="1"/>
          <a:lstStyle/>
          <a:p>
            <a:r>
              <a:rPr lang="zh-CN" altLang="zh-CN" dirty="0"/>
              <a:t>模型求解：</a:t>
            </a:r>
            <a:endParaRPr lang="zh-CN" altLang="zh-CN" dirty="0"/>
          </a:p>
          <a:p>
            <a:r>
              <a:rPr lang="zh-CN" altLang="zh-CN" dirty="0"/>
              <a:t>支持向量机模型、神经网络模型、逻辑回归模型，获得对应模型的准确率、预测结果及预测准确率，并根据预测结果计算其收益率（如果预测结果为</a:t>
            </a:r>
            <a:r>
              <a:rPr lang="en-US" altLang="zh-CN" dirty="0"/>
              <a:t>+1</a:t>
            </a:r>
            <a:r>
              <a:rPr lang="zh-CN" altLang="zh-CN" dirty="0"/>
              <a:t>，则以当天收盘价买入，下一个交易日收盘价卖出，计算其收益率）</a:t>
            </a:r>
            <a:endParaRPr lang="zh-CN" altLang="zh-CN" dirty="0"/>
          </a:p>
        </p:txBody>
      </p:sp>
      <p:cxnSp>
        <p:nvCxnSpPr>
          <p:cNvPr id="25" name="直接箭头连接符 24"/>
          <p:cNvCxnSpPr/>
          <p:nvPr/>
        </p:nvCxnSpPr>
        <p:spPr bwMode="auto">
          <a:xfrm flipH="1">
            <a:off x="4946253" y="4797152"/>
            <a:ext cx="1656184" cy="1030424"/>
          </a:xfrm>
          <a:prstGeom prst="straightConnector1">
            <a:avLst/>
          </a:prstGeom>
          <a:solidFill>
            <a:schemeClr val="accent1"/>
          </a:solidFill>
          <a:ln w="9525" cap="flat" cmpd="sng" algn="ctr">
            <a:solidFill>
              <a:schemeClr val="tx1"/>
            </a:solidFill>
            <a:prstDash val="solid"/>
            <a:round/>
            <a:headEnd type="none" w="med" len="med"/>
            <a:tailEnd type="arrow"/>
          </a:ln>
        </p:spPr>
      </p:cxnSp>
      <p:sp>
        <p:nvSpPr>
          <p:cNvPr id="28" name="圆角矩形 27"/>
          <p:cNvSpPr/>
          <p:nvPr/>
        </p:nvSpPr>
        <p:spPr bwMode="auto">
          <a:xfrm>
            <a:off x="6098381" y="5437298"/>
            <a:ext cx="4428492" cy="1304069"/>
          </a:xfrm>
          <a:prstGeom prst="roundRect">
            <a:avLst/>
          </a:prstGeom>
          <a:solidFill>
            <a:schemeClr val="accent4">
              <a:lumMod val="20000"/>
              <a:lumOff val="80000"/>
            </a:schemeClr>
          </a:solidFill>
          <a:ln w="9525" cap="flat" cmpd="sng" algn="ctr">
            <a:solidFill>
              <a:schemeClr val="tx1"/>
            </a:solidFill>
            <a:prstDash val="solid"/>
            <a:round/>
            <a:headEnd type="none" w="med" len="med"/>
            <a:tailEnd type="none" w="med" len="med"/>
          </a:ln>
        </p:spPr>
        <p:txBody>
          <a:bodyPr vert="horz" wrap="square" lIns="91440" tIns="45720" rIns="91440" bIns="45720" numCol="1" rtlCol="0" anchor="t" anchorCtr="0" compatLnSpc="1"/>
          <a:lstStyle/>
          <a:p>
            <a:r>
              <a:rPr lang="zh-CN" altLang="zh-CN" dirty="0"/>
              <a:t>分析投资组合中每个股票的收益率和组合的总收益率，并对分析模型（支持向量机模型、神经网络模型、逻辑回归模型）进行评价。</a:t>
            </a:r>
            <a:endParaRPr lang="zh-CN" altLang="zh-CN" dirty="0"/>
          </a:p>
        </p:txBody>
      </p:sp>
      <p:cxnSp>
        <p:nvCxnSpPr>
          <p:cNvPr id="32" name="直接箭头连接符 31"/>
          <p:cNvCxnSpPr/>
          <p:nvPr/>
        </p:nvCxnSpPr>
        <p:spPr bwMode="auto">
          <a:xfrm flipH="1">
            <a:off x="2867262" y="2420888"/>
            <a:ext cx="2448272" cy="469669"/>
          </a:xfrm>
          <a:prstGeom prst="straightConnector1">
            <a:avLst/>
          </a:prstGeom>
          <a:solidFill>
            <a:schemeClr val="accent1"/>
          </a:solidFill>
          <a:ln w="9525" cap="flat" cmpd="sng" algn="ctr">
            <a:solidFill>
              <a:schemeClr val="tx1"/>
            </a:solidFill>
            <a:prstDash val="solid"/>
            <a:round/>
            <a:headEnd type="none" w="med" len="med"/>
            <a:tailEnd type="arrow"/>
          </a:ln>
        </p:spPr>
      </p:cxnSp>
      <p:cxnSp>
        <p:nvCxnSpPr>
          <p:cNvPr id="34" name="直接箭头连接符 33"/>
          <p:cNvCxnSpPr>
            <a:endCxn id="18" idx="0"/>
          </p:cNvCxnSpPr>
          <p:nvPr/>
        </p:nvCxnSpPr>
        <p:spPr bwMode="auto">
          <a:xfrm>
            <a:off x="5306293" y="2420888"/>
            <a:ext cx="3708412" cy="720080"/>
          </a:xfrm>
          <a:prstGeom prst="straightConnector1">
            <a:avLst/>
          </a:prstGeom>
          <a:solidFill>
            <a:schemeClr val="accent1"/>
          </a:solidFill>
          <a:ln w="9525" cap="flat" cmpd="sng" algn="ctr">
            <a:solidFill>
              <a:schemeClr val="tx1"/>
            </a:solidFill>
            <a:prstDash val="solid"/>
            <a:round/>
            <a:headEnd type="none" w="med" len="med"/>
            <a:tailEnd type="arrow"/>
          </a:ln>
        </p:spPr>
      </p:cxnSp>
      <p:cxnSp>
        <p:nvCxnSpPr>
          <p:cNvPr id="36" name="直接箭头连接符 35"/>
          <p:cNvCxnSpPr>
            <a:stCxn id="17" idx="2"/>
          </p:cNvCxnSpPr>
          <p:nvPr/>
        </p:nvCxnSpPr>
        <p:spPr bwMode="auto">
          <a:xfrm>
            <a:off x="2867262" y="4186701"/>
            <a:ext cx="0" cy="493818"/>
          </a:xfrm>
          <a:prstGeom prst="straightConnector1">
            <a:avLst/>
          </a:prstGeom>
          <a:solidFill>
            <a:schemeClr val="accent1"/>
          </a:solidFill>
          <a:ln w="9525" cap="flat" cmpd="sng" algn="ctr">
            <a:solidFill>
              <a:schemeClr val="tx1"/>
            </a:solidFill>
            <a:prstDash val="solid"/>
            <a:round/>
            <a:headEnd type="none" w="med" len="med"/>
            <a:tailEnd type="arrow"/>
          </a:ln>
        </p:spPr>
      </p:cxnSp>
      <p:cxnSp>
        <p:nvCxnSpPr>
          <p:cNvPr id="38" name="直接箭头连接符 37"/>
          <p:cNvCxnSpPr>
            <a:endCxn id="28" idx="1"/>
          </p:cNvCxnSpPr>
          <p:nvPr/>
        </p:nvCxnSpPr>
        <p:spPr bwMode="auto">
          <a:xfrm>
            <a:off x="4955494" y="6089332"/>
            <a:ext cx="1142887" cy="1"/>
          </a:xfrm>
          <a:prstGeom prst="straightConnector1">
            <a:avLst/>
          </a:prstGeom>
          <a:solidFill>
            <a:schemeClr val="accent1"/>
          </a:solidFill>
          <a:ln w="9525" cap="flat" cmpd="sng" algn="ctr">
            <a:solidFill>
              <a:schemeClr val="tx1"/>
            </a:solidFill>
            <a:prstDash val="solid"/>
            <a:round/>
            <a:headEnd type="none" w="med" len="med"/>
            <a:tailEnd type="arrow"/>
          </a:ln>
        </p:spPr>
      </p:cxnSp>
      <p:sp>
        <p:nvSpPr>
          <p:cNvPr id="39" name="矩形 38"/>
          <p:cNvSpPr/>
          <p:nvPr/>
        </p:nvSpPr>
        <p:spPr>
          <a:xfrm>
            <a:off x="4398366" y="2596262"/>
            <a:ext cx="415498" cy="369332"/>
          </a:xfrm>
          <a:prstGeom prst="rect">
            <a:avLst/>
          </a:prstGeom>
        </p:spPr>
        <p:txBody>
          <a:bodyPr wrap="none">
            <a:spAutoFit/>
          </a:bodyPr>
          <a:lstStyle/>
          <a:p>
            <a:r>
              <a:rPr lang="zh-CN" altLang="en-US" dirty="0"/>
              <a:t>①</a:t>
            </a:r>
            <a:endParaRPr lang="zh-CN" altLang="en-US" dirty="0"/>
          </a:p>
        </p:txBody>
      </p:sp>
      <p:sp>
        <p:nvSpPr>
          <p:cNvPr id="40" name="矩形 39"/>
          <p:cNvSpPr/>
          <p:nvPr/>
        </p:nvSpPr>
        <p:spPr>
          <a:xfrm>
            <a:off x="7394525" y="2565381"/>
            <a:ext cx="415498" cy="369332"/>
          </a:xfrm>
          <a:prstGeom prst="rect">
            <a:avLst/>
          </a:prstGeom>
        </p:spPr>
        <p:txBody>
          <a:bodyPr wrap="none">
            <a:spAutoFit/>
          </a:bodyPr>
          <a:lstStyle/>
          <a:p>
            <a:r>
              <a:rPr lang="zh-CN" altLang="en-US" dirty="0"/>
              <a:t>②</a:t>
            </a:r>
            <a:endParaRPr lang="zh-CN" altLang="en-US" dirty="0"/>
          </a:p>
        </p:txBody>
      </p:sp>
      <p:sp>
        <p:nvSpPr>
          <p:cNvPr id="41" name="矩形 40"/>
          <p:cNvSpPr/>
          <p:nvPr/>
        </p:nvSpPr>
        <p:spPr>
          <a:xfrm>
            <a:off x="5395642" y="5746564"/>
            <a:ext cx="415498" cy="369332"/>
          </a:xfrm>
          <a:prstGeom prst="rect">
            <a:avLst/>
          </a:prstGeom>
        </p:spPr>
        <p:txBody>
          <a:bodyPr wrap="none">
            <a:spAutoFit/>
          </a:bodyPr>
          <a:lstStyle/>
          <a:p>
            <a:r>
              <a:rPr lang="zh-CN" altLang="en-US" dirty="0"/>
              <a:t>②</a:t>
            </a:r>
            <a:endParaRPr lang="zh-CN" altLang="en-US" dirty="0"/>
          </a:p>
        </p:txBody>
      </p:sp>
      <p:sp>
        <p:nvSpPr>
          <p:cNvPr id="42" name="矩形 41"/>
          <p:cNvSpPr/>
          <p:nvPr/>
        </p:nvSpPr>
        <p:spPr>
          <a:xfrm>
            <a:off x="5429506" y="4973485"/>
            <a:ext cx="415498" cy="369332"/>
          </a:xfrm>
          <a:prstGeom prst="rect">
            <a:avLst/>
          </a:prstGeom>
        </p:spPr>
        <p:txBody>
          <a:bodyPr wrap="none">
            <a:spAutoFit/>
          </a:bodyPr>
          <a:lstStyle/>
          <a:p>
            <a:r>
              <a:rPr lang="zh-CN" altLang="en-US" dirty="0"/>
              <a:t>②</a:t>
            </a:r>
            <a:endParaRPr lang="zh-CN" altLang="en-US" dirty="0"/>
          </a:p>
        </p:txBody>
      </p:sp>
      <p:sp>
        <p:nvSpPr>
          <p:cNvPr id="43" name="矩形 42"/>
          <p:cNvSpPr/>
          <p:nvPr/>
        </p:nvSpPr>
        <p:spPr>
          <a:xfrm>
            <a:off x="2867262" y="4248944"/>
            <a:ext cx="415498" cy="369332"/>
          </a:xfrm>
          <a:prstGeom prst="rect">
            <a:avLst/>
          </a:prstGeom>
        </p:spPr>
        <p:txBody>
          <a:bodyPr wrap="none">
            <a:spAutoFit/>
          </a:bodyPr>
          <a:lstStyle/>
          <a:p>
            <a:r>
              <a:rPr lang="zh-CN" altLang="en-US" dirty="0"/>
              <a:t>①</a:t>
            </a:r>
            <a:endParaRPr lang="zh-CN" altLang="en-US" dirty="0"/>
          </a:p>
        </p:txBody>
      </p:sp>
    </p:spTree>
  </p:cSld>
  <p:clrMapOvr>
    <a:masterClrMapping/>
  </p:clrMapOvr>
  <mc:AlternateContent xmlns:mc="http://schemas.openxmlformats.org/markup-compatibility/2006">
    <mc:Choice xmlns:p14="http://schemas.microsoft.com/office/powerpoint/2010/main" Requires="p14">
      <p:transition p14:dur="100" advTm="9437">
        <p:cut/>
      </p:transition>
    </mc:Choice>
    <mc:Fallback>
      <p:transition advTm="9437">
        <p:cu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1000"/>
                                        <p:tgtEl>
                                          <p:spTgt spid="3"/>
                                        </p:tgtEl>
                                      </p:cBhvr>
                                    </p:animEffect>
                                    <p:anim calcmode="lin" valueType="num">
                                      <p:cBhvr>
                                        <p:cTn id="8" dur="1000" fill="hold"/>
                                        <p:tgtEl>
                                          <p:spTgt spid="3"/>
                                        </p:tgtEl>
                                        <p:attrNameLst>
                                          <p:attrName>ppt_x</p:attrName>
                                        </p:attrNameLst>
                                      </p:cBhvr>
                                      <p:tavLst>
                                        <p:tav tm="0">
                                          <p:val>
                                            <p:strVal val="#ppt_x"/>
                                          </p:val>
                                        </p:tav>
                                        <p:tav tm="100000">
                                          <p:val>
                                            <p:strVal val="#ppt_x"/>
                                          </p:val>
                                        </p:tav>
                                      </p:tavLst>
                                    </p:anim>
                                    <p:anim calcmode="lin" valueType="num">
                                      <p:cBhvr>
                                        <p:cTn id="9" dur="1000" fill="hold"/>
                                        <p:tgtEl>
                                          <p:spTgt spid="3"/>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2" presetClass="entr" presetSubtype="4" fill="hold" nodeType="clickEffect">
                                  <p:stCondLst>
                                    <p:cond delay="0"/>
                                  </p:stCondLst>
                                  <p:childTnLst>
                                    <p:set>
                                      <p:cBhvr>
                                        <p:cTn id="13" dur="1" fill="hold">
                                          <p:stCondLst>
                                            <p:cond delay="0"/>
                                          </p:stCondLst>
                                        </p:cTn>
                                        <p:tgtEl>
                                          <p:spTgt spid="6"/>
                                        </p:tgtEl>
                                        <p:attrNameLst>
                                          <p:attrName>style.visibility</p:attrName>
                                        </p:attrNameLst>
                                      </p:cBhvr>
                                      <p:to>
                                        <p:strVal val="visible"/>
                                      </p:to>
                                    </p:set>
                                    <p:anim calcmode="lin" valueType="num">
                                      <p:cBhvr additive="base">
                                        <p:cTn id="14" dur="500" fill="hold"/>
                                        <p:tgtEl>
                                          <p:spTgt spid="6"/>
                                        </p:tgtEl>
                                        <p:attrNameLst>
                                          <p:attrName>ppt_x</p:attrName>
                                        </p:attrNameLst>
                                      </p:cBhvr>
                                      <p:tavLst>
                                        <p:tav tm="0">
                                          <p:val>
                                            <p:strVal val="#ppt_x"/>
                                          </p:val>
                                        </p:tav>
                                        <p:tav tm="100000">
                                          <p:val>
                                            <p:strVal val="#ppt_x"/>
                                          </p:val>
                                        </p:tav>
                                      </p:tavLst>
                                    </p:anim>
                                    <p:anim calcmode="lin" valueType="num">
                                      <p:cBhvr additive="base">
                                        <p:cTn id="15"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16" fill="hold">
                      <p:stCondLst>
                        <p:cond delay="indefinite"/>
                      </p:stCondLst>
                      <p:childTnLst>
                        <p:par>
                          <p:cTn id="17" fill="hold">
                            <p:stCondLst>
                              <p:cond delay="0"/>
                            </p:stCondLst>
                            <p:childTnLst>
                              <p:par>
                                <p:cTn id="18" presetID="42" presetClass="entr" presetSubtype="0" fill="hold" grpId="0" nodeType="clickEffect">
                                  <p:stCondLst>
                                    <p:cond delay="0"/>
                                  </p:stCondLst>
                                  <p:childTnLst>
                                    <p:set>
                                      <p:cBhvr>
                                        <p:cTn id="19" dur="1" fill="hold">
                                          <p:stCondLst>
                                            <p:cond delay="0"/>
                                          </p:stCondLst>
                                        </p:cTn>
                                        <p:tgtEl>
                                          <p:spTgt spid="7"/>
                                        </p:tgtEl>
                                        <p:attrNameLst>
                                          <p:attrName>style.visibility</p:attrName>
                                        </p:attrNameLst>
                                      </p:cBhvr>
                                      <p:to>
                                        <p:strVal val="visible"/>
                                      </p:to>
                                    </p:set>
                                    <p:animEffect transition="in" filter="fade">
                                      <p:cBhvr>
                                        <p:cTn id="20" dur="1000"/>
                                        <p:tgtEl>
                                          <p:spTgt spid="7"/>
                                        </p:tgtEl>
                                      </p:cBhvr>
                                    </p:animEffect>
                                    <p:anim calcmode="lin" valueType="num">
                                      <p:cBhvr>
                                        <p:cTn id="21" dur="1000" fill="hold"/>
                                        <p:tgtEl>
                                          <p:spTgt spid="7"/>
                                        </p:tgtEl>
                                        <p:attrNameLst>
                                          <p:attrName>ppt_x</p:attrName>
                                        </p:attrNameLst>
                                      </p:cBhvr>
                                      <p:tavLst>
                                        <p:tav tm="0">
                                          <p:val>
                                            <p:strVal val="#ppt_x"/>
                                          </p:val>
                                        </p:tav>
                                        <p:tav tm="100000">
                                          <p:val>
                                            <p:strVal val="#ppt_x"/>
                                          </p:val>
                                        </p:tav>
                                      </p:tavLst>
                                    </p:anim>
                                    <p:anim calcmode="lin" valueType="num">
                                      <p:cBhvr>
                                        <p:cTn id="22"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16" presetClass="entr" presetSubtype="21" fill="hold" nodeType="clickEffect">
                                  <p:stCondLst>
                                    <p:cond delay="0"/>
                                  </p:stCondLst>
                                  <p:childTnLst>
                                    <p:set>
                                      <p:cBhvr>
                                        <p:cTn id="26" dur="1" fill="hold">
                                          <p:stCondLst>
                                            <p:cond delay="0"/>
                                          </p:stCondLst>
                                        </p:cTn>
                                        <p:tgtEl>
                                          <p:spTgt spid="32"/>
                                        </p:tgtEl>
                                        <p:attrNameLst>
                                          <p:attrName>style.visibility</p:attrName>
                                        </p:attrNameLst>
                                      </p:cBhvr>
                                      <p:to>
                                        <p:strVal val="visible"/>
                                      </p:to>
                                    </p:set>
                                    <p:animEffect transition="in" filter="barn(inVertical)">
                                      <p:cBhvr>
                                        <p:cTn id="27" dur="500"/>
                                        <p:tgtEl>
                                          <p:spTgt spid="32"/>
                                        </p:tgtEl>
                                      </p:cBhvr>
                                    </p:animEffect>
                                  </p:childTnLst>
                                </p:cTn>
                              </p:par>
                            </p:childTnLst>
                          </p:cTn>
                        </p:par>
                      </p:childTnLst>
                    </p:cTn>
                  </p:par>
                  <p:par>
                    <p:cTn id="28" fill="hold">
                      <p:stCondLst>
                        <p:cond delay="indefinite"/>
                      </p:stCondLst>
                      <p:childTnLst>
                        <p:par>
                          <p:cTn id="29" fill="hold">
                            <p:stCondLst>
                              <p:cond delay="0"/>
                            </p:stCondLst>
                            <p:childTnLst>
                              <p:par>
                                <p:cTn id="30" presetID="2" presetClass="entr" presetSubtype="4" fill="hold" grpId="0" nodeType="clickEffect">
                                  <p:stCondLst>
                                    <p:cond delay="0"/>
                                  </p:stCondLst>
                                  <p:childTnLst>
                                    <p:set>
                                      <p:cBhvr>
                                        <p:cTn id="31" dur="1" fill="hold">
                                          <p:stCondLst>
                                            <p:cond delay="0"/>
                                          </p:stCondLst>
                                        </p:cTn>
                                        <p:tgtEl>
                                          <p:spTgt spid="39"/>
                                        </p:tgtEl>
                                        <p:attrNameLst>
                                          <p:attrName>style.visibility</p:attrName>
                                        </p:attrNameLst>
                                      </p:cBhvr>
                                      <p:to>
                                        <p:strVal val="visible"/>
                                      </p:to>
                                    </p:set>
                                    <p:anim calcmode="lin" valueType="num">
                                      <p:cBhvr additive="base">
                                        <p:cTn id="32" dur="500" fill="hold"/>
                                        <p:tgtEl>
                                          <p:spTgt spid="39"/>
                                        </p:tgtEl>
                                        <p:attrNameLst>
                                          <p:attrName>ppt_x</p:attrName>
                                        </p:attrNameLst>
                                      </p:cBhvr>
                                      <p:tavLst>
                                        <p:tav tm="0">
                                          <p:val>
                                            <p:strVal val="#ppt_x"/>
                                          </p:val>
                                        </p:tav>
                                        <p:tav tm="100000">
                                          <p:val>
                                            <p:strVal val="#ppt_x"/>
                                          </p:val>
                                        </p:tav>
                                      </p:tavLst>
                                    </p:anim>
                                    <p:anim calcmode="lin" valueType="num">
                                      <p:cBhvr additive="base">
                                        <p:cTn id="33" dur="500" fill="hold"/>
                                        <p:tgtEl>
                                          <p:spTgt spid="39"/>
                                        </p:tgtEl>
                                        <p:attrNameLst>
                                          <p:attrName>ppt_y</p:attrName>
                                        </p:attrNameLst>
                                      </p:cBhvr>
                                      <p:tavLst>
                                        <p:tav tm="0">
                                          <p:val>
                                            <p:strVal val="1+#ppt_h/2"/>
                                          </p:val>
                                        </p:tav>
                                        <p:tav tm="100000">
                                          <p:val>
                                            <p:strVal val="#ppt_y"/>
                                          </p:val>
                                        </p:tav>
                                      </p:tavLst>
                                    </p:anim>
                                  </p:childTnLst>
                                </p:cTn>
                              </p:par>
                            </p:childTnLst>
                          </p:cTn>
                        </p:par>
                      </p:childTnLst>
                    </p:cTn>
                  </p:par>
                  <p:par>
                    <p:cTn id="34" fill="hold">
                      <p:stCondLst>
                        <p:cond delay="indefinite"/>
                      </p:stCondLst>
                      <p:childTnLst>
                        <p:par>
                          <p:cTn id="35" fill="hold">
                            <p:stCondLst>
                              <p:cond delay="0"/>
                            </p:stCondLst>
                            <p:childTnLst>
                              <p:par>
                                <p:cTn id="36" presetID="42" presetClass="entr" presetSubtype="0" fill="hold" grpId="0" nodeType="clickEffect">
                                  <p:stCondLst>
                                    <p:cond delay="0"/>
                                  </p:stCondLst>
                                  <p:childTnLst>
                                    <p:set>
                                      <p:cBhvr>
                                        <p:cTn id="37" dur="1" fill="hold">
                                          <p:stCondLst>
                                            <p:cond delay="0"/>
                                          </p:stCondLst>
                                        </p:cTn>
                                        <p:tgtEl>
                                          <p:spTgt spid="17"/>
                                        </p:tgtEl>
                                        <p:attrNameLst>
                                          <p:attrName>style.visibility</p:attrName>
                                        </p:attrNameLst>
                                      </p:cBhvr>
                                      <p:to>
                                        <p:strVal val="visible"/>
                                      </p:to>
                                    </p:set>
                                    <p:animEffect transition="in" filter="fade">
                                      <p:cBhvr>
                                        <p:cTn id="38" dur="1000"/>
                                        <p:tgtEl>
                                          <p:spTgt spid="17"/>
                                        </p:tgtEl>
                                      </p:cBhvr>
                                    </p:animEffect>
                                    <p:anim calcmode="lin" valueType="num">
                                      <p:cBhvr>
                                        <p:cTn id="39" dur="1000" fill="hold"/>
                                        <p:tgtEl>
                                          <p:spTgt spid="17"/>
                                        </p:tgtEl>
                                        <p:attrNameLst>
                                          <p:attrName>ppt_x</p:attrName>
                                        </p:attrNameLst>
                                      </p:cBhvr>
                                      <p:tavLst>
                                        <p:tav tm="0">
                                          <p:val>
                                            <p:strVal val="#ppt_x"/>
                                          </p:val>
                                        </p:tav>
                                        <p:tav tm="100000">
                                          <p:val>
                                            <p:strVal val="#ppt_x"/>
                                          </p:val>
                                        </p:tav>
                                      </p:tavLst>
                                    </p:anim>
                                    <p:anim calcmode="lin" valueType="num">
                                      <p:cBhvr>
                                        <p:cTn id="40" dur="1000" fill="hold"/>
                                        <p:tgtEl>
                                          <p:spTgt spid="17"/>
                                        </p:tgtEl>
                                        <p:attrNameLst>
                                          <p:attrName>ppt_y</p:attrName>
                                        </p:attrNameLst>
                                      </p:cBhvr>
                                      <p:tavLst>
                                        <p:tav tm="0">
                                          <p:val>
                                            <p:strVal val="#ppt_y+.1"/>
                                          </p:val>
                                        </p:tav>
                                        <p:tav tm="100000">
                                          <p:val>
                                            <p:strVal val="#ppt_y"/>
                                          </p:val>
                                        </p:tav>
                                      </p:tavLst>
                                    </p:anim>
                                  </p:childTnLst>
                                </p:cTn>
                              </p:par>
                            </p:childTnLst>
                          </p:cTn>
                        </p:par>
                      </p:childTnLst>
                    </p:cTn>
                  </p:par>
                  <p:par>
                    <p:cTn id="41" fill="hold">
                      <p:stCondLst>
                        <p:cond delay="indefinite"/>
                      </p:stCondLst>
                      <p:childTnLst>
                        <p:par>
                          <p:cTn id="42" fill="hold">
                            <p:stCondLst>
                              <p:cond delay="0"/>
                            </p:stCondLst>
                            <p:childTnLst>
                              <p:par>
                                <p:cTn id="43" presetID="16" presetClass="entr" presetSubtype="21" fill="hold" nodeType="clickEffect">
                                  <p:stCondLst>
                                    <p:cond delay="0"/>
                                  </p:stCondLst>
                                  <p:childTnLst>
                                    <p:set>
                                      <p:cBhvr>
                                        <p:cTn id="44" dur="1" fill="hold">
                                          <p:stCondLst>
                                            <p:cond delay="0"/>
                                          </p:stCondLst>
                                        </p:cTn>
                                        <p:tgtEl>
                                          <p:spTgt spid="34"/>
                                        </p:tgtEl>
                                        <p:attrNameLst>
                                          <p:attrName>style.visibility</p:attrName>
                                        </p:attrNameLst>
                                      </p:cBhvr>
                                      <p:to>
                                        <p:strVal val="visible"/>
                                      </p:to>
                                    </p:set>
                                    <p:animEffect transition="in" filter="barn(inVertical)">
                                      <p:cBhvr>
                                        <p:cTn id="45" dur="500"/>
                                        <p:tgtEl>
                                          <p:spTgt spid="34"/>
                                        </p:tgtEl>
                                      </p:cBhvr>
                                    </p:animEffect>
                                  </p:childTnLst>
                                </p:cTn>
                              </p:par>
                            </p:childTnLst>
                          </p:cTn>
                        </p:par>
                      </p:childTnLst>
                    </p:cTn>
                  </p:par>
                  <p:par>
                    <p:cTn id="46" fill="hold">
                      <p:stCondLst>
                        <p:cond delay="indefinite"/>
                      </p:stCondLst>
                      <p:childTnLst>
                        <p:par>
                          <p:cTn id="47" fill="hold">
                            <p:stCondLst>
                              <p:cond delay="0"/>
                            </p:stCondLst>
                            <p:childTnLst>
                              <p:par>
                                <p:cTn id="48" presetID="2" presetClass="entr" presetSubtype="4" fill="hold" grpId="0" nodeType="clickEffect">
                                  <p:stCondLst>
                                    <p:cond delay="0"/>
                                  </p:stCondLst>
                                  <p:childTnLst>
                                    <p:set>
                                      <p:cBhvr>
                                        <p:cTn id="49" dur="1" fill="hold">
                                          <p:stCondLst>
                                            <p:cond delay="0"/>
                                          </p:stCondLst>
                                        </p:cTn>
                                        <p:tgtEl>
                                          <p:spTgt spid="40"/>
                                        </p:tgtEl>
                                        <p:attrNameLst>
                                          <p:attrName>style.visibility</p:attrName>
                                        </p:attrNameLst>
                                      </p:cBhvr>
                                      <p:to>
                                        <p:strVal val="visible"/>
                                      </p:to>
                                    </p:set>
                                    <p:anim calcmode="lin" valueType="num">
                                      <p:cBhvr additive="base">
                                        <p:cTn id="50" dur="500" fill="hold"/>
                                        <p:tgtEl>
                                          <p:spTgt spid="40"/>
                                        </p:tgtEl>
                                        <p:attrNameLst>
                                          <p:attrName>ppt_x</p:attrName>
                                        </p:attrNameLst>
                                      </p:cBhvr>
                                      <p:tavLst>
                                        <p:tav tm="0">
                                          <p:val>
                                            <p:strVal val="#ppt_x"/>
                                          </p:val>
                                        </p:tav>
                                        <p:tav tm="100000">
                                          <p:val>
                                            <p:strVal val="#ppt_x"/>
                                          </p:val>
                                        </p:tav>
                                      </p:tavLst>
                                    </p:anim>
                                    <p:anim calcmode="lin" valueType="num">
                                      <p:cBhvr additive="base">
                                        <p:cTn id="51" dur="500" fill="hold"/>
                                        <p:tgtEl>
                                          <p:spTgt spid="40"/>
                                        </p:tgtEl>
                                        <p:attrNameLst>
                                          <p:attrName>ppt_y</p:attrName>
                                        </p:attrNameLst>
                                      </p:cBhvr>
                                      <p:tavLst>
                                        <p:tav tm="0">
                                          <p:val>
                                            <p:strVal val="1+#ppt_h/2"/>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54" presetID="42" presetClass="entr" presetSubtype="0" fill="hold" grpId="0" nodeType="clickEffect">
                                  <p:stCondLst>
                                    <p:cond delay="0"/>
                                  </p:stCondLst>
                                  <p:childTnLst>
                                    <p:set>
                                      <p:cBhvr>
                                        <p:cTn id="55" dur="1" fill="hold">
                                          <p:stCondLst>
                                            <p:cond delay="0"/>
                                          </p:stCondLst>
                                        </p:cTn>
                                        <p:tgtEl>
                                          <p:spTgt spid="18"/>
                                        </p:tgtEl>
                                        <p:attrNameLst>
                                          <p:attrName>style.visibility</p:attrName>
                                        </p:attrNameLst>
                                      </p:cBhvr>
                                      <p:to>
                                        <p:strVal val="visible"/>
                                      </p:to>
                                    </p:set>
                                    <p:animEffect transition="in" filter="fade">
                                      <p:cBhvr>
                                        <p:cTn id="56" dur="1000"/>
                                        <p:tgtEl>
                                          <p:spTgt spid="18"/>
                                        </p:tgtEl>
                                      </p:cBhvr>
                                    </p:animEffect>
                                    <p:anim calcmode="lin" valueType="num">
                                      <p:cBhvr>
                                        <p:cTn id="57" dur="1000" fill="hold"/>
                                        <p:tgtEl>
                                          <p:spTgt spid="18"/>
                                        </p:tgtEl>
                                        <p:attrNameLst>
                                          <p:attrName>ppt_x</p:attrName>
                                        </p:attrNameLst>
                                      </p:cBhvr>
                                      <p:tavLst>
                                        <p:tav tm="0">
                                          <p:val>
                                            <p:strVal val="#ppt_x"/>
                                          </p:val>
                                        </p:tav>
                                        <p:tav tm="100000">
                                          <p:val>
                                            <p:strVal val="#ppt_x"/>
                                          </p:val>
                                        </p:tav>
                                      </p:tavLst>
                                    </p:anim>
                                    <p:anim calcmode="lin" valueType="num">
                                      <p:cBhvr>
                                        <p:cTn id="58" dur="1000" fill="hold"/>
                                        <p:tgtEl>
                                          <p:spTgt spid="18"/>
                                        </p:tgtEl>
                                        <p:attrNameLst>
                                          <p:attrName>ppt_y</p:attrName>
                                        </p:attrNameLst>
                                      </p:cBhvr>
                                      <p:tavLst>
                                        <p:tav tm="0">
                                          <p:val>
                                            <p:strVal val="#ppt_y+.1"/>
                                          </p:val>
                                        </p:tav>
                                        <p:tav tm="100000">
                                          <p:val>
                                            <p:strVal val="#ppt_y"/>
                                          </p:val>
                                        </p:tav>
                                      </p:tavLst>
                                    </p:anim>
                                  </p:childTnLst>
                                </p:cTn>
                              </p:par>
                            </p:childTnLst>
                          </p:cTn>
                        </p:par>
                      </p:childTnLst>
                    </p:cTn>
                  </p:par>
                  <p:par>
                    <p:cTn id="59" fill="hold">
                      <p:stCondLst>
                        <p:cond delay="indefinite"/>
                      </p:stCondLst>
                      <p:childTnLst>
                        <p:par>
                          <p:cTn id="60" fill="hold">
                            <p:stCondLst>
                              <p:cond delay="0"/>
                            </p:stCondLst>
                            <p:childTnLst>
                              <p:par>
                                <p:cTn id="61" presetID="16" presetClass="entr" presetSubtype="21" fill="hold" nodeType="clickEffect">
                                  <p:stCondLst>
                                    <p:cond delay="0"/>
                                  </p:stCondLst>
                                  <p:childTnLst>
                                    <p:set>
                                      <p:cBhvr>
                                        <p:cTn id="62" dur="1" fill="hold">
                                          <p:stCondLst>
                                            <p:cond delay="0"/>
                                          </p:stCondLst>
                                        </p:cTn>
                                        <p:tgtEl>
                                          <p:spTgt spid="36"/>
                                        </p:tgtEl>
                                        <p:attrNameLst>
                                          <p:attrName>style.visibility</p:attrName>
                                        </p:attrNameLst>
                                      </p:cBhvr>
                                      <p:to>
                                        <p:strVal val="visible"/>
                                      </p:to>
                                    </p:set>
                                    <p:animEffect transition="in" filter="barn(inVertical)">
                                      <p:cBhvr>
                                        <p:cTn id="63" dur="500"/>
                                        <p:tgtEl>
                                          <p:spTgt spid="36"/>
                                        </p:tgtEl>
                                      </p:cBhvr>
                                    </p:animEffect>
                                  </p:childTnLst>
                                </p:cTn>
                              </p:par>
                            </p:childTnLst>
                          </p:cTn>
                        </p:par>
                      </p:childTnLst>
                    </p:cTn>
                  </p:par>
                  <p:par>
                    <p:cTn id="64" fill="hold">
                      <p:stCondLst>
                        <p:cond delay="indefinite"/>
                      </p:stCondLst>
                      <p:childTnLst>
                        <p:par>
                          <p:cTn id="65" fill="hold">
                            <p:stCondLst>
                              <p:cond delay="0"/>
                            </p:stCondLst>
                            <p:childTnLst>
                              <p:par>
                                <p:cTn id="66" presetID="2" presetClass="entr" presetSubtype="4" fill="hold" grpId="0" nodeType="clickEffect">
                                  <p:stCondLst>
                                    <p:cond delay="0"/>
                                  </p:stCondLst>
                                  <p:childTnLst>
                                    <p:set>
                                      <p:cBhvr>
                                        <p:cTn id="67" dur="1" fill="hold">
                                          <p:stCondLst>
                                            <p:cond delay="0"/>
                                          </p:stCondLst>
                                        </p:cTn>
                                        <p:tgtEl>
                                          <p:spTgt spid="43"/>
                                        </p:tgtEl>
                                        <p:attrNameLst>
                                          <p:attrName>style.visibility</p:attrName>
                                        </p:attrNameLst>
                                      </p:cBhvr>
                                      <p:to>
                                        <p:strVal val="visible"/>
                                      </p:to>
                                    </p:set>
                                    <p:anim calcmode="lin" valueType="num">
                                      <p:cBhvr additive="base">
                                        <p:cTn id="68" dur="500" fill="hold"/>
                                        <p:tgtEl>
                                          <p:spTgt spid="43"/>
                                        </p:tgtEl>
                                        <p:attrNameLst>
                                          <p:attrName>ppt_x</p:attrName>
                                        </p:attrNameLst>
                                      </p:cBhvr>
                                      <p:tavLst>
                                        <p:tav tm="0">
                                          <p:val>
                                            <p:strVal val="#ppt_x"/>
                                          </p:val>
                                        </p:tav>
                                        <p:tav tm="100000">
                                          <p:val>
                                            <p:strVal val="#ppt_x"/>
                                          </p:val>
                                        </p:tav>
                                      </p:tavLst>
                                    </p:anim>
                                    <p:anim calcmode="lin" valueType="num">
                                      <p:cBhvr additive="base">
                                        <p:cTn id="69" dur="500" fill="hold"/>
                                        <p:tgtEl>
                                          <p:spTgt spid="43"/>
                                        </p:tgtEl>
                                        <p:attrNameLst>
                                          <p:attrName>ppt_y</p:attrName>
                                        </p:attrNameLst>
                                      </p:cBhvr>
                                      <p:tavLst>
                                        <p:tav tm="0">
                                          <p:val>
                                            <p:strVal val="1+#ppt_h/2"/>
                                          </p:val>
                                        </p:tav>
                                        <p:tav tm="100000">
                                          <p:val>
                                            <p:strVal val="#ppt_y"/>
                                          </p:val>
                                        </p:tav>
                                      </p:tavLst>
                                    </p:anim>
                                  </p:childTnLst>
                                </p:cTn>
                              </p:par>
                            </p:childTnLst>
                          </p:cTn>
                        </p:par>
                      </p:childTnLst>
                    </p:cTn>
                  </p:par>
                  <p:par>
                    <p:cTn id="70" fill="hold">
                      <p:stCondLst>
                        <p:cond delay="indefinite"/>
                      </p:stCondLst>
                      <p:childTnLst>
                        <p:par>
                          <p:cTn id="71" fill="hold">
                            <p:stCondLst>
                              <p:cond delay="0"/>
                            </p:stCondLst>
                            <p:childTnLst>
                              <p:par>
                                <p:cTn id="72" presetID="16" presetClass="entr" presetSubtype="21" fill="hold" nodeType="clickEffect">
                                  <p:stCondLst>
                                    <p:cond delay="0"/>
                                  </p:stCondLst>
                                  <p:childTnLst>
                                    <p:set>
                                      <p:cBhvr>
                                        <p:cTn id="73" dur="1" fill="hold">
                                          <p:stCondLst>
                                            <p:cond delay="0"/>
                                          </p:stCondLst>
                                        </p:cTn>
                                        <p:tgtEl>
                                          <p:spTgt spid="25"/>
                                        </p:tgtEl>
                                        <p:attrNameLst>
                                          <p:attrName>style.visibility</p:attrName>
                                        </p:attrNameLst>
                                      </p:cBhvr>
                                      <p:to>
                                        <p:strVal val="visible"/>
                                      </p:to>
                                    </p:set>
                                    <p:animEffect transition="in" filter="barn(inVertical)">
                                      <p:cBhvr>
                                        <p:cTn id="74" dur="500"/>
                                        <p:tgtEl>
                                          <p:spTgt spid="25"/>
                                        </p:tgtEl>
                                      </p:cBhvr>
                                    </p:animEffect>
                                  </p:childTnLst>
                                </p:cTn>
                              </p:par>
                            </p:childTnLst>
                          </p:cTn>
                        </p:par>
                      </p:childTnLst>
                    </p:cTn>
                  </p:par>
                  <p:par>
                    <p:cTn id="75" fill="hold">
                      <p:stCondLst>
                        <p:cond delay="indefinite"/>
                      </p:stCondLst>
                      <p:childTnLst>
                        <p:par>
                          <p:cTn id="76" fill="hold">
                            <p:stCondLst>
                              <p:cond delay="0"/>
                            </p:stCondLst>
                            <p:childTnLst>
                              <p:par>
                                <p:cTn id="77" presetID="2" presetClass="entr" presetSubtype="4" fill="hold" grpId="0" nodeType="clickEffect">
                                  <p:stCondLst>
                                    <p:cond delay="0"/>
                                  </p:stCondLst>
                                  <p:childTnLst>
                                    <p:set>
                                      <p:cBhvr>
                                        <p:cTn id="78" dur="1" fill="hold">
                                          <p:stCondLst>
                                            <p:cond delay="0"/>
                                          </p:stCondLst>
                                        </p:cTn>
                                        <p:tgtEl>
                                          <p:spTgt spid="42"/>
                                        </p:tgtEl>
                                        <p:attrNameLst>
                                          <p:attrName>style.visibility</p:attrName>
                                        </p:attrNameLst>
                                      </p:cBhvr>
                                      <p:to>
                                        <p:strVal val="visible"/>
                                      </p:to>
                                    </p:set>
                                    <p:anim calcmode="lin" valueType="num">
                                      <p:cBhvr additive="base">
                                        <p:cTn id="79" dur="500" fill="hold"/>
                                        <p:tgtEl>
                                          <p:spTgt spid="42"/>
                                        </p:tgtEl>
                                        <p:attrNameLst>
                                          <p:attrName>ppt_x</p:attrName>
                                        </p:attrNameLst>
                                      </p:cBhvr>
                                      <p:tavLst>
                                        <p:tav tm="0">
                                          <p:val>
                                            <p:strVal val="#ppt_x"/>
                                          </p:val>
                                        </p:tav>
                                        <p:tav tm="100000">
                                          <p:val>
                                            <p:strVal val="#ppt_x"/>
                                          </p:val>
                                        </p:tav>
                                      </p:tavLst>
                                    </p:anim>
                                    <p:anim calcmode="lin" valueType="num">
                                      <p:cBhvr additive="base">
                                        <p:cTn id="80" dur="500" fill="hold"/>
                                        <p:tgtEl>
                                          <p:spTgt spid="42"/>
                                        </p:tgtEl>
                                        <p:attrNameLst>
                                          <p:attrName>ppt_y</p:attrName>
                                        </p:attrNameLst>
                                      </p:cBhvr>
                                      <p:tavLst>
                                        <p:tav tm="0">
                                          <p:val>
                                            <p:strVal val="1+#ppt_h/2"/>
                                          </p:val>
                                        </p:tav>
                                        <p:tav tm="100000">
                                          <p:val>
                                            <p:strVal val="#ppt_y"/>
                                          </p:val>
                                        </p:tav>
                                      </p:tavLst>
                                    </p:anim>
                                  </p:childTnLst>
                                </p:cTn>
                              </p:par>
                            </p:childTnLst>
                          </p:cTn>
                        </p:par>
                      </p:childTnLst>
                    </p:cTn>
                  </p:par>
                  <p:par>
                    <p:cTn id="81" fill="hold">
                      <p:stCondLst>
                        <p:cond delay="indefinite"/>
                      </p:stCondLst>
                      <p:childTnLst>
                        <p:par>
                          <p:cTn id="82" fill="hold">
                            <p:stCondLst>
                              <p:cond delay="0"/>
                            </p:stCondLst>
                            <p:childTnLst>
                              <p:par>
                                <p:cTn id="83" presetID="42" presetClass="entr" presetSubtype="0" fill="hold" grpId="0" nodeType="clickEffect">
                                  <p:stCondLst>
                                    <p:cond delay="0"/>
                                  </p:stCondLst>
                                  <p:childTnLst>
                                    <p:set>
                                      <p:cBhvr>
                                        <p:cTn id="84" dur="1" fill="hold">
                                          <p:stCondLst>
                                            <p:cond delay="0"/>
                                          </p:stCondLst>
                                        </p:cTn>
                                        <p:tgtEl>
                                          <p:spTgt spid="21"/>
                                        </p:tgtEl>
                                        <p:attrNameLst>
                                          <p:attrName>style.visibility</p:attrName>
                                        </p:attrNameLst>
                                      </p:cBhvr>
                                      <p:to>
                                        <p:strVal val="visible"/>
                                      </p:to>
                                    </p:set>
                                    <p:animEffect transition="in" filter="fade">
                                      <p:cBhvr>
                                        <p:cTn id="85" dur="1000"/>
                                        <p:tgtEl>
                                          <p:spTgt spid="21"/>
                                        </p:tgtEl>
                                      </p:cBhvr>
                                    </p:animEffect>
                                    <p:anim calcmode="lin" valueType="num">
                                      <p:cBhvr>
                                        <p:cTn id="86" dur="1000" fill="hold"/>
                                        <p:tgtEl>
                                          <p:spTgt spid="21"/>
                                        </p:tgtEl>
                                        <p:attrNameLst>
                                          <p:attrName>ppt_x</p:attrName>
                                        </p:attrNameLst>
                                      </p:cBhvr>
                                      <p:tavLst>
                                        <p:tav tm="0">
                                          <p:val>
                                            <p:strVal val="#ppt_x"/>
                                          </p:val>
                                        </p:tav>
                                        <p:tav tm="100000">
                                          <p:val>
                                            <p:strVal val="#ppt_x"/>
                                          </p:val>
                                        </p:tav>
                                      </p:tavLst>
                                    </p:anim>
                                    <p:anim calcmode="lin" valueType="num">
                                      <p:cBhvr>
                                        <p:cTn id="87" dur="1000" fill="hold"/>
                                        <p:tgtEl>
                                          <p:spTgt spid="21"/>
                                        </p:tgtEl>
                                        <p:attrNameLst>
                                          <p:attrName>ppt_y</p:attrName>
                                        </p:attrNameLst>
                                      </p:cBhvr>
                                      <p:tavLst>
                                        <p:tav tm="0">
                                          <p:val>
                                            <p:strVal val="#ppt_y+.1"/>
                                          </p:val>
                                        </p:tav>
                                        <p:tav tm="100000">
                                          <p:val>
                                            <p:strVal val="#ppt_y"/>
                                          </p:val>
                                        </p:tav>
                                      </p:tavLst>
                                    </p:anim>
                                  </p:childTnLst>
                                </p:cTn>
                              </p:par>
                            </p:childTnLst>
                          </p:cTn>
                        </p:par>
                      </p:childTnLst>
                    </p:cTn>
                  </p:par>
                  <p:par>
                    <p:cTn id="88" fill="hold">
                      <p:stCondLst>
                        <p:cond delay="indefinite"/>
                      </p:stCondLst>
                      <p:childTnLst>
                        <p:par>
                          <p:cTn id="89" fill="hold">
                            <p:stCondLst>
                              <p:cond delay="0"/>
                            </p:stCondLst>
                            <p:childTnLst>
                              <p:par>
                                <p:cTn id="90" presetID="16" presetClass="entr" presetSubtype="21" fill="hold" nodeType="clickEffect">
                                  <p:stCondLst>
                                    <p:cond delay="0"/>
                                  </p:stCondLst>
                                  <p:childTnLst>
                                    <p:set>
                                      <p:cBhvr>
                                        <p:cTn id="91" dur="1" fill="hold">
                                          <p:stCondLst>
                                            <p:cond delay="0"/>
                                          </p:stCondLst>
                                        </p:cTn>
                                        <p:tgtEl>
                                          <p:spTgt spid="38"/>
                                        </p:tgtEl>
                                        <p:attrNameLst>
                                          <p:attrName>style.visibility</p:attrName>
                                        </p:attrNameLst>
                                      </p:cBhvr>
                                      <p:to>
                                        <p:strVal val="visible"/>
                                      </p:to>
                                    </p:set>
                                    <p:animEffect transition="in" filter="barn(inVertical)">
                                      <p:cBhvr>
                                        <p:cTn id="92" dur="500"/>
                                        <p:tgtEl>
                                          <p:spTgt spid="38"/>
                                        </p:tgtEl>
                                      </p:cBhvr>
                                    </p:animEffect>
                                  </p:childTnLst>
                                </p:cTn>
                              </p:par>
                            </p:childTnLst>
                          </p:cTn>
                        </p:par>
                      </p:childTnLst>
                    </p:cTn>
                  </p:par>
                  <p:par>
                    <p:cTn id="93" fill="hold">
                      <p:stCondLst>
                        <p:cond delay="indefinite"/>
                      </p:stCondLst>
                      <p:childTnLst>
                        <p:par>
                          <p:cTn id="94" fill="hold">
                            <p:stCondLst>
                              <p:cond delay="0"/>
                            </p:stCondLst>
                            <p:childTnLst>
                              <p:par>
                                <p:cTn id="95" presetID="2" presetClass="entr" presetSubtype="4" fill="hold" grpId="0" nodeType="clickEffect">
                                  <p:stCondLst>
                                    <p:cond delay="0"/>
                                  </p:stCondLst>
                                  <p:childTnLst>
                                    <p:set>
                                      <p:cBhvr>
                                        <p:cTn id="96" dur="1" fill="hold">
                                          <p:stCondLst>
                                            <p:cond delay="0"/>
                                          </p:stCondLst>
                                        </p:cTn>
                                        <p:tgtEl>
                                          <p:spTgt spid="41"/>
                                        </p:tgtEl>
                                        <p:attrNameLst>
                                          <p:attrName>style.visibility</p:attrName>
                                        </p:attrNameLst>
                                      </p:cBhvr>
                                      <p:to>
                                        <p:strVal val="visible"/>
                                      </p:to>
                                    </p:set>
                                    <p:anim calcmode="lin" valueType="num">
                                      <p:cBhvr additive="base">
                                        <p:cTn id="97" dur="500" fill="hold"/>
                                        <p:tgtEl>
                                          <p:spTgt spid="41"/>
                                        </p:tgtEl>
                                        <p:attrNameLst>
                                          <p:attrName>ppt_x</p:attrName>
                                        </p:attrNameLst>
                                      </p:cBhvr>
                                      <p:tavLst>
                                        <p:tav tm="0">
                                          <p:val>
                                            <p:strVal val="#ppt_x"/>
                                          </p:val>
                                        </p:tav>
                                        <p:tav tm="100000">
                                          <p:val>
                                            <p:strVal val="#ppt_x"/>
                                          </p:val>
                                        </p:tav>
                                      </p:tavLst>
                                    </p:anim>
                                    <p:anim calcmode="lin" valueType="num">
                                      <p:cBhvr additive="base">
                                        <p:cTn id="98" dur="500" fill="hold"/>
                                        <p:tgtEl>
                                          <p:spTgt spid="41"/>
                                        </p:tgtEl>
                                        <p:attrNameLst>
                                          <p:attrName>ppt_y</p:attrName>
                                        </p:attrNameLst>
                                      </p:cBhvr>
                                      <p:tavLst>
                                        <p:tav tm="0">
                                          <p:val>
                                            <p:strVal val="1+#ppt_h/2"/>
                                          </p:val>
                                        </p:tav>
                                        <p:tav tm="100000">
                                          <p:val>
                                            <p:strVal val="#ppt_y"/>
                                          </p:val>
                                        </p:tav>
                                      </p:tavLst>
                                    </p:anim>
                                  </p:childTnLst>
                                </p:cTn>
                              </p:par>
                            </p:childTnLst>
                          </p:cTn>
                        </p:par>
                      </p:childTnLst>
                    </p:cTn>
                  </p:par>
                  <p:par>
                    <p:cTn id="99" fill="hold">
                      <p:stCondLst>
                        <p:cond delay="indefinite"/>
                      </p:stCondLst>
                      <p:childTnLst>
                        <p:par>
                          <p:cTn id="100" fill="hold">
                            <p:stCondLst>
                              <p:cond delay="0"/>
                            </p:stCondLst>
                            <p:childTnLst>
                              <p:par>
                                <p:cTn id="101" presetID="42" presetClass="entr" presetSubtype="0" fill="hold" grpId="0" nodeType="clickEffect">
                                  <p:stCondLst>
                                    <p:cond delay="0"/>
                                  </p:stCondLst>
                                  <p:childTnLst>
                                    <p:set>
                                      <p:cBhvr>
                                        <p:cTn id="102" dur="1" fill="hold">
                                          <p:stCondLst>
                                            <p:cond delay="0"/>
                                          </p:stCondLst>
                                        </p:cTn>
                                        <p:tgtEl>
                                          <p:spTgt spid="28"/>
                                        </p:tgtEl>
                                        <p:attrNameLst>
                                          <p:attrName>style.visibility</p:attrName>
                                        </p:attrNameLst>
                                      </p:cBhvr>
                                      <p:to>
                                        <p:strVal val="visible"/>
                                      </p:to>
                                    </p:set>
                                    <p:animEffect transition="in" filter="fade">
                                      <p:cBhvr>
                                        <p:cTn id="103" dur="1000"/>
                                        <p:tgtEl>
                                          <p:spTgt spid="28"/>
                                        </p:tgtEl>
                                      </p:cBhvr>
                                    </p:animEffect>
                                    <p:anim calcmode="lin" valueType="num">
                                      <p:cBhvr>
                                        <p:cTn id="104" dur="1000" fill="hold"/>
                                        <p:tgtEl>
                                          <p:spTgt spid="28"/>
                                        </p:tgtEl>
                                        <p:attrNameLst>
                                          <p:attrName>ppt_x</p:attrName>
                                        </p:attrNameLst>
                                      </p:cBhvr>
                                      <p:tavLst>
                                        <p:tav tm="0">
                                          <p:val>
                                            <p:strVal val="#ppt_x"/>
                                          </p:val>
                                        </p:tav>
                                        <p:tav tm="100000">
                                          <p:val>
                                            <p:strVal val="#ppt_x"/>
                                          </p:val>
                                        </p:tav>
                                      </p:tavLst>
                                    </p:anim>
                                    <p:anim calcmode="lin" valueType="num">
                                      <p:cBhvr>
                                        <p:cTn id="105" dur="1000" fill="hold"/>
                                        <p:tgtEl>
                                          <p:spTgt spid="2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7" grpId="0" animBg="1"/>
      <p:bldP spid="17" grpId="0" animBg="1"/>
      <p:bldP spid="18" grpId="0" animBg="1"/>
      <p:bldP spid="21" grpId="0" animBg="1"/>
      <p:bldP spid="28" grpId="0" animBg="1"/>
      <p:bldP spid="39" grpId="0"/>
      <p:bldP spid="40" grpId="0"/>
      <p:bldP spid="41" grpId="0"/>
      <p:bldP spid="42" grpId="0"/>
      <p:bldP spid="43"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 name="TextBox 54"/>
          <p:cNvSpPr txBox="1"/>
          <p:nvPr/>
        </p:nvSpPr>
        <p:spPr>
          <a:xfrm>
            <a:off x="1330765" y="44625"/>
            <a:ext cx="7719943" cy="523214"/>
          </a:xfrm>
          <a:prstGeom prst="rect">
            <a:avLst/>
          </a:prstGeom>
          <a:noFill/>
        </p:spPr>
        <p:txBody>
          <a:bodyPr wrap="square" lIns="91434" tIns="45717" rIns="91434" bIns="45717" rtlCol="0">
            <a:spAutoFit/>
          </a:bodyPr>
          <a:lstStyle>
            <a:defPPr>
              <a:defRPr lang="zh-CN"/>
            </a:defPPr>
            <a:lvl1pPr>
              <a:defRPr sz="3200">
                <a:solidFill>
                  <a:schemeClr val="tx1">
                    <a:lumMod val="75000"/>
                  </a:schemeClr>
                </a:solidFill>
                <a:latin typeface="方正卡通简体" pitchFamily="65" charset="-122"/>
                <a:ea typeface="方正卡通简体" pitchFamily="65" charset="-122"/>
              </a:defRPr>
            </a:lvl1pPr>
          </a:lstStyle>
          <a:p>
            <a:r>
              <a:rPr lang="en-US" altLang="zh-CN" sz="2800" dirty="0" smtClean="0">
                <a:solidFill>
                  <a:srgbClr val="FFFFFF"/>
                </a:solidFill>
                <a:latin typeface="微软雅黑" panose="020B0503020204020204" pitchFamily="34" charset="-122"/>
                <a:ea typeface="微软雅黑" panose="020B0503020204020204" pitchFamily="34" charset="-122"/>
              </a:rPr>
              <a:t>9.3 </a:t>
            </a:r>
            <a:r>
              <a:rPr lang="zh-CN" altLang="en-US" sz="2800" dirty="0" smtClean="0">
                <a:solidFill>
                  <a:srgbClr val="FFFFFF"/>
                </a:solidFill>
                <a:latin typeface="微软雅黑" panose="020B0503020204020204" pitchFamily="34" charset="-122"/>
                <a:ea typeface="微软雅黑" panose="020B0503020204020204" pitchFamily="34" charset="-122"/>
              </a:rPr>
              <a:t>指标计算</a:t>
            </a:r>
            <a:r>
              <a:rPr lang="en-US" altLang="zh-CN" sz="2800" dirty="0" smtClean="0">
                <a:solidFill>
                  <a:srgbClr val="FFFFFF"/>
                </a:solidFill>
                <a:latin typeface="微软雅黑" panose="020B0503020204020204" pitchFamily="34" charset="-122"/>
                <a:ea typeface="微软雅黑" panose="020B0503020204020204" pitchFamily="34" charset="-122"/>
              </a:rPr>
              <a:t> </a:t>
            </a:r>
            <a:endParaRPr lang="zh-CN" altLang="en-US" sz="2800" dirty="0">
              <a:solidFill>
                <a:srgbClr val="FFFFFF"/>
              </a:solidFill>
              <a:latin typeface="微软雅黑" panose="020B0503020204020204" pitchFamily="34" charset="-122"/>
              <a:ea typeface="微软雅黑" panose="020B0503020204020204" pitchFamily="34" charset="-122"/>
            </a:endParaRPr>
          </a:p>
        </p:txBody>
      </p:sp>
      <p:sp>
        <p:nvSpPr>
          <p:cNvPr id="56" name="TextBox 55"/>
          <p:cNvSpPr txBox="1"/>
          <p:nvPr/>
        </p:nvSpPr>
        <p:spPr>
          <a:xfrm>
            <a:off x="140263" y="106179"/>
            <a:ext cx="1064260" cy="400103"/>
          </a:xfrm>
          <a:prstGeom prst="rect">
            <a:avLst/>
          </a:prstGeom>
          <a:noFill/>
        </p:spPr>
        <p:txBody>
          <a:bodyPr wrap="square" lIns="91434" tIns="45717" rIns="91434" bIns="45717" rtlCol="0">
            <a:spAutoFit/>
          </a:bodyPr>
          <a:lstStyle/>
          <a:p>
            <a:pPr algn="r"/>
            <a:r>
              <a:rPr lang="en-US" altLang="zh-CN" sz="2000" dirty="0">
                <a:solidFill>
                  <a:srgbClr val="FFFFFF"/>
                </a:solidFill>
              </a:rPr>
              <a:t>Part </a:t>
            </a:r>
            <a:r>
              <a:rPr lang="en-US" altLang="zh-CN" dirty="0" smtClean="0">
                <a:solidFill>
                  <a:srgbClr val="FFFFFF"/>
                </a:solidFill>
              </a:rPr>
              <a:t>9 </a:t>
            </a:r>
            <a:endParaRPr lang="zh-CN" altLang="en-US" dirty="0">
              <a:solidFill>
                <a:srgbClr val="FFFFFF"/>
              </a:solidFill>
            </a:endParaRPr>
          </a:p>
        </p:txBody>
      </p:sp>
      <p:sp>
        <p:nvSpPr>
          <p:cNvPr id="15" name="文本框 7"/>
          <p:cNvSpPr txBox="1">
            <a:spLocks noChangeArrowheads="1"/>
          </p:cNvSpPr>
          <p:nvPr/>
        </p:nvSpPr>
        <p:spPr bwMode="auto">
          <a:xfrm>
            <a:off x="895121" y="1052736"/>
            <a:ext cx="10315828" cy="2031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120000"/>
              </a:lnSpc>
              <a:spcBef>
                <a:spcPts val="1000"/>
              </a:spcBef>
              <a:buFont typeface="Arial" panose="020B0604020202020204" pitchFamily="34" charset="0"/>
              <a:buChar char="•"/>
              <a:defRPr kumimoji="1" sz="2400">
                <a:solidFill>
                  <a:srgbClr val="595959"/>
                </a:solidFill>
                <a:latin typeface="Arial" panose="020B0604020202020204" pitchFamily="34" charset="0"/>
                <a:ea typeface="微软雅黑" panose="020B0503020204020204" pitchFamily="34" charset="-122"/>
              </a:defRPr>
            </a:lvl1pPr>
            <a:lvl2pPr marL="742950" indent="-285750">
              <a:lnSpc>
                <a:spcPct val="120000"/>
              </a:lnSpc>
              <a:spcBef>
                <a:spcPts val="500"/>
              </a:spcBef>
              <a:buFont typeface="Arial" panose="020B0604020202020204" pitchFamily="34" charset="0"/>
              <a:buChar char="•"/>
              <a:defRPr kumimoji="1" sz="2000">
                <a:solidFill>
                  <a:srgbClr val="595959"/>
                </a:solidFill>
                <a:latin typeface="Arial" panose="020B0604020202020204" pitchFamily="34" charset="0"/>
                <a:ea typeface="微软雅黑" panose="020B0503020204020204" pitchFamily="34" charset="-122"/>
              </a:defRPr>
            </a:lvl2pPr>
            <a:lvl3pPr marL="1143000" indent="-228600">
              <a:lnSpc>
                <a:spcPct val="120000"/>
              </a:lnSpc>
              <a:spcBef>
                <a:spcPts val="500"/>
              </a:spcBef>
              <a:buFont typeface="Arial" panose="020B0604020202020204" pitchFamily="34" charset="0"/>
              <a:buChar char="•"/>
              <a:defRPr kumimoji="1">
                <a:solidFill>
                  <a:srgbClr val="595959"/>
                </a:solidFill>
                <a:latin typeface="Arial" panose="020B0604020202020204" pitchFamily="34" charset="0"/>
                <a:ea typeface="微软雅黑" panose="020B0503020204020204" pitchFamily="34" charset="-122"/>
              </a:defRPr>
            </a:lvl3pPr>
            <a:lvl4pPr marL="1600200" indent="-228600">
              <a:lnSpc>
                <a:spcPct val="120000"/>
              </a:lnSpc>
              <a:spcBef>
                <a:spcPts val="500"/>
              </a:spcBef>
              <a:buFont typeface="Arial" panose="020B0604020202020204" pitchFamily="34" charset="0"/>
              <a:buChar char="•"/>
              <a:defRPr kumimoji="1">
                <a:solidFill>
                  <a:srgbClr val="595959"/>
                </a:solidFill>
                <a:latin typeface="Arial" panose="020B0604020202020204" pitchFamily="34" charset="0"/>
                <a:ea typeface="微软雅黑" panose="020B0503020204020204" pitchFamily="34" charset="-122"/>
              </a:defRPr>
            </a:lvl4pPr>
            <a:lvl5pPr marL="2057400" indent="-228600">
              <a:lnSpc>
                <a:spcPct val="120000"/>
              </a:lnSpc>
              <a:spcBef>
                <a:spcPts val="500"/>
              </a:spcBef>
              <a:buFont typeface="Arial" panose="020B0604020202020204" pitchFamily="34" charset="0"/>
              <a:buChar char="•"/>
              <a:defRPr kumimoji="1">
                <a:solidFill>
                  <a:srgbClr val="595959"/>
                </a:solidFill>
                <a:latin typeface="Arial" panose="020B0604020202020204" pitchFamily="34" charset="0"/>
                <a:ea typeface="微软雅黑" panose="020B0503020204020204" pitchFamily="34" charset="-122"/>
              </a:defRPr>
            </a:lvl5pPr>
            <a:lvl6pPr marL="2514600" indent="-228600" eaLnBrk="0" fontAlgn="base" hangingPunct="0">
              <a:lnSpc>
                <a:spcPct val="120000"/>
              </a:lnSpc>
              <a:spcBef>
                <a:spcPts val="500"/>
              </a:spcBef>
              <a:spcAft>
                <a:spcPct val="0"/>
              </a:spcAft>
              <a:buFont typeface="Arial" panose="020B0604020202020204" pitchFamily="34" charset="0"/>
              <a:buChar char="•"/>
              <a:defRPr kumimoji="1">
                <a:solidFill>
                  <a:srgbClr val="595959"/>
                </a:solidFill>
                <a:latin typeface="Arial" panose="020B0604020202020204" pitchFamily="34" charset="0"/>
                <a:ea typeface="微软雅黑" panose="020B0503020204020204" pitchFamily="34" charset="-122"/>
              </a:defRPr>
            </a:lvl6pPr>
            <a:lvl7pPr marL="2971800" indent="-228600" eaLnBrk="0" fontAlgn="base" hangingPunct="0">
              <a:lnSpc>
                <a:spcPct val="120000"/>
              </a:lnSpc>
              <a:spcBef>
                <a:spcPts val="500"/>
              </a:spcBef>
              <a:spcAft>
                <a:spcPct val="0"/>
              </a:spcAft>
              <a:buFont typeface="Arial" panose="020B0604020202020204" pitchFamily="34" charset="0"/>
              <a:buChar char="•"/>
              <a:defRPr kumimoji="1">
                <a:solidFill>
                  <a:srgbClr val="595959"/>
                </a:solidFill>
                <a:latin typeface="Arial" panose="020B0604020202020204" pitchFamily="34" charset="0"/>
                <a:ea typeface="微软雅黑" panose="020B0503020204020204" pitchFamily="34" charset="-122"/>
              </a:defRPr>
            </a:lvl7pPr>
            <a:lvl8pPr marL="3429000" indent="-228600" eaLnBrk="0" fontAlgn="base" hangingPunct="0">
              <a:lnSpc>
                <a:spcPct val="120000"/>
              </a:lnSpc>
              <a:spcBef>
                <a:spcPts val="500"/>
              </a:spcBef>
              <a:spcAft>
                <a:spcPct val="0"/>
              </a:spcAft>
              <a:buFont typeface="Arial" panose="020B0604020202020204" pitchFamily="34" charset="0"/>
              <a:buChar char="•"/>
              <a:defRPr kumimoji="1">
                <a:solidFill>
                  <a:srgbClr val="595959"/>
                </a:solidFill>
                <a:latin typeface="Arial" panose="020B0604020202020204" pitchFamily="34" charset="0"/>
                <a:ea typeface="微软雅黑" panose="020B0503020204020204" pitchFamily="34" charset="-122"/>
              </a:defRPr>
            </a:lvl8pPr>
            <a:lvl9pPr marL="3886200" indent="-228600" eaLnBrk="0" fontAlgn="base" hangingPunct="0">
              <a:lnSpc>
                <a:spcPct val="120000"/>
              </a:lnSpc>
              <a:spcBef>
                <a:spcPts val="500"/>
              </a:spcBef>
              <a:spcAft>
                <a:spcPct val="0"/>
              </a:spcAft>
              <a:buFont typeface="Arial" panose="020B0604020202020204" pitchFamily="34" charset="0"/>
              <a:buChar char="•"/>
              <a:defRPr kumimoji="1">
                <a:solidFill>
                  <a:srgbClr val="595959"/>
                </a:solidFill>
                <a:latin typeface="Arial" panose="020B0604020202020204" pitchFamily="34" charset="0"/>
                <a:ea typeface="微软雅黑" panose="020B0503020204020204" pitchFamily="34" charset="-122"/>
              </a:defRPr>
            </a:lvl9pPr>
          </a:lstStyle>
          <a:p>
            <a:pPr lvl="0" indent="457200" algn="just">
              <a:lnSpc>
                <a:spcPct val="150000"/>
              </a:lnSpc>
              <a:spcAft>
                <a:spcPts val="0"/>
              </a:spcAft>
              <a:buNone/>
            </a:pPr>
            <a:r>
              <a:rPr lang="zh-CN" altLang="zh-CN" sz="2800" b="1" kern="100" dirty="0">
                <a:solidFill>
                  <a:srgbClr val="294A5A"/>
                </a:solidFill>
                <a:latin typeface="Calibri" panose="020F0502020204030204"/>
                <a:ea typeface="宋体" panose="02010600030101010101" pitchFamily="2" charset="-122"/>
                <a:cs typeface="Times New Roman" panose="02020603050405020304"/>
              </a:rPr>
              <a:t>关于股价研究的技术指标有很多，常用的技术指标概括起来分为四类：趋势型、超买超卖型、人气型以及大势型。选取指标应遵循以下几个原则：</a:t>
            </a:r>
            <a:endParaRPr lang="zh-CN" altLang="zh-CN" sz="2800" b="1" kern="100" dirty="0">
              <a:solidFill>
                <a:srgbClr val="294A5A"/>
              </a:solidFill>
              <a:latin typeface="Calibri" panose="020F0502020204030204"/>
              <a:ea typeface="宋体" panose="02010600030101010101" pitchFamily="2" charset="-122"/>
              <a:cs typeface="Times New Roman" panose="02020603050405020304"/>
            </a:endParaRPr>
          </a:p>
        </p:txBody>
      </p:sp>
      <p:graphicFrame>
        <p:nvGraphicFramePr>
          <p:cNvPr id="2" name="表格 1"/>
          <p:cNvGraphicFramePr>
            <a:graphicFrameLocks noGrp="1"/>
          </p:cNvGraphicFramePr>
          <p:nvPr/>
        </p:nvGraphicFramePr>
        <p:xfrm>
          <a:off x="1103855" y="3356992"/>
          <a:ext cx="9898360" cy="2926080"/>
        </p:xfrm>
        <a:graphic>
          <a:graphicData uri="http://schemas.openxmlformats.org/drawingml/2006/table">
            <a:tbl>
              <a:tblPr firstRow="1" bandRow="1">
                <a:tableStyleId>{5C22544A-7EE6-4342-B048-85BDC9FD1C3A}</a:tableStyleId>
              </a:tblPr>
              <a:tblGrid>
                <a:gridCol w="2845544"/>
                <a:gridCol w="7052816"/>
              </a:tblGrid>
              <a:tr h="711382">
                <a:tc>
                  <a:txBody>
                    <a:bodyPr/>
                    <a:lstStyle/>
                    <a:p>
                      <a:pPr algn="ctr">
                        <a:lnSpc>
                          <a:spcPct val="150000"/>
                        </a:lnSpc>
                        <a:spcAft>
                          <a:spcPts val="0"/>
                        </a:spcAft>
                      </a:pPr>
                      <a:r>
                        <a:rPr lang="en-US" altLang="zh-CN" sz="2400" kern="100" dirty="0" smtClean="0">
                          <a:solidFill>
                            <a:schemeClr val="accent1"/>
                          </a:solidFill>
                          <a:latin typeface="宋体" panose="02010600030101010101" pitchFamily="2" charset="-122"/>
                          <a:ea typeface="宋体" panose="02010600030101010101" pitchFamily="2" charset="-122"/>
                          <a:cs typeface="Times New Roman" panose="02020603050405020304"/>
                        </a:rPr>
                        <a:t>1.</a:t>
                      </a:r>
                      <a:r>
                        <a:rPr lang="zh-CN" altLang="zh-CN" sz="2400" kern="100" dirty="0" smtClean="0">
                          <a:solidFill>
                            <a:schemeClr val="accent1"/>
                          </a:solidFill>
                          <a:latin typeface="宋体" panose="02010600030101010101" pitchFamily="2" charset="-122"/>
                          <a:cs typeface="Times New Roman" panose="02020603050405020304"/>
                        </a:rPr>
                        <a:t>全面性</a:t>
                      </a:r>
                      <a:endParaRPr lang="zh-CN" altLang="zh-CN" sz="2400" kern="100" dirty="0">
                        <a:solidFill>
                          <a:schemeClr val="accent1"/>
                        </a:solidFill>
                        <a:latin typeface="宋体" panose="02010600030101010101" pitchFamily="2" charset="-122"/>
                        <a:cs typeface="Times New Roman" panose="02020603050405020304"/>
                      </a:endParaRPr>
                    </a:p>
                  </a:txBody>
                  <a:tcPr>
                    <a:solidFill>
                      <a:schemeClr val="bg2">
                        <a:lumMod val="40000"/>
                        <a:lumOff val="60000"/>
                      </a:schemeClr>
                    </a:solidFill>
                  </a:tcPr>
                </a:tc>
                <a:tc>
                  <a:txBody>
                    <a:bodyPr/>
                    <a:lstStyle/>
                    <a:p>
                      <a:pPr indent="266700" algn="just">
                        <a:lnSpc>
                          <a:spcPct val="150000"/>
                        </a:lnSpc>
                        <a:spcAft>
                          <a:spcPts val="0"/>
                        </a:spcAft>
                      </a:pPr>
                      <a:r>
                        <a:rPr lang="zh-CN" altLang="zh-CN" sz="2400" kern="100" dirty="0" smtClean="0">
                          <a:solidFill>
                            <a:schemeClr val="accent1"/>
                          </a:solidFill>
                          <a:latin typeface="宋体" panose="02010600030101010101" pitchFamily="2" charset="-122"/>
                          <a:cs typeface="Times New Roman" panose="02020603050405020304"/>
                        </a:rPr>
                        <a:t>不同的指标其计算原理、衡量效果不同，为真实有效的反映股票价格变动情况，在选择指标时要综合考虑影响股价的成交量、成交价格等多方面因素。</a:t>
                      </a:r>
                      <a:endParaRPr lang="zh-CN" altLang="zh-CN" sz="2400" kern="100" dirty="0">
                        <a:solidFill>
                          <a:schemeClr val="accent1"/>
                        </a:solidFill>
                        <a:latin typeface="宋体" panose="02010600030101010101" pitchFamily="2" charset="-122"/>
                        <a:cs typeface="Times New Roman" panose="02020603050405020304"/>
                      </a:endParaRPr>
                    </a:p>
                  </a:txBody>
                  <a:tcPr>
                    <a:noFill/>
                  </a:tcPr>
                </a:tc>
              </a:tr>
              <a:tr h="711382">
                <a:tc>
                  <a:txBody>
                    <a:bodyPr/>
                    <a:lstStyle/>
                    <a:p>
                      <a:pPr algn="ctr">
                        <a:lnSpc>
                          <a:spcPct val="150000"/>
                        </a:lnSpc>
                        <a:spcAft>
                          <a:spcPts val="0"/>
                        </a:spcAft>
                      </a:pPr>
                      <a:r>
                        <a:rPr lang="en-US" altLang="zh-CN" sz="2400" b="1" kern="100" dirty="0" smtClean="0">
                          <a:solidFill>
                            <a:schemeClr val="accent1"/>
                          </a:solidFill>
                          <a:latin typeface="宋体" panose="02010600030101010101" pitchFamily="2" charset="-122"/>
                          <a:cs typeface="Times New Roman" panose="02020603050405020304"/>
                        </a:rPr>
                        <a:t>2.</a:t>
                      </a:r>
                      <a:r>
                        <a:rPr lang="zh-CN" altLang="zh-CN" sz="2400" b="1" kern="100" dirty="0" smtClean="0">
                          <a:solidFill>
                            <a:schemeClr val="accent1"/>
                          </a:solidFill>
                          <a:latin typeface="宋体" panose="02010600030101010101" pitchFamily="2" charset="-122"/>
                          <a:cs typeface="Times New Roman" panose="02020603050405020304"/>
                        </a:rPr>
                        <a:t>简洁性</a:t>
                      </a:r>
                      <a:endParaRPr lang="zh-CN" altLang="zh-CN" sz="2400" b="1" kern="100" dirty="0">
                        <a:solidFill>
                          <a:schemeClr val="accent1"/>
                        </a:solidFill>
                        <a:latin typeface="宋体" panose="02010600030101010101" pitchFamily="2" charset="-122"/>
                        <a:cs typeface="Times New Roman" panose="02020603050405020304"/>
                      </a:endParaRPr>
                    </a:p>
                  </a:txBody>
                  <a:tcPr>
                    <a:solidFill>
                      <a:schemeClr val="accent4">
                        <a:lumMod val="40000"/>
                        <a:lumOff val="60000"/>
                      </a:schemeClr>
                    </a:solidFill>
                  </a:tcPr>
                </a:tc>
                <a:tc>
                  <a:txBody>
                    <a:bodyPr/>
                    <a:lstStyle/>
                    <a:p>
                      <a:pPr indent="266700" algn="just">
                        <a:lnSpc>
                          <a:spcPct val="150000"/>
                        </a:lnSpc>
                        <a:spcAft>
                          <a:spcPts val="0"/>
                        </a:spcAft>
                      </a:pPr>
                      <a:r>
                        <a:rPr lang="zh-CN" altLang="zh-CN" sz="2400" b="1" kern="100" dirty="0" smtClean="0">
                          <a:solidFill>
                            <a:schemeClr val="accent1"/>
                          </a:solidFill>
                          <a:latin typeface="宋体" panose="02010600030101010101" pitchFamily="2" charset="-122"/>
                          <a:cs typeface="Times New Roman" panose="02020603050405020304"/>
                        </a:rPr>
                        <a:t>技术指标的选择要全面，但不能过于繁杂，抓住主要情况，深入浅出。</a:t>
                      </a:r>
                      <a:endParaRPr lang="zh-CN" altLang="zh-CN" sz="2400" b="1" kern="100" dirty="0">
                        <a:solidFill>
                          <a:schemeClr val="accent1"/>
                        </a:solidFill>
                        <a:effectLst/>
                        <a:latin typeface="宋体" panose="02010600030101010101" pitchFamily="2" charset="-122"/>
                        <a:cs typeface="Times New Roman" panose="02020603050405020304"/>
                      </a:endParaRPr>
                    </a:p>
                  </a:txBody>
                  <a:tcPr>
                    <a:noFill/>
                  </a:tcPr>
                </a:tc>
              </a:tr>
            </a:tbl>
          </a:graphicData>
        </a:graphic>
      </p:graphicFrame>
    </p:spTree>
  </p:cSld>
  <p:clrMapOvr>
    <a:masterClrMapping/>
  </p:clrMapOvr>
  <mc:AlternateContent xmlns:mc="http://schemas.openxmlformats.org/markup-compatibility/2006">
    <mc:Choice xmlns:p14="http://schemas.microsoft.com/office/powerpoint/2010/main" Requires="p14">
      <p:transition p14:dur="10" advTm="9437"/>
    </mc:Choice>
    <mc:Fallback>
      <p:transition advTm="9437"/>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fade">
                                      <p:cBhvr>
                                        <p:cTn id="7" dur="1000"/>
                                        <p:tgtEl>
                                          <p:spTgt spid="15"/>
                                        </p:tgtEl>
                                      </p:cBhvr>
                                    </p:animEffect>
                                    <p:anim calcmode="lin" valueType="num">
                                      <p:cBhvr>
                                        <p:cTn id="8" dur="1000" fill="hold"/>
                                        <p:tgtEl>
                                          <p:spTgt spid="15"/>
                                        </p:tgtEl>
                                        <p:attrNameLst>
                                          <p:attrName>ppt_x</p:attrName>
                                        </p:attrNameLst>
                                      </p:cBhvr>
                                      <p:tavLst>
                                        <p:tav tm="0">
                                          <p:val>
                                            <p:strVal val="#ppt_x"/>
                                          </p:val>
                                        </p:tav>
                                        <p:tav tm="100000">
                                          <p:val>
                                            <p:strVal val="#ppt_x"/>
                                          </p:val>
                                        </p:tav>
                                      </p:tavLst>
                                    </p:anim>
                                    <p:anim calcmode="lin" valueType="num">
                                      <p:cBhvr>
                                        <p:cTn id="9" dur="1000" fill="hold"/>
                                        <p:tgtEl>
                                          <p:spTgt spid="15"/>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2"/>
                                        </p:tgtEl>
                                        <p:attrNameLst>
                                          <p:attrName>style.visibility</p:attrName>
                                        </p:attrNameLst>
                                      </p:cBhvr>
                                      <p:to>
                                        <p:strVal val="visible"/>
                                      </p:to>
                                    </p:set>
                                    <p:animEffect transition="in" filter="fade">
                                      <p:cBhvr>
                                        <p:cTn id="14" dur="1000"/>
                                        <p:tgtEl>
                                          <p:spTgt spid="2"/>
                                        </p:tgtEl>
                                      </p:cBhvr>
                                    </p:animEffect>
                                    <p:anim calcmode="lin" valueType="num">
                                      <p:cBhvr>
                                        <p:cTn id="15" dur="1000" fill="hold"/>
                                        <p:tgtEl>
                                          <p:spTgt spid="2"/>
                                        </p:tgtEl>
                                        <p:attrNameLst>
                                          <p:attrName>ppt_x</p:attrName>
                                        </p:attrNameLst>
                                      </p:cBhvr>
                                      <p:tavLst>
                                        <p:tav tm="0">
                                          <p:val>
                                            <p:strVal val="#ppt_x"/>
                                          </p:val>
                                        </p:tav>
                                        <p:tav tm="100000">
                                          <p:val>
                                            <p:strVal val="#ppt_x"/>
                                          </p:val>
                                        </p:tav>
                                      </p:tavLst>
                                    </p:anim>
                                    <p:anim calcmode="lin" valueType="num">
                                      <p:cBhvr>
                                        <p:cTn id="16" dur="1000" fill="hold"/>
                                        <p:tgtEl>
                                          <p:spTgt spid="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 name="TextBox 54"/>
          <p:cNvSpPr txBox="1"/>
          <p:nvPr/>
        </p:nvSpPr>
        <p:spPr>
          <a:xfrm>
            <a:off x="1330765" y="44625"/>
            <a:ext cx="7719943" cy="954101"/>
          </a:xfrm>
          <a:prstGeom prst="rect">
            <a:avLst/>
          </a:prstGeom>
          <a:noFill/>
        </p:spPr>
        <p:txBody>
          <a:bodyPr wrap="square" lIns="91434" tIns="45717" rIns="91434" bIns="45717" rtlCol="0">
            <a:spAutoFit/>
          </a:bodyPr>
          <a:lstStyle>
            <a:defPPr>
              <a:defRPr lang="zh-CN"/>
            </a:defPPr>
            <a:lvl1pPr>
              <a:defRPr sz="3200">
                <a:solidFill>
                  <a:schemeClr val="tx1">
                    <a:lumMod val="75000"/>
                  </a:schemeClr>
                </a:solidFill>
                <a:latin typeface="方正卡通简体" pitchFamily="65" charset="-122"/>
                <a:ea typeface="方正卡通简体" pitchFamily="65" charset="-122"/>
              </a:defRPr>
            </a:lvl1pPr>
          </a:lstStyle>
          <a:p>
            <a:r>
              <a:rPr lang="en-US" altLang="zh-CN" sz="2800" dirty="0" smtClean="0">
                <a:solidFill>
                  <a:srgbClr val="FFFFFF"/>
                </a:solidFill>
                <a:latin typeface="微软雅黑" panose="020B0503020204020204" pitchFamily="34" charset="-122"/>
                <a:ea typeface="微软雅黑" panose="020B0503020204020204" pitchFamily="34" charset="-122"/>
              </a:rPr>
              <a:t>9.3 </a:t>
            </a:r>
            <a:r>
              <a:rPr lang="zh-CN" altLang="en-US" sz="2800" dirty="0">
                <a:solidFill>
                  <a:srgbClr val="FFFFFF"/>
                </a:solidFill>
                <a:latin typeface="微软雅黑" panose="020B0503020204020204" pitchFamily="34" charset="-122"/>
                <a:ea typeface="微软雅黑" panose="020B0503020204020204" pitchFamily="34" charset="-122"/>
              </a:rPr>
              <a:t>指标计算</a:t>
            </a:r>
            <a:r>
              <a:rPr lang="en-US" altLang="zh-CN" sz="2800" dirty="0">
                <a:solidFill>
                  <a:srgbClr val="FFFFFF"/>
                </a:solidFill>
                <a:latin typeface="微软雅黑" panose="020B0503020204020204" pitchFamily="34" charset="-122"/>
                <a:ea typeface="微软雅黑" panose="020B0503020204020204" pitchFamily="34" charset="-122"/>
              </a:rPr>
              <a:t> </a:t>
            </a:r>
            <a:endParaRPr lang="zh-CN" altLang="en-US" sz="2800" dirty="0">
              <a:solidFill>
                <a:srgbClr val="FFFFFF"/>
              </a:solidFill>
              <a:latin typeface="微软雅黑" panose="020B0503020204020204" pitchFamily="34" charset="-122"/>
              <a:ea typeface="微软雅黑" panose="020B0503020204020204" pitchFamily="34" charset="-122"/>
            </a:endParaRPr>
          </a:p>
          <a:p>
            <a:endParaRPr lang="zh-CN" altLang="en-US" sz="2800" dirty="0">
              <a:solidFill>
                <a:srgbClr val="FFFFFF"/>
              </a:solidFill>
              <a:latin typeface="微软雅黑" panose="020B0503020204020204" pitchFamily="34" charset="-122"/>
              <a:ea typeface="微软雅黑" panose="020B0503020204020204" pitchFamily="34" charset="-122"/>
            </a:endParaRPr>
          </a:p>
        </p:txBody>
      </p:sp>
      <p:sp>
        <p:nvSpPr>
          <p:cNvPr id="56" name="TextBox 55"/>
          <p:cNvSpPr txBox="1"/>
          <p:nvPr/>
        </p:nvSpPr>
        <p:spPr>
          <a:xfrm>
            <a:off x="140263" y="106179"/>
            <a:ext cx="1064260" cy="400103"/>
          </a:xfrm>
          <a:prstGeom prst="rect">
            <a:avLst/>
          </a:prstGeom>
          <a:noFill/>
        </p:spPr>
        <p:txBody>
          <a:bodyPr wrap="square" lIns="91434" tIns="45717" rIns="91434" bIns="45717" rtlCol="0">
            <a:spAutoFit/>
          </a:bodyPr>
          <a:lstStyle/>
          <a:p>
            <a:pPr algn="r"/>
            <a:r>
              <a:rPr lang="en-US" altLang="zh-CN" sz="2000" dirty="0">
                <a:solidFill>
                  <a:srgbClr val="FFFFFF"/>
                </a:solidFill>
              </a:rPr>
              <a:t>Part </a:t>
            </a:r>
            <a:r>
              <a:rPr lang="en-US" altLang="zh-CN" sz="2000" dirty="0" smtClean="0">
                <a:solidFill>
                  <a:srgbClr val="FFFFFF"/>
                </a:solidFill>
              </a:rPr>
              <a:t>9</a:t>
            </a:r>
            <a:r>
              <a:rPr lang="en-US" altLang="zh-CN" dirty="0" smtClean="0">
                <a:solidFill>
                  <a:srgbClr val="FFFFFF"/>
                </a:solidFill>
              </a:rPr>
              <a:t> </a:t>
            </a:r>
            <a:endParaRPr lang="zh-CN" altLang="en-US" dirty="0">
              <a:solidFill>
                <a:srgbClr val="FFFFFF"/>
              </a:solidFill>
            </a:endParaRPr>
          </a:p>
        </p:txBody>
      </p:sp>
      <p:graphicFrame>
        <p:nvGraphicFramePr>
          <p:cNvPr id="2" name="表格 1"/>
          <p:cNvGraphicFramePr>
            <a:graphicFrameLocks noGrp="1"/>
          </p:cNvGraphicFramePr>
          <p:nvPr/>
        </p:nvGraphicFramePr>
        <p:xfrm>
          <a:off x="337741" y="1916832"/>
          <a:ext cx="10945216" cy="4672584"/>
        </p:xfrm>
        <a:graphic>
          <a:graphicData uri="http://schemas.openxmlformats.org/drawingml/2006/table">
            <a:tbl>
              <a:tblPr firstRow="1" bandRow="1">
                <a:tableStyleId>{5C22544A-7EE6-4342-B048-85BDC9FD1C3A}</a:tableStyleId>
              </a:tblPr>
              <a:tblGrid>
                <a:gridCol w="2845544"/>
                <a:gridCol w="8099672"/>
              </a:tblGrid>
              <a:tr h="711382">
                <a:tc>
                  <a:txBody>
                    <a:bodyPr/>
                    <a:lstStyle/>
                    <a:p>
                      <a:pPr marL="0" marR="0" lvl="0" indent="0" algn="ctr" defTabSz="914400" rtl="0" eaLnBrk="1" fontAlgn="auto" latinLnBrk="0" hangingPunct="1">
                        <a:lnSpc>
                          <a:spcPct val="150000"/>
                        </a:lnSpc>
                        <a:spcBef>
                          <a:spcPts val="0"/>
                        </a:spcBef>
                        <a:spcAft>
                          <a:spcPts val="0"/>
                        </a:spcAft>
                        <a:buClrTx/>
                        <a:buSzTx/>
                        <a:buFontTx/>
                        <a:buNone/>
                        <a:defRPr/>
                      </a:pPr>
                      <a:r>
                        <a:rPr lang="en-US" altLang="zh-CN" sz="2400" b="1" kern="100" dirty="0" smtClean="0">
                          <a:solidFill>
                            <a:schemeClr val="accent1"/>
                          </a:solidFill>
                          <a:latin typeface="宋体" panose="02010600030101010101" pitchFamily="2" charset="-122"/>
                          <a:ea typeface="宋体" panose="02010600030101010101" pitchFamily="2" charset="-122"/>
                          <a:cs typeface="Times New Roman" panose="02020603050405020304"/>
                        </a:rPr>
                        <a:t>3.</a:t>
                      </a:r>
                      <a:r>
                        <a:rPr lang="zh-CN" altLang="zh-CN" sz="2400" b="1" kern="100" dirty="0" smtClean="0">
                          <a:solidFill>
                            <a:schemeClr val="accent1"/>
                          </a:solidFill>
                          <a:latin typeface="宋体" panose="02010600030101010101" pitchFamily="2" charset="-122"/>
                          <a:ea typeface="宋体" panose="02010600030101010101" pitchFamily="2" charset="-122"/>
                          <a:cs typeface="Times New Roman" panose="02020603050405020304"/>
                        </a:rPr>
                        <a:t>可操作性</a:t>
                      </a:r>
                      <a:endParaRPr lang="zh-CN" altLang="zh-CN" sz="2400" b="1" kern="100" dirty="0" smtClean="0">
                        <a:solidFill>
                          <a:schemeClr val="accent1"/>
                        </a:solidFill>
                        <a:latin typeface="宋体" panose="02010600030101010101" pitchFamily="2" charset="-122"/>
                        <a:ea typeface="宋体" panose="02010600030101010101" pitchFamily="2" charset="-122"/>
                        <a:cs typeface="Times New Roman" panose="02020603050405020304"/>
                      </a:endParaRPr>
                    </a:p>
                    <a:p>
                      <a:endParaRPr lang="zh-CN" altLang="en-US" sz="2400" b="0" dirty="0">
                        <a:solidFill>
                          <a:srgbClr val="000000"/>
                        </a:solidFill>
                      </a:endParaRPr>
                    </a:p>
                  </a:txBody>
                  <a:tcPr>
                    <a:solidFill>
                      <a:schemeClr val="bg2">
                        <a:lumMod val="40000"/>
                        <a:lumOff val="60000"/>
                      </a:schemeClr>
                    </a:solidFill>
                  </a:tcPr>
                </a:tc>
                <a:tc>
                  <a:txBody>
                    <a:bodyPr/>
                    <a:lstStyle/>
                    <a:p>
                      <a:pPr marL="342900" lvl="0" indent="457200" algn="just">
                        <a:lnSpc>
                          <a:spcPct val="150000"/>
                        </a:lnSpc>
                        <a:spcBef>
                          <a:spcPct val="20000"/>
                        </a:spcBef>
                        <a:spcAft>
                          <a:spcPts val="0"/>
                        </a:spcAft>
                      </a:pPr>
                      <a:r>
                        <a:rPr lang="zh-CN" altLang="zh-CN" sz="1800" kern="100" dirty="0" smtClean="0">
                          <a:solidFill>
                            <a:srgbClr val="484849"/>
                          </a:solidFill>
                          <a:latin typeface="宋体" panose="02010600030101010101" pitchFamily="2" charset="-122"/>
                          <a:cs typeface="Times New Roman" panose="02020603050405020304"/>
                        </a:rPr>
                        <a:t>从指标数据方面来说，其数据的来源要及时、可靠，没有数据只有理论模型就没有实用价值，失去了研究意义，数据不可靠会影响最终预测结果。从指标应用原则来说，一般在分析过程中可根据指标自身波动情况、指标曲线与</a:t>
                      </a:r>
                      <a:r>
                        <a:rPr lang="en-US" altLang="zh-CN" sz="1800" kern="100" dirty="0" smtClean="0">
                          <a:solidFill>
                            <a:srgbClr val="484849"/>
                          </a:solidFill>
                          <a:latin typeface="宋体" panose="02010600030101010101" pitchFamily="2" charset="-122"/>
                          <a:cs typeface="Times New Roman" panose="02020603050405020304"/>
                        </a:rPr>
                        <a:t>K</a:t>
                      </a:r>
                      <a:r>
                        <a:rPr lang="zh-CN" altLang="zh-CN" sz="1800" kern="100" dirty="0" smtClean="0">
                          <a:solidFill>
                            <a:srgbClr val="484849"/>
                          </a:solidFill>
                          <a:latin typeface="宋体" panose="02010600030101010101" pitchFamily="2" charset="-122"/>
                          <a:cs typeface="Times New Roman" panose="02020603050405020304"/>
                        </a:rPr>
                        <a:t>线走势是否背离、同一指标不同参数值曲线交叉三种情况进行预测，有些情况识别比较困难，考虑到普通投资者，应避免复杂。</a:t>
                      </a:r>
                      <a:endParaRPr lang="zh-CN" altLang="zh-CN" sz="1800" kern="100" dirty="0" smtClean="0">
                        <a:solidFill>
                          <a:srgbClr val="484849"/>
                        </a:solidFill>
                        <a:latin typeface="宋体" panose="02010600030101010101" pitchFamily="2" charset="-122"/>
                        <a:cs typeface="Times New Roman" panose="02020603050405020304"/>
                      </a:endParaRPr>
                    </a:p>
                    <a:p>
                      <a:pPr marL="342900" lvl="0" indent="457200" algn="just">
                        <a:lnSpc>
                          <a:spcPct val="150000"/>
                        </a:lnSpc>
                        <a:spcBef>
                          <a:spcPct val="20000"/>
                        </a:spcBef>
                        <a:spcAft>
                          <a:spcPts val="0"/>
                        </a:spcAft>
                      </a:pPr>
                      <a:r>
                        <a:rPr lang="zh-CN" altLang="zh-CN" sz="1800" kern="100" dirty="0" smtClean="0">
                          <a:solidFill>
                            <a:srgbClr val="484849"/>
                          </a:solidFill>
                          <a:latin typeface="宋体" panose="02010600030101010101" pitchFamily="2" charset="-122"/>
                          <a:cs typeface="Times New Roman" panose="02020603050405020304"/>
                        </a:rPr>
                        <a:t>根据以上指标选取原则，本章主要选取了</a:t>
                      </a:r>
                      <a:r>
                        <a:rPr lang="en-US" altLang="zh-CN" sz="1800" kern="100" dirty="0" smtClean="0">
                          <a:solidFill>
                            <a:srgbClr val="484849"/>
                          </a:solidFill>
                          <a:latin typeface="宋体" panose="02010600030101010101" pitchFamily="2" charset="-122"/>
                          <a:cs typeface="Times New Roman" panose="02020603050405020304"/>
                        </a:rPr>
                        <a:t>6</a:t>
                      </a:r>
                      <a:r>
                        <a:rPr lang="zh-CN" altLang="zh-CN" sz="1800" kern="100" dirty="0" smtClean="0">
                          <a:solidFill>
                            <a:srgbClr val="484849"/>
                          </a:solidFill>
                          <a:latin typeface="宋体" panose="02010600030101010101" pitchFamily="2" charset="-122"/>
                          <a:cs typeface="Times New Roman" panose="02020603050405020304"/>
                        </a:rPr>
                        <a:t>种在中国证券交易市场上比较流行且有效的技术指标：趋势型有</a:t>
                      </a:r>
                      <a:r>
                        <a:rPr lang="en-US" altLang="zh-CN" sz="1800" kern="100" dirty="0" smtClean="0">
                          <a:solidFill>
                            <a:srgbClr val="484849"/>
                          </a:solidFill>
                          <a:latin typeface="宋体" panose="02010600030101010101" pitchFamily="2" charset="-122"/>
                          <a:cs typeface="Times New Roman" panose="02020603050405020304"/>
                        </a:rPr>
                        <a:t>MA(</a:t>
                      </a:r>
                      <a:r>
                        <a:rPr lang="zh-CN" altLang="zh-CN" sz="1800" kern="100" dirty="0" smtClean="0">
                          <a:solidFill>
                            <a:srgbClr val="484849"/>
                          </a:solidFill>
                          <a:latin typeface="宋体" panose="02010600030101010101" pitchFamily="2" charset="-122"/>
                          <a:cs typeface="Times New Roman" panose="02020603050405020304"/>
                        </a:rPr>
                        <a:t>移动平均线</a:t>
                      </a:r>
                      <a:r>
                        <a:rPr lang="en-US" altLang="zh-CN" sz="1800" kern="100" dirty="0" smtClean="0">
                          <a:solidFill>
                            <a:srgbClr val="484849"/>
                          </a:solidFill>
                          <a:latin typeface="宋体" panose="02010600030101010101" pitchFamily="2" charset="-122"/>
                          <a:cs typeface="Times New Roman" panose="02020603050405020304"/>
                        </a:rPr>
                        <a:t>)</a:t>
                      </a:r>
                      <a:r>
                        <a:rPr lang="zh-CN" altLang="en-US" sz="1800" kern="100" dirty="0" smtClean="0">
                          <a:solidFill>
                            <a:srgbClr val="484849"/>
                          </a:solidFill>
                          <a:latin typeface="宋体" panose="02010600030101010101" pitchFamily="2" charset="-122"/>
                          <a:cs typeface="Times New Roman" panose="02020603050405020304"/>
                        </a:rPr>
                        <a:t>、</a:t>
                      </a:r>
                      <a:r>
                        <a:rPr lang="en-US" altLang="zh-CN" sz="1800" kern="100" dirty="0" smtClean="0">
                          <a:solidFill>
                            <a:srgbClr val="484849"/>
                          </a:solidFill>
                          <a:latin typeface="宋体" panose="02010600030101010101" pitchFamily="2" charset="-122"/>
                          <a:cs typeface="Times New Roman" panose="02020603050405020304"/>
                        </a:rPr>
                        <a:t>MACD(</a:t>
                      </a:r>
                      <a:r>
                        <a:rPr lang="zh-CN" altLang="zh-CN" sz="1800" kern="100" dirty="0" smtClean="0">
                          <a:solidFill>
                            <a:srgbClr val="484849"/>
                          </a:solidFill>
                          <a:latin typeface="宋体" panose="02010600030101010101" pitchFamily="2" charset="-122"/>
                          <a:cs typeface="Times New Roman" panose="02020603050405020304"/>
                        </a:rPr>
                        <a:t>指数平滑异同平均线</a:t>
                      </a:r>
                      <a:r>
                        <a:rPr lang="en-US" altLang="zh-CN" sz="1800" kern="100" dirty="0" smtClean="0">
                          <a:solidFill>
                            <a:srgbClr val="484849"/>
                          </a:solidFill>
                          <a:latin typeface="宋体" panose="02010600030101010101" pitchFamily="2" charset="-122"/>
                          <a:cs typeface="Times New Roman" panose="02020603050405020304"/>
                        </a:rPr>
                        <a:t>)</a:t>
                      </a:r>
                      <a:r>
                        <a:rPr lang="zh-CN" altLang="zh-CN" sz="1800" kern="100" dirty="0" smtClean="0">
                          <a:solidFill>
                            <a:srgbClr val="484849"/>
                          </a:solidFill>
                          <a:latin typeface="宋体" panose="02010600030101010101" pitchFamily="2" charset="-122"/>
                          <a:cs typeface="Times New Roman" panose="02020603050405020304"/>
                        </a:rPr>
                        <a:t>；超买超卖型有</a:t>
                      </a:r>
                      <a:r>
                        <a:rPr lang="en-US" altLang="zh-CN" sz="1800" kern="100" dirty="0" smtClean="0">
                          <a:solidFill>
                            <a:srgbClr val="484849"/>
                          </a:solidFill>
                          <a:latin typeface="宋体" panose="02010600030101010101" pitchFamily="2" charset="-122"/>
                          <a:cs typeface="Times New Roman" panose="02020603050405020304"/>
                        </a:rPr>
                        <a:t>KDJ(</a:t>
                      </a:r>
                      <a:r>
                        <a:rPr lang="zh-CN" altLang="zh-CN" sz="1800" kern="100" dirty="0" smtClean="0">
                          <a:solidFill>
                            <a:srgbClr val="484849"/>
                          </a:solidFill>
                          <a:latin typeface="宋体" panose="02010600030101010101" pitchFamily="2" charset="-122"/>
                          <a:cs typeface="Times New Roman" panose="02020603050405020304"/>
                        </a:rPr>
                        <a:t>随机指标</a:t>
                      </a:r>
                      <a:r>
                        <a:rPr lang="en-US" altLang="zh-CN" sz="1800" kern="100" dirty="0" smtClean="0">
                          <a:solidFill>
                            <a:srgbClr val="484849"/>
                          </a:solidFill>
                          <a:latin typeface="宋体" panose="02010600030101010101" pitchFamily="2" charset="-122"/>
                          <a:cs typeface="Times New Roman" panose="02020603050405020304"/>
                        </a:rPr>
                        <a:t>)</a:t>
                      </a:r>
                      <a:r>
                        <a:rPr lang="zh-CN" altLang="zh-CN" sz="1800" kern="100" dirty="0" smtClean="0">
                          <a:solidFill>
                            <a:srgbClr val="484849"/>
                          </a:solidFill>
                          <a:latin typeface="宋体" panose="02010600030101010101" pitchFamily="2" charset="-122"/>
                          <a:cs typeface="Times New Roman" panose="02020603050405020304"/>
                        </a:rPr>
                        <a:t>、</a:t>
                      </a:r>
                      <a:r>
                        <a:rPr lang="en-US" altLang="zh-CN" sz="1800" kern="100" dirty="0" smtClean="0">
                          <a:solidFill>
                            <a:srgbClr val="484849"/>
                          </a:solidFill>
                          <a:latin typeface="宋体" panose="02010600030101010101" pitchFamily="2" charset="-122"/>
                          <a:cs typeface="Times New Roman" panose="02020603050405020304"/>
                        </a:rPr>
                        <a:t>RSI(</a:t>
                      </a:r>
                      <a:r>
                        <a:rPr lang="zh-CN" altLang="zh-CN" sz="1800" kern="100" dirty="0" smtClean="0">
                          <a:solidFill>
                            <a:srgbClr val="484849"/>
                          </a:solidFill>
                          <a:latin typeface="宋体" panose="02010600030101010101" pitchFamily="2" charset="-122"/>
                          <a:cs typeface="Times New Roman" panose="02020603050405020304"/>
                        </a:rPr>
                        <a:t>相对强弱指标</a:t>
                      </a:r>
                      <a:r>
                        <a:rPr lang="en-US" altLang="zh-CN" sz="1800" kern="100" dirty="0" smtClean="0">
                          <a:solidFill>
                            <a:srgbClr val="484849"/>
                          </a:solidFill>
                          <a:latin typeface="宋体" panose="02010600030101010101" pitchFamily="2" charset="-122"/>
                          <a:cs typeface="Times New Roman" panose="02020603050405020304"/>
                        </a:rPr>
                        <a:t>)</a:t>
                      </a:r>
                      <a:r>
                        <a:rPr lang="zh-CN" altLang="zh-CN" sz="1800" kern="100" dirty="0" smtClean="0">
                          <a:solidFill>
                            <a:srgbClr val="484849"/>
                          </a:solidFill>
                          <a:latin typeface="宋体" panose="02010600030101010101" pitchFamily="2" charset="-122"/>
                          <a:cs typeface="Times New Roman" panose="02020603050405020304"/>
                        </a:rPr>
                        <a:t>、</a:t>
                      </a:r>
                      <a:r>
                        <a:rPr lang="en-US" altLang="zh-CN" sz="1800" kern="100" dirty="0" smtClean="0">
                          <a:solidFill>
                            <a:srgbClr val="484849"/>
                          </a:solidFill>
                          <a:latin typeface="宋体" panose="02010600030101010101" pitchFamily="2" charset="-122"/>
                          <a:cs typeface="Times New Roman" panose="02020603050405020304"/>
                        </a:rPr>
                        <a:t>BLAS(</a:t>
                      </a:r>
                      <a:r>
                        <a:rPr lang="zh-CN" altLang="zh-CN" sz="1800" kern="100" dirty="0" smtClean="0">
                          <a:solidFill>
                            <a:srgbClr val="484849"/>
                          </a:solidFill>
                          <a:latin typeface="宋体" panose="02010600030101010101" pitchFamily="2" charset="-122"/>
                          <a:cs typeface="Times New Roman" panose="02020603050405020304"/>
                        </a:rPr>
                        <a:t>乖离率指标</a:t>
                      </a:r>
                      <a:r>
                        <a:rPr lang="en-US" altLang="zh-CN" sz="1800" kern="100" dirty="0" smtClean="0">
                          <a:solidFill>
                            <a:srgbClr val="484849"/>
                          </a:solidFill>
                          <a:latin typeface="宋体" panose="02010600030101010101" pitchFamily="2" charset="-122"/>
                          <a:cs typeface="Times New Roman" panose="02020603050405020304"/>
                        </a:rPr>
                        <a:t>)</a:t>
                      </a:r>
                      <a:r>
                        <a:rPr lang="zh-CN" altLang="zh-CN" sz="1800" kern="100" dirty="0" smtClean="0">
                          <a:solidFill>
                            <a:srgbClr val="484849"/>
                          </a:solidFill>
                          <a:latin typeface="宋体" panose="02010600030101010101" pitchFamily="2" charset="-122"/>
                          <a:cs typeface="Times New Roman" panose="02020603050405020304"/>
                        </a:rPr>
                        <a:t>；人气型的有</a:t>
                      </a:r>
                      <a:r>
                        <a:rPr lang="en-US" altLang="zh-CN" sz="1800" kern="100" dirty="0" smtClean="0">
                          <a:solidFill>
                            <a:srgbClr val="484849"/>
                          </a:solidFill>
                          <a:latin typeface="宋体" panose="02010600030101010101" pitchFamily="2" charset="-122"/>
                          <a:cs typeface="Times New Roman" panose="02020603050405020304"/>
                        </a:rPr>
                        <a:t>OBV(</a:t>
                      </a:r>
                      <a:r>
                        <a:rPr lang="zh-CN" altLang="zh-CN" sz="1800" kern="100" dirty="0" smtClean="0">
                          <a:solidFill>
                            <a:srgbClr val="484849"/>
                          </a:solidFill>
                          <a:latin typeface="宋体" panose="02010600030101010101" pitchFamily="2" charset="-122"/>
                          <a:cs typeface="Times New Roman" panose="02020603050405020304"/>
                        </a:rPr>
                        <a:t>能量潮指标</a:t>
                      </a:r>
                      <a:r>
                        <a:rPr lang="en-US" altLang="zh-CN" sz="1800" kern="100" dirty="0" smtClean="0">
                          <a:solidFill>
                            <a:srgbClr val="484849"/>
                          </a:solidFill>
                          <a:latin typeface="宋体" panose="02010600030101010101" pitchFamily="2" charset="-122"/>
                          <a:cs typeface="Times New Roman" panose="02020603050405020304"/>
                        </a:rPr>
                        <a:t>)</a:t>
                      </a:r>
                      <a:r>
                        <a:rPr lang="zh-CN" altLang="zh-CN" sz="1800" kern="100" dirty="0" smtClean="0">
                          <a:solidFill>
                            <a:srgbClr val="484849"/>
                          </a:solidFill>
                          <a:latin typeface="宋体" panose="02010600030101010101" pitchFamily="2" charset="-122"/>
                          <a:cs typeface="Times New Roman" panose="02020603050405020304"/>
                        </a:rPr>
                        <a:t>。这里没有选取大势型指标 </a:t>
                      </a:r>
                      <a:r>
                        <a:rPr lang="en-US" altLang="zh-CN" sz="1800" kern="100" dirty="0" smtClean="0">
                          <a:solidFill>
                            <a:srgbClr val="484849"/>
                          </a:solidFill>
                          <a:latin typeface="宋体" panose="02010600030101010101" pitchFamily="2" charset="-122"/>
                          <a:cs typeface="Times New Roman" panose="02020603050405020304"/>
                        </a:rPr>
                        <a:t>,</a:t>
                      </a:r>
                      <a:r>
                        <a:rPr lang="zh-CN" altLang="zh-CN" sz="1800" kern="100" dirty="0" smtClean="0">
                          <a:solidFill>
                            <a:srgbClr val="484849"/>
                          </a:solidFill>
                          <a:latin typeface="宋体" panose="02010600030101010101" pitchFamily="2" charset="-122"/>
                          <a:cs typeface="Times New Roman" panose="02020603050405020304"/>
                        </a:rPr>
                        <a:t>而是以某个指数作为近似代替（研究的股票均取自相应指数样本股）。技术指标计算基于原始数据进行，其意义以及计算公式将在下面详细介绍。</a:t>
                      </a:r>
                      <a:endParaRPr lang="zh-CN" altLang="zh-CN" sz="1800" kern="100" dirty="0">
                        <a:solidFill>
                          <a:srgbClr val="484849"/>
                        </a:solidFill>
                        <a:latin typeface="宋体" panose="02010600030101010101" pitchFamily="2" charset="-122"/>
                        <a:cs typeface="Times New Roman" panose="02020603050405020304"/>
                      </a:endParaRPr>
                    </a:p>
                  </a:txBody>
                  <a:tcPr>
                    <a:noFill/>
                  </a:tcPr>
                </a:tc>
              </a:tr>
            </a:tbl>
          </a:graphicData>
        </a:graphic>
      </p:graphicFrame>
      <p:sp>
        <p:nvSpPr>
          <p:cNvPr id="7" name="文本框 6"/>
          <p:cNvSpPr txBox="1">
            <a:spLocks noChangeArrowheads="1"/>
          </p:cNvSpPr>
          <p:nvPr>
            <p:custDataLst>
              <p:tags r:id="rId1"/>
            </p:custDataLst>
          </p:nvPr>
        </p:nvSpPr>
        <p:spPr bwMode="auto">
          <a:xfrm>
            <a:off x="682062" y="764704"/>
            <a:ext cx="7272808" cy="777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lnSpc>
                <a:spcPct val="120000"/>
              </a:lnSpc>
              <a:spcBef>
                <a:spcPts val="1000"/>
              </a:spcBef>
              <a:buFont typeface="Arial" panose="020B0604020202020204" pitchFamily="34" charset="0"/>
              <a:buChar char="•"/>
              <a:defRPr kumimoji="1" sz="2400">
                <a:solidFill>
                  <a:srgbClr val="595959"/>
                </a:solidFill>
                <a:latin typeface="Arial" panose="020B0604020202020204" pitchFamily="34" charset="0"/>
                <a:ea typeface="微软雅黑" panose="020B0503020204020204" pitchFamily="34" charset="-122"/>
              </a:defRPr>
            </a:lvl1pPr>
            <a:lvl2pPr marL="742950" indent="-285750">
              <a:lnSpc>
                <a:spcPct val="120000"/>
              </a:lnSpc>
              <a:spcBef>
                <a:spcPts val="500"/>
              </a:spcBef>
              <a:buFont typeface="Arial" panose="020B0604020202020204" pitchFamily="34" charset="0"/>
              <a:buChar char="•"/>
              <a:defRPr kumimoji="1" sz="2000">
                <a:solidFill>
                  <a:srgbClr val="595959"/>
                </a:solidFill>
                <a:latin typeface="Arial" panose="020B0604020202020204" pitchFamily="34" charset="0"/>
                <a:ea typeface="微软雅黑" panose="020B0503020204020204" pitchFamily="34" charset="-122"/>
              </a:defRPr>
            </a:lvl2pPr>
            <a:lvl3pPr marL="1143000" indent="-228600">
              <a:lnSpc>
                <a:spcPct val="120000"/>
              </a:lnSpc>
              <a:spcBef>
                <a:spcPts val="500"/>
              </a:spcBef>
              <a:buFont typeface="Arial" panose="020B0604020202020204" pitchFamily="34" charset="0"/>
              <a:buChar char="•"/>
              <a:defRPr kumimoji="1">
                <a:solidFill>
                  <a:srgbClr val="595959"/>
                </a:solidFill>
                <a:latin typeface="Arial" panose="020B0604020202020204" pitchFamily="34" charset="0"/>
                <a:ea typeface="微软雅黑" panose="020B0503020204020204" pitchFamily="34" charset="-122"/>
              </a:defRPr>
            </a:lvl3pPr>
            <a:lvl4pPr marL="1600200" indent="-228600">
              <a:lnSpc>
                <a:spcPct val="120000"/>
              </a:lnSpc>
              <a:spcBef>
                <a:spcPts val="500"/>
              </a:spcBef>
              <a:buFont typeface="Arial" panose="020B0604020202020204" pitchFamily="34" charset="0"/>
              <a:buChar char="•"/>
              <a:defRPr kumimoji="1">
                <a:solidFill>
                  <a:srgbClr val="595959"/>
                </a:solidFill>
                <a:latin typeface="Arial" panose="020B0604020202020204" pitchFamily="34" charset="0"/>
                <a:ea typeface="微软雅黑" panose="020B0503020204020204" pitchFamily="34" charset="-122"/>
              </a:defRPr>
            </a:lvl4pPr>
            <a:lvl5pPr marL="2057400" indent="-228600">
              <a:lnSpc>
                <a:spcPct val="120000"/>
              </a:lnSpc>
              <a:spcBef>
                <a:spcPts val="500"/>
              </a:spcBef>
              <a:buFont typeface="Arial" panose="020B0604020202020204" pitchFamily="34" charset="0"/>
              <a:buChar char="•"/>
              <a:defRPr kumimoji="1">
                <a:solidFill>
                  <a:srgbClr val="595959"/>
                </a:solidFill>
                <a:latin typeface="Arial" panose="020B0604020202020204" pitchFamily="34" charset="0"/>
                <a:ea typeface="微软雅黑" panose="020B0503020204020204" pitchFamily="34" charset="-122"/>
              </a:defRPr>
            </a:lvl5pPr>
            <a:lvl6pPr marL="2514600" indent="-228600" eaLnBrk="0" fontAlgn="base" hangingPunct="0">
              <a:lnSpc>
                <a:spcPct val="120000"/>
              </a:lnSpc>
              <a:spcBef>
                <a:spcPts val="500"/>
              </a:spcBef>
              <a:spcAft>
                <a:spcPct val="0"/>
              </a:spcAft>
              <a:buFont typeface="Arial" panose="020B0604020202020204" pitchFamily="34" charset="0"/>
              <a:buChar char="•"/>
              <a:defRPr kumimoji="1">
                <a:solidFill>
                  <a:srgbClr val="595959"/>
                </a:solidFill>
                <a:latin typeface="Arial" panose="020B0604020202020204" pitchFamily="34" charset="0"/>
                <a:ea typeface="微软雅黑" panose="020B0503020204020204" pitchFamily="34" charset="-122"/>
              </a:defRPr>
            </a:lvl6pPr>
            <a:lvl7pPr marL="2971800" indent="-228600" eaLnBrk="0" fontAlgn="base" hangingPunct="0">
              <a:lnSpc>
                <a:spcPct val="120000"/>
              </a:lnSpc>
              <a:spcBef>
                <a:spcPts val="500"/>
              </a:spcBef>
              <a:spcAft>
                <a:spcPct val="0"/>
              </a:spcAft>
              <a:buFont typeface="Arial" panose="020B0604020202020204" pitchFamily="34" charset="0"/>
              <a:buChar char="•"/>
              <a:defRPr kumimoji="1">
                <a:solidFill>
                  <a:srgbClr val="595959"/>
                </a:solidFill>
                <a:latin typeface="Arial" panose="020B0604020202020204" pitchFamily="34" charset="0"/>
                <a:ea typeface="微软雅黑" panose="020B0503020204020204" pitchFamily="34" charset="-122"/>
              </a:defRPr>
            </a:lvl7pPr>
            <a:lvl8pPr marL="3429000" indent="-228600" eaLnBrk="0" fontAlgn="base" hangingPunct="0">
              <a:lnSpc>
                <a:spcPct val="120000"/>
              </a:lnSpc>
              <a:spcBef>
                <a:spcPts val="500"/>
              </a:spcBef>
              <a:spcAft>
                <a:spcPct val="0"/>
              </a:spcAft>
              <a:buFont typeface="Arial" panose="020B0604020202020204" pitchFamily="34" charset="0"/>
              <a:buChar char="•"/>
              <a:defRPr kumimoji="1">
                <a:solidFill>
                  <a:srgbClr val="595959"/>
                </a:solidFill>
                <a:latin typeface="Arial" panose="020B0604020202020204" pitchFamily="34" charset="0"/>
                <a:ea typeface="微软雅黑" panose="020B0503020204020204" pitchFamily="34" charset="-122"/>
              </a:defRPr>
            </a:lvl8pPr>
            <a:lvl9pPr marL="3886200" indent="-228600" eaLnBrk="0" fontAlgn="base" hangingPunct="0">
              <a:lnSpc>
                <a:spcPct val="120000"/>
              </a:lnSpc>
              <a:spcBef>
                <a:spcPts val="500"/>
              </a:spcBef>
              <a:spcAft>
                <a:spcPct val="0"/>
              </a:spcAft>
              <a:buFont typeface="Arial" panose="020B0604020202020204" pitchFamily="34" charset="0"/>
              <a:buChar char="•"/>
              <a:defRPr kumimoji="1">
                <a:solidFill>
                  <a:srgbClr val="595959"/>
                </a:solidFill>
                <a:latin typeface="Arial" panose="020B0604020202020204" pitchFamily="34" charset="0"/>
                <a:ea typeface="微软雅黑" panose="020B0503020204020204" pitchFamily="34" charset="-122"/>
              </a:defRPr>
            </a:lvl9pPr>
          </a:lstStyle>
          <a:p>
            <a:pPr>
              <a:lnSpc>
                <a:spcPct val="100000"/>
              </a:lnSpc>
              <a:spcBef>
                <a:spcPct val="0"/>
              </a:spcBef>
              <a:buNone/>
            </a:pPr>
            <a:r>
              <a:rPr kumimoji="0" lang="zh-CN" altLang="en-US" b="1" dirty="0" smtClean="0">
                <a:latin typeface="微软雅黑" panose="020B0503020204020204" pitchFamily="34" charset="-122"/>
              </a:rPr>
              <a:t>指标计算</a:t>
            </a:r>
            <a:r>
              <a:rPr kumimoji="0" lang="zh-CN" altLang="zh-CN" sz="4000" b="1" dirty="0" smtClean="0">
                <a:solidFill>
                  <a:schemeClr val="bg2"/>
                </a:solidFill>
                <a:latin typeface="微软雅黑" panose="020B0503020204020204" pitchFamily="34" charset="-122"/>
              </a:rPr>
              <a:t>遵循原则</a:t>
            </a:r>
            <a:r>
              <a:rPr kumimoji="0" lang="zh-CN" altLang="en-US" sz="4000" b="1" dirty="0">
                <a:solidFill>
                  <a:schemeClr val="bg2"/>
                </a:solidFill>
                <a:latin typeface="微软雅黑" panose="020B0503020204020204" pitchFamily="34" charset="-122"/>
              </a:rPr>
              <a:t>：</a:t>
            </a:r>
            <a:endParaRPr kumimoji="0" lang="zh-CN" altLang="en-US" sz="4000" b="1" dirty="0">
              <a:solidFill>
                <a:schemeClr val="bg2"/>
              </a:solidFill>
              <a:latin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p14:dur="10" advTm="9437"/>
    </mc:Choice>
    <mc:Fallback>
      <p:transition advTm="9437"/>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00" fill="hold"/>
                                        <p:tgtEl>
                                          <p:spTgt spid="7"/>
                                        </p:tgtEl>
                                        <p:attrNameLst>
                                          <p:attrName>ppt_x</p:attrName>
                                        </p:attrNameLst>
                                      </p:cBhvr>
                                      <p:tavLst>
                                        <p:tav tm="0">
                                          <p:val>
                                            <p:strVal val="#ppt_x"/>
                                          </p:val>
                                        </p:tav>
                                        <p:tav tm="100000">
                                          <p:val>
                                            <p:strVal val="#ppt_x"/>
                                          </p:val>
                                        </p:tav>
                                      </p:tavLst>
                                    </p:anim>
                                    <p:anim calcmode="lin" valueType="num">
                                      <p:cBhvr additive="base">
                                        <p:cTn id="8"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42" presetClass="entr" presetSubtype="0" fill="hold" nodeType="clickEffect">
                                  <p:stCondLst>
                                    <p:cond delay="0"/>
                                  </p:stCondLst>
                                  <p:childTnLst>
                                    <p:set>
                                      <p:cBhvr>
                                        <p:cTn id="12" dur="1" fill="hold">
                                          <p:stCondLst>
                                            <p:cond delay="0"/>
                                          </p:stCondLst>
                                        </p:cTn>
                                        <p:tgtEl>
                                          <p:spTgt spid="2"/>
                                        </p:tgtEl>
                                        <p:attrNameLst>
                                          <p:attrName>style.visibility</p:attrName>
                                        </p:attrNameLst>
                                      </p:cBhvr>
                                      <p:to>
                                        <p:strVal val="visible"/>
                                      </p:to>
                                    </p:set>
                                    <p:animEffect transition="in" filter="fade">
                                      <p:cBhvr>
                                        <p:cTn id="13" dur="1000"/>
                                        <p:tgtEl>
                                          <p:spTgt spid="2"/>
                                        </p:tgtEl>
                                      </p:cBhvr>
                                    </p:animEffect>
                                    <p:anim calcmode="lin" valueType="num">
                                      <p:cBhvr>
                                        <p:cTn id="14" dur="1000" fill="hold"/>
                                        <p:tgtEl>
                                          <p:spTgt spid="2"/>
                                        </p:tgtEl>
                                        <p:attrNameLst>
                                          <p:attrName>ppt_x</p:attrName>
                                        </p:attrNameLst>
                                      </p:cBhvr>
                                      <p:tavLst>
                                        <p:tav tm="0">
                                          <p:val>
                                            <p:strVal val="#ppt_x"/>
                                          </p:val>
                                        </p:tav>
                                        <p:tav tm="100000">
                                          <p:val>
                                            <p:strVal val="#ppt_x"/>
                                          </p:val>
                                        </p:tav>
                                      </p:tavLst>
                                    </p:anim>
                                    <p:anim calcmode="lin" valueType="num">
                                      <p:cBhvr>
                                        <p:cTn id="15" dur="1000" fill="hold"/>
                                        <p:tgtEl>
                                          <p:spTgt spid="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 name="TextBox 54"/>
          <p:cNvSpPr txBox="1"/>
          <p:nvPr/>
        </p:nvSpPr>
        <p:spPr>
          <a:xfrm>
            <a:off x="1330764" y="44625"/>
            <a:ext cx="8531529" cy="523214"/>
          </a:xfrm>
          <a:prstGeom prst="rect">
            <a:avLst/>
          </a:prstGeom>
          <a:noFill/>
        </p:spPr>
        <p:txBody>
          <a:bodyPr wrap="square" lIns="91434" tIns="45717" rIns="91434" bIns="45717" rtlCol="0">
            <a:spAutoFit/>
          </a:bodyPr>
          <a:lstStyle>
            <a:defPPr>
              <a:defRPr lang="zh-CN"/>
            </a:defPPr>
            <a:lvl1pPr>
              <a:defRPr sz="3200">
                <a:solidFill>
                  <a:schemeClr val="tx1">
                    <a:lumMod val="75000"/>
                  </a:schemeClr>
                </a:solidFill>
                <a:latin typeface="方正卡通简体" pitchFamily="65" charset="-122"/>
                <a:ea typeface="方正卡通简体" pitchFamily="65" charset="-122"/>
              </a:defRPr>
            </a:lvl1pPr>
          </a:lstStyle>
          <a:p>
            <a:r>
              <a:rPr lang="en-US" altLang="zh-CN" sz="2800" dirty="0" smtClean="0">
                <a:solidFill>
                  <a:schemeClr val="accent2"/>
                </a:solidFill>
                <a:latin typeface="微软雅黑" panose="020B0503020204020204" pitchFamily="34" charset="-122"/>
                <a:ea typeface="微软雅黑" panose="020B0503020204020204" pitchFamily="34" charset="-122"/>
              </a:rPr>
              <a:t>9.3.1 </a:t>
            </a:r>
            <a:r>
              <a:rPr lang="zh-CN" altLang="en-US" sz="2800" dirty="0" smtClean="0">
                <a:solidFill>
                  <a:schemeClr val="accent2"/>
                </a:solidFill>
                <a:latin typeface="微软雅黑" panose="020B0503020204020204" pitchFamily="34" charset="-122"/>
                <a:ea typeface="微软雅黑" panose="020B0503020204020204" pitchFamily="34" charset="-122"/>
              </a:rPr>
              <a:t>移动平均线</a:t>
            </a:r>
            <a:r>
              <a:rPr lang="en-US" altLang="zh-CN" sz="2800" dirty="0" smtClean="0">
                <a:solidFill>
                  <a:schemeClr val="accent2"/>
                </a:solidFill>
                <a:latin typeface="微软雅黑" panose="020B0503020204020204" pitchFamily="34" charset="-122"/>
                <a:ea typeface="微软雅黑" panose="020B0503020204020204" pitchFamily="34" charset="-122"/>
              </a:rPr>
              <a:t>MA</a:t>
            </a:r>
            <a:endParaRPr lang="zh-CN" altLang="en-US" sz="2800" dirty="0">
              <a:solidFill>
                <a:schemeClr val="accent2"/>
              </a:solidFill>
              <a:latin typeface="微软雅黑" panose="020B0503020204020204" pitchFamily="34" charset="-122"/>
              <a:ea typeface="微软雅黑" panose="020B0503020204020204" pitchFamily="34" charset="-122"/>
            </a:endParaRPr>
          </a:p>
        </p:txBody>
      </p:sp>
      <p:sp>
        <p:nvSpPr>
          <p:cNvPr id="56" name="TextBox 55"/>
          <p:cNvSpPr txBox="1"/>
          <p:nvPr/>
        </p:nvSpPr>
        <p:spPr>
          <a:xfrm>
            <a:off x="140263" y="106179"/>
            <a:ext cx="1064260" cy="400103"/>
          </a:xfrm>
          <a:prstGeom prst="rect">
            <a:avLst/>
          </a:prstGeom>
          <a:noFill/>
        </p:spPr>
        <p:txBody>
          <a:bodyPr wrap="square" lIns="91434" tIns="45717" rIns="91434" bIns="45717" rtlCol="0">
            <a:spAutoFit/>
          </a:bodyPr>
          <a:lstStyle/>
          <a:p>
            <a:pPr algn="r"/>
            <a:r>
              <a:rPr lang="en-US" altLang="zh-CN" sz="2000" dirty="0">
                <a:solidFill>
                  <a:schemeClr val="accent2"/>
                </a:solidFill>
              </a:rPr>
              <a:t>Part</a:t>
            </a:r>
            <a:r>
              <a:rPr lang="en-US" altLang="zh-CN" dirty="0">
                <a:solidFill>
                  <a:schemeClr val="accent2"/>
                </a:solidFill>
              </a:rPr>
              <a:t> </a:t>
            </a:r>
            <a:r>
              <a:rPr lang="en-US" altLang="zh-CN" dirty="0" smtClean="0">
                <a:solidFill>
                  <a:schemeClr val="accent2"/>
                </a:solidFill>
              </a:rPr>
              <a:t>9</a:t>
            </a:r>
            <a:endParaRPr lang="zh-CN" altLang="en-US" dirty="0">
              <a:solidFill>
                <a:schemeClr val="accent2"/>
              </a:solidFill>
            </a:endParaRPr>
          </a:p>
        </p:txBody>
      </p:sp>
      <mc:AlternateContent xmlns:mc="http://schemas.openxmlformats.org/markup-compatibility/2006">
        <mc:Choice xmlns:a14="http://schemas.microsoft.com/office/drawing/2010/main" Requires="a14">
          <p:sp>
            <p:nvSpPr>
              <p:cNvPr id="4" name="内容占位符 3"/>
              <p:cNvSpPr>
                <a:spLocks noGrp="1"/>
              </p:cNvSpPr>
              <p:nvPr>
                <p:ph idx="1"/>
              </p:nvPr>
            </p:nvSpPr>
            <p:spPr>
              <a:xfrm>
                <a:off x="825625" y="980729"/>
                <a:ext cx="10601349" cy="5145436"/>
              </a:xfrm>
            </p:spPr>
            <p:txBody>
              <a:bodyPr/>
              <a:lstStyle/>
              <a:p>
                <a:pPr marL="0" indent="457200">
                  <a:buNone/>
                </a:pPr>
                <a:r>
                  <a:rPr lang="zh-CN" altLang="zh-CN" sz="2400" dirty="0" smtClean="0"/>
                  <a:t>移动平均线就是将某一定时期的收盘价之和除以该周期，按时间的长短可以分为长期、中期、短期</a:t>
                </a:r>
                <a:r>
                  <a:rPr lang="en-US" altLang="zh-CN" sz="2400" dirty="0"/>
                  <a:t>3</a:t>
                </a:r>
                <a:r>
                  <a:rPr lang="zh-CN" altLang="zh-CN" sz="2400" dirty="0"/>
                  <a:t>种。移动平均线可以反映出价格走势。</a:t>
                </a:r>
              </a:p>
              <a:p>
                <a:pPr marL="0" indent="0">
                  <a:buNone/>
                </a:pPr>
                <a:r>
                  <a:rPr lang="zh-CN" altLang="zh-CN" sz="2400" dirty="0"/>
                  <a:t>计算公式如下所示</a:t>
                </a:r>
                <a:r>
                  <a:rPr lang="zh-CN" altLang="zh-CN" sz="2400" dirty="0" smtClean="0"/>
                  <a:t>：</a:t>
                </a:r>
                <a:r>
                  <a:rPr lang="en-US" altLang="zh-CN" sz="2400" dirty="0" smtClean="0"/>
                  <a:t> </a:t>
                </a:r>
              </a:p>
              <a:p>
                <a:pPr marL="0" indent="0">
                  <a:buNone/>
                </a:pPr>
                <a:r>
                  <a:rPr lang="en-US" altLang="zh-CN" dirty="0" smtClean="0"/>
                  <a:t>               </a:t>
                </a:r>
                <a:endParaRPr lang="zh-CN" altLang="zh-CN" dirty="0"/>
              </a:p>
              <a:p>
                <a:pPr marL="0" indent="0">
                  <a:buNone/>
                </a:pPr>
                <a:endParaRPr lang="en-US" altLang="zh-CN" dirty="0" smtClean="0"/>
              </a:p>
              <a:p>
                <a:pPr marL="0" indent="0">
                  <a:buNone/>
                </a:pPr>
                <a:endParaRPr lang="en-US" altLang="zh-CN" dirty="0" smtClean="0"/>
              </a:p>
              <a:p>
                <a:pPr marL="0" indent="0">
                  <a:buNone/>
                </a:pPr>
                <a14:m>
                  <m:oMath xmlns:m="http://schemas.openxmlformats.org/officeDocument/2006/math">
                    <m:sSub>
                      <m:sSubPr>
                        <m:ctrlPr>
                          <a:rPr lang="en-US" altLang="zh-CN" sz="2400" i="1" smtClean="0">
                            <a:latin typeface="Cambria Math"/>
                          </a:rPr>
                        </m:ctrlPr>
                      </m:sSubPr>
                      <m:e>
                        <m:r>
                          <a:rPr lang="en-US" altLang="zh-CN" sz="2400" b="0" i="1" smtClean="0">
                            <a:latin typeface="Cambria Math"/>
                          </a:rPr>
                          <m:t>𝐶</m:t>
                        </m:r>
                      </m:e>
                      <m:sub>
                        <m:r>
                          <a:rPr lang="en-US" altLang="zh-CN" sz="2400" b="0" i="1" smtClean="0">
                            <a:latin typeface="Cambria Math"/>
                          </a:rPr>
                          <m:t>𝑡</m:t>
                        </m:r>
                      </m:sub>
                    </m:sSub>
                  </m:oMath>
                </a14:m>
                <a:r>
                  <a:rPr lang="zh-CN" altLang="en-US" sz="2400" dirty="0" smtClean="0"/>
                  <a:t>为第</a:t>
                </a:r>
                <a:r>
                  <a:rPr lang="en-US" altLang="zh-CN" sz="2400" dirty="0" smtClean="0"/>
                  <a:t>t</a:t>
                </a:r>
                <a:r>
                  <a:rPr lang="zh-CN" altLang="en-US" sz="2400" dirty="0" smtClean="0"/>
                  <a:t>日股票价格；</a:t>
                </a:r>
                <a:r>
                  <a:rPr lang="en-US" altLang="zh-CN" sz="2400" dirty="0" smtClean="0"/>
                  <a:t>n</a:t>
                </a:r>
                <a:r>
                  <a:rPr lang="zh-CN" altLang="en-US" sz="2400" dirty="0" smtClean="0"/>
                  <a:t>为天数，一般取</a:t>
                </a:r>
                <a:r>
                  <a:rPr lang="en-US" altLang="zh-CN" sz="2400" dirty="0" smtClean="0"/>
                  <a:t>5</a:t>
                </a:r>
                <a:r>
                  <a:rPr lang="zh-CN" altLang="en-US" sz="2400" dirty="0" smtClean="0"/>
                  <a:t>，</a:t>
                </a:r>
                <a:r>
                  <a:rPr lang="en-US" altLang="zh-CN" sz="2400" dirty="0" smtClean="0"/>
                  <a:t>10</a:t>
                </a:r>
                <a:r>
                  <a:rPr lang="zh-CN" altLang="en-US" sz="2400" dirty="0" smtClean="0"/>
                  <a:t>，</a:t>
                </a:r>
                <a:r>
                  <a:rPr lang="en-US" altLang="zh-CN" sz="2400" dirty="0" smtClean="0"/>
                  <a:t>20</a:t>
                </a:r>
                <a:r>
                  <a:rPr lang="zh-CN" altLang="en-US" sz="2400" dirty="0" smtClean="0"/>
                  <a:t>；</a:t>
                </a:r>
                <a:r>
                  <a:rPr lang="en-US" altLang="zh-CN" sz="2400" dirty="0" smtClean="0"/>
                  <a:t>t</a:t>
                </a:r>
                <a:r>
                  <a:rPr lang="zh-CN" altLang="en-US" sz="2400" dirty="0" smtClean="0"/>
                  <a:t>为时</a:t>
                </a:r>
                <a:r>
                  <a:rPr lang="zh-CN" altLang="en-US" dirty="0" smtClean="0"/>
                  <a:t>间</a:t>
                </a:r>
                <a:endParaRPr lang="en-US" altLang="zh-CN" dirty="0"/>
              </a:p>
              <a:p>
                <a:pPr marL="0" indent="0">
                  <a:buNone/>
                </a:pPr>
                <a:endParaRPr lang="en-US" altLang="zh-CN" dirty="0"/>
              </a:p>
              <a:p>
                <a:pPr marL="0" indent="0">
                  <a:buNone/>
                </a:pPr>
                <a:r>
                  <a:rPr lang="en-US" altLang="zh-CN" sz="2400" dirty="0" smtClean="0"/>
                  <a:t>Python</a:t>
                </a:r>
                <a:r>
                  <a:rPr lang="zh-CN" altLang="zh-CN" sz="2400" dirty="0"/>
                  <a:t>计算移动平均的命令为：</a:t>
                </a:r>
                <a:r>
                  <a:rPr lang="en-US" altLang="zh-CN" sz="2400" dirty="0" err="1"/>
                  <a:t>pd.rolling_mean</a:t>
                </a:r>
                <a:r>
                  <a:rPr lang="en-US" altLang="zh-CN" sz="2400" dirty="0"/>
                  <a:t>(P</a:t>
                </a:r>
                <a:r>
                  <a:rPr lang="zh-CN" altLang="zh-CN" sz="2400" dirty="0"/>
                  <a:t>，</a:t>
                </a:r>
                <a:r>
                  <a:rPr lang="en-US" altLang="zh-CN" sz="2400" dirty="0"/>
                  <a:t>n</a:t>
                </a:r>
                <a:r>
                  <a:rPr lang="en-US" altLang="zh-CN" sz="2400" dirty="0" smtClean="0"/>
                  <a:t>)</a:t>
                </a:r>
                <a:endParaRPr lang="zh-CN" altLang="zh-CN" sz="2400" dirty="0"/>
              </a:p>
              <a:p>
                <a:pPr marL="0" indent="0">
                  <a:buNone/>
                </a:pPr>
                <a:r>
                  <a:rPr lang="zh-CN" altLang="zh-CN" sz="2400" dirty="0"/>
                  <a:t>其中，</a:t>
                </a:r>
                <a:r>
                  <a:rPr lang="en-US" altLang="zh-CN" sz="2400" dirty="0"/>
                  <a:t>P</a:t>
                </a:r>
                <a:r>
                  <a:rPr lang="zh-CN" altLang="zh-CN" sz="2400" dirty="0"/>
                  <a:t>为价格序列值，</a:t>
                </a:r>
                <a:r>
                  <a:rPr lang="en-US" altLang="zh-CN" sz="2400" dirty="0"/>
                  <a:t>n</a:t>
                </a:r>
                <a:r>
                  <a:rPr lang="zh-CN" altLang="zh-CN" sz="2400" dirty="0"/>
                  <a:t>为周期数，比如计算</a:t>
                </a:r>
                <a:r>
                  <a:rPr lang="en-US" altLang="zh-CN" sz="2400" dirty="0"/>
                  <a:t>5</a:t>
                </a:r>
                <a:r>
                  <a:rPr lang="zh-CN" altLang="zh-CN" sz="2400" dirty="0"/>
                  <a:t>日移动平均为：</a:t>
                </a:r>
              </a:p>
              <a:p>
                <a:pPr marL="0" indent="0">
                  <a:buNone/>
                </a:pPr>
                <a:r>
                  <a:rPr lang="en-US" altLang="zh-CN" sz="2400" dirty="0" err="1"/>
                  <a:t>pd.rolling_mean</a:t>
                </a:r>
                <a:r>
                  <a:rPr lang="en-US" altLang="zh-CN" sz="2400" dirty="0"/>
                  <a:t>(P</a:t>
                </a:r>
                <a:r>
                  <a:rPr lang="zh-CN" altLang="zh-CN" sz="2400" dirty="0"/>
                  <a:t>，</a:t>
                </a:r>
                <a:r>
                  <a:rPr lang="en-US" altLang="zh-CN" sz="2400" dirty="0"/>
                  <a:t>5)</a:t>
                </a:r>
                <a:endParaRPr lang="zh-CN" altLang="zh-CN" sz="2400" dirty="0"/>
              </a:p>
              <a:p>
                <a:pPr marL="0" indent="0">
                  <a:buNone/>
                </a:pPr>
                <a:endParaRPr lang="zh-CN" altLang="en-US" dirty="0"/>
              </a:p>
            </p:txBody>
          </p:sp>
        </mc:Choice>
        <mc:Fallback>
          <p:sp>
            <p:nvSpPr>
              <p:cNvPr id="4" name="内容占位符 3"/>
              <p:cNvSpPr>
                <a:spLocks noGrp="1" noRot="1" noChangeAspect="1" noMove="1" noResize="1" noEditPoints="1" noAdjustHandles="1" noChangeArrowheads="1" noChangeShapeType="1" noTextEdit="1"/>
              </p:cNvSpPr>
              <p:nvPr>
                <p:ph idx="1"/>
              </p:nvPr>
            </p:nvSpPr>
            <p:spPr>
              <a:xfrm>
                <a:off x="825625" y="980729"/>
                <a:ext cx="10601349" cy="5145436"/>
              </a:xfrm>
              <a:blipFill rotWithShape="1">
                <a:blip r:embed="rId1"/>
                <a:stretch>
                  <a:fillRect l="-862" t="-948"/>
                </a:stretch>
              </a:blipFill>
            </p:spPr>
            <p:txBody>
              <a:bodyPr/>
              <a:lstStyle/>
              <a:p>
                <a:r>
                  <a:rPr lang="zh-CN" altLang="en-US">
                    <a:noFill/>
                  </a:rPr>
                  <a:t> </a:t>
                </a:r>
                <a:endParaRPr lang="zh-CN" altLang="en-US">
                  <a:noFill/>
                </a:endParaRPr>
              </a:p>
            </p:txBody>
          </p:sp>
        </mc:Fallback>
      </mc:AlternateContent>
      <p:sp>
        <p:nvSpPr>
          <p:cNvPr id="5" name="Rectangle 2"/>
          <p:cNvSpPr>
            <a:spLocks noChangeArrowheads="1"/>
          </p:cNvSpPr>
          <p:nvPr/>
        </p:nvSpPr>
        <p:spPr bwMode="auto">
          <a:xfrm>
            <a:off x="0" y="0"/>
            <a:ext cx="12196763"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graphicFrame>
        <p:nvGraphicFramePr>
          <p:cNvPr id="6" name="对象 5"/>
          <p:cNvGraphicFramePr>
            <a:graphicFrameLocks noChangeAspect="1"/>
          </p:cNvGraphicFramePr>
          <p:nvPr/>
        </p:nvGraphicFramePr>
        <p:xfrm>
          <a:off x="1833436" y="2132856"/>
          <a:ext cx="4236178" cy="864096"/>
        </p:xfrm>
        <a:graphic>
          <a:graphicData uri="http://schemas.openxmlformats.org/presentationml/2006/ole">
            <mc:AlternateContent xmlns:mc="http://schemas.openxmlformats.org/markup-compatibility/2006">
              <mc:Choice xmlns:v="urn:schemas-microsoft-com:vml" Requires="v">
                <p:oleObj spid="_x0000_s1085" name="" r:id="rId2" imgW="1905000" imgH="393700" progId="Equation.DSMT4">
                  <p:embed/>
                </p:oleObj>
              </mc:Choice>
              <mc:Fallback>
                <p:oleObj name="" r:id="rId2" imgW="1905000" imgH="393700" progId="Equation.DSMT4">
                  <p:embed/>
                  <p:pic>
                    <p:nvPicPr>
                      <p:cNvPr id="0" name="Object 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33436" y="2132856"/>
                        <a:ext cx="4236178" cy="864096"/>
                      </a:xfrm>
                      <a:prstGeom prst="rect">
                        <a:avLst/>
                      </a:prstGeom>
                      <a:noFill/>
                    </p:spPr>
                  </p:pic>
                </p:oleObj>
              </mc:Fallback>
            </mc:AlternateContent>
          </a:graphicData>
        </a:graphic>
      </p:graphicFrame>
    </p:spTree>
  </p:cSld>
  <p:clrMapOvr>
    <a:masterClrMapping/>
  </p:clrMapOvr>
  <mc:AlternateContent xmlns:mc="http://schemas.openxmlformats.org/markup-compatibility/2006">
    <mc:Choice xmlns:p14="http://schemas.microsoft.com/office/powerpoint/2010/main" Requires="p14">
      <p:transition p14:dur="10" advTm="9437"/>
    </mc:Choice>
    <mc:Fallback>
      <p:transition advTm="9437"/>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1000"/>
                                        <p:tgtEl>
                                          <p:spTgt spid="4">
                                            <p:txEl>
                                              <p:pRg st="0" end="0"/>
                                            </p:txEl>
                                          </p:spTgt>
                                        </p:tgtEl>
                                      </p:cBhvr>
                                    </p:animEffect>
                                    <p:anim calcmode="lin" valueType="num">
                                      <p:cBhvr>
                                        <p:cTn id="8" dur="1000" fill="hold"/>
                                        <p:tgtEl>
                                          <p:spTgt spid="4">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4">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4">
                                            <p:txEl>
                                              <p:pRg st="1" end="1"/>
                                            </p:txEl>
                                          </p:spTgt>
                                        </p:tgtEl>
                                        <p:attrNameLst>
                                          <p:attrName>style.visibility</p:attrName>
                                        </p:attrNameLst>
                                      </p:cBhvr>
                                      <p:to>
                                        <p:strVal val="visible"/>
                                      </p:to>
                                    </p:set>
                                    <p:animEffect transition="in" filter="fade">
                                      <p:cBhvr>
                                        <p:cTn id="14" dur="1000"/>
                                        <p:tgtEl>
                                          <p:spTgt spid="4">
                                            <p:txEl>
                                              <p:pRg st="1" end="1"/>
                                            </p:txEl>
                                          </p:spTgt>
                                        </p:tgtEl>
                                      </p:cBhvr>
                                    </p:animEffect>
                                    <p:anim calcmode="lin" valueType="num">
                                      <p:cBhvr>
                                        <p:cTn id="15" dur="1000" fill="hold"/>
                                        <p:tgtEl>
                                          <p:spTgt spid="4">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4">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6"/>
                                        </p:tgtEl>
                                        <p:attrNameLst>
                                          <p:attrName>style.visibility</p:attrName>
                                        </p:attrNameLst>
                                      </p:cBhvr>
                                      <p:to>
                                        <p:strVal val="visible"/>
                                      </p:to>
                                    </p:set>
                                    <p:animEffect transition="in" filter="fade">
                                      <p:cBhvr>
                                        <p:cTn id="21" dur="1000"/>
                                        <p:tgtEl>
                                          <p:spTgt spid="6"/>
                                        </p:tgtEl>
                                      </p:cBhvr>
                                    </p:animEffect>
                                    <p:anim calcmode="lin" valueType="num">
                                      <p:cBhvr>
                                        <p:cTn id="22" dur="1000" fill="hold"/>
                                        <p:tgtEl>
                                          <p:spTgt spid="6"/>
                                        </p:tgtEl>
                                        <p:attrNameLst>
                                          <p:attrName>ppt_x</p:attrName>
                                        </p:attrNameLst>
                                      </p:cBhvr>
                                      <p:tavLst>
                                        <p:tav tm="0">
                                          <p:val>
                                            <p:strVal val="#ppt_x"/>
                                          </p:val>
                                        </p:tav>
                                        <p:tav tm="100000">
                                          <p:val>
                                            <p:strVal val="#ppt_x"/>
                                          </p:val>
                                        </p:tav>
                                      </p:tavLst>
                                    </p:anim>
                                    <p:anim calcmode="lin" valueType="num">
                                      <p:cBhvr>
                                        <p:cTn id="23" dur="10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nodeType="clickEffect">
                                  <p:stCondLst>
                                    <p:cond delay="0"/>
                                  </p:stCondLst>
                                  <p:childTnLst>
                                    <p:set>
                                      <p:cBhvr>
                                        <p:cTn id="27" dur="1" fill="hold">
                                          <p:stCondLst>
                                            <p:cond delay="0"/>
                                          </p:stCondLst>
                                        </p:cTn>
                                        <p:tgtEl>
                                          <p:spTgt spid="4">
                                            <p:txEl>
                                              <p:pRg st="5" end="5"/>
                                            </p:txEl>
                                          </p:spTgt>
                                        </p:tgtEl>
                                        <p:attrNameLst>
                                          <p:attrName>style.visibility</p:attrName>
                                        </p:attrNameLst>
                                      </p:cBhvr>
                                      <p:to>
                                        <p:strVal val="visible"/>
                                      </p:to>
                                    </p:set>
                                    <p:animEffect transition="in" filter="fade">
                                      <p:cBhvr>
                                        <p:cTn id="28" dur="1000"/>
                                        <p:tgtEl>
                                          <p:spTgt spid="4">
                                            <p:txEl>
                                              <p:pRg st="5" end="5"/>
                                            </p:txEl>
                                          </p:spTgt>
                                        </p:tgtEl>
                                      </p:cBhvr>
                                    </p:animEffect>
                                    <p:anim calcmode="lin" valueType="num">
                                      <p:cBhvr>
                                        <p:cTn id="29" dur="1000" fill="hold"/>
                                        <p:tgtEl>
                                          <p:spTgt spid="4">
                                            <p:txEl>
                                              <p:pRg st="5" end="5"/>
                                            </p:txEl>
                                          </p:spTgt>
                                        </p:tgtEl>
                                        <p:attrNameLst>
                                          <p:attrName>ppt_x</p:attrName>
                                        </p:attrNameLst>
                                      </p:cBhvr>
                                      <p:tavLst>
                                        <p:tav tm="0">
                                          <p:val>
                                            <p:strVal val="#ppt_x"/>
                                          </p:val>
                                        </p:tav>
                                        <p:tav tm="100000">
                                          <p:val>
                                            <p:strVal val="#ppt_x"/>
                                          </p:val>
                                        </p:tav>
                                      </p:tavLst>
                                    </p:anim>
                                    <p:anim calcmode="lin" valueType="num">
                                      <p:cBhvr>
                                        <p:cTn id="30" dur="1000" fill="hold"/>
                                        <p:tgtEl>
                                          <p:spTgt spid="4">
                                            <p:txEl>
                                              <p:pRg st="5" end="5"/>
                                            </p:txEl>
                                          </p:spTgt>
                                        </p:tgtEl>
                                        <p:attrNameLst>
                                          <p:attrName>ppt_y</p:attrName>
                                        </p:attrNameLst>
                                      </p:cBhvr>
                                      <p:tavLst>
                                        <p:tav tm="0">
                                          <p:val>
                                            <p:strVal val="#ppt_y+.1"/>
                                          </p:val>
                                        </p:tav>
                                        <p:tav tm="100000">
                                          <p:val>
                                            <p:strVal val="#ppt_y"/>
                                          </p:val>
                                        </p:tav>
                                      </p:tavLst>
                                    </p:anim>
                                  </p:childTnLst>
                                </p:cTn>
                              </p:par>
                              <p:par>
                                <p:cTn id="31" presetID="42" presetClass="entr" presetSubtype="0" fill="hold" nodeType="withEffect">
                                  <p:stCondLst>
                                    <p:cond delay="0"/>
                                  </p:stCondLst>
                                  <p:childTnLst>
                                    <p:set>
                                      <p:cBhvr>
                                        <p:cTn id="32" dur="1" fill="hold">
                                          <p:stCondLst>
                                            <p:cond delay="0"/>
                                          </p:stCondLst>
                                        </p:cTn>
                                        <p:tgtEl>
                                          <p:spTgt spid="4">
                                            <p:txEl>
                                              <p:pRg st="7" end="7"/>
                                            </p:txEl>
                                          </p:spTgt>
                                        </p:tgtEl>
                                        <p:attrNameLst>
                                          <p:attrName>style.visibility</p:attrName>
                                        </p:attrNameLst>
                                      </p:cBhvr>
                                      <p:to>
                                        <p:strVal val="visible"/>
                                      </p:to>
                                    </p:set>
                                    <p:animEffect transition="in" filter="fade">
                                      <p:cBhvr>
                                        <p:cTn id="33" dur="1000"/>
                                        <p:tgtEl>
                                          <p:spTgt spid="4">
                                            <p:txEl>
                                              <p:pRg st="7" end="7"/>
                                            </p:txEl>
                                          </p:spTgt>
                                        </p:tgtEl>
                                      </p:cBhvr>
                                    </p:animEffect>
                                    <p:anim calcmode="lin" valueType="num">
                                      <p:cBhvr>
                                        <p:cTn id="34" dur="1000" fill="hold"/>
                                        <p:tgtEl>
                                          <p:spTgt spid="4">
                                            <p:txEl>
                                              <p:pRg st="7" end="7"/>
                                            </p:txEl>
                                          </p:spTgt>
                                        </p:tgtEl>
                                        <p:attrNameLst>
                                          <p:attrName>ppt_x</p:attrName>
                                        </p:attrNameLst>
                                      </p:cBhvr>
                                      <p:tavLst>
                                        <p:tav tm="0">
                                          <p:val>
                                            <p:strVal val="#ppt_x"/>
                                          </p:val>
                                        </p:tav>
                                        <p:tav tm="100000">
                                          <p:val>
                                            <p:strVal val="#ppt_x"/>
                                          </p:val>
                                        </p:tav>
                                      </p:tavLst>
                                    </p:anim>
                                    <p:anim calcmode="lin" valueType="num">
                                      <p:cBhvr>
                                        <p:cTn id="35" dur="1000" fill="hold"/>
                                        <p:tgtEl>
                                          <p:spTgt spid="4">
                                            <p:txEl>
                                              <p:pRg st="7" end="7"/>
                                            </p:txEl>
                                          </p:spTgt>
                                        </p:tgtEl>
                                        <p:attrNameLst>
                                          <p:attrName>ppt_y</p:attrName>
                                        </p:attrNameLst>
                                      </p:cBhvr>
                                      <p:tavLst>
                                        <p:tav tm="0">
                                          <p:val>
                                            <p:strVal val="#ppt_y+.1"/>
                                          </p:val>
                                        </p:tav>
                                        <p:tav tm="100000">
                                          <p:val>
                                            <p:strVal val="#ppt_y"/>
                                          </p:val>
                                        </p:tav>
                                      </p:tavLst>
                                    </p:anim>
                                  </p:childTnLst>
                                </p:cTn>
                              </p:par>
                              <p:par>
                                <p:cTn id="36" presetID="42" presetClass="entr" presetSubtype="0" fill="hold" nodeType="withEffect">
                                  <p:stCondLst>
                                    <p:cond delay="0"/>
                                  </p:stCondLst>
                                  <p:childTnLst>
                                    <p:set>
                                      <p:cBhvr>
                                        <p:cTn id="37" dur="1" fill="hold">
                                          <p:stCondLst>
                                            <p:cond delay="0"/>
                                          </p:stCondLst>
                                        </p:cTn>
                                        <p:tgtEl>
                                          <p:spTgt spid="4">
                                            <p:txEl>
                                              <p:pRg st="8" end="8"/>
                                            </p:txEl>
                                          </p:spTgt>
                                        </p:tgtEl>
                                        <p:attrNameLst>
                                          <p:attrName>style.visibility</p:attrName>
                                        </p:attrNameLst>
                                      </p:cBhvr>
                                      <p:to>
                                        <p:strVal val="visible"/>
                                      </p:to>
                                    </p:set>
                                    <p:animEffect transition="in" filter="fade">
                                      <p:cBhvr>
                                        <p:cTn id="38" dur="1000"/>
                                        <p:tgtEl>
                                          <p:spTgt spid="4">
                                            <p:txEl>
                                              <p:pRg st="8" end="8"/>
                                            </p:txEl>
                                          </p:spTgt>
                                        </p:tgtEl>
                                      </p:cBhvr>
                                    </p:animEffect>
                                    <p:anim calcmode="lin" valueType="num">
                                      <p:cBhvr>
                                        <p:cTn id="39" dur="1000" fill="hold"/>
                                        <p:tgtEl>
                                          <p:spTgt spid="4">
                                            <p:txEl>
                                              <p:pRg st="8" end="8"/>
                                            </p:txEl>
                                          </p:spTgt>
                                        </p:tgtEl>
                                        <p:attrNameLst>
                                          <p:attrName>ppt_x</p:attrName>
                                        </p:attrNameLst>
                                      </p:cBhvr>
                                      <p:tavLst>
                                        <p:tav tm="0">
                                          <p:val>
                                            <p:strVal val="#ppt_x"/>
                                          </p:val>
                                        </p:tav>
                                        <p:tav tm="100000">
                                          <p:val>
                                            <p:strVal val="#ppt_x"/>
                                          </p:val>
                                        </p:tav>
                                      </p:tavLst>
                                    </p:anim>
                                    <p:anim calcmode="lin" valueType="num">
                                      <p:cBhvr>
                                        <p:cTn id="40" dur="1000" fill="hold"/>
                                        <p:tgtEl>
                                          <p:spTgt spid="4">
                                            <p:txEl>
                                              <p:pRg st="8" end="8"/>
                                            </p:txEl>
                                          </p:spTgt>
                                        </p:tgtEl>
                                        <p:attrNameLst>
                                          <p:attrName>ppt_y</p:attrName>
                                        </p:attrNameLst>
                                      </p:cBhvr>
                                      <p:tavLst>
                                        <p:tav tm="0">
                                          <p:val>
                                            <p:strVal val="#ppt_y+.1"/>
                                          </p:val>
                                        </p:tav>
                                        <p:tav tm="100000">
                                          <p:val>
                                            <p:strVal val="#ppt_y"/>
                                          </p:val>
                                        </p:tav>
                                      </p:tavLst>
                                    </p:anim>
                                  </p:childTnLst>
                                </p:cTn>
                              </p:par>
                              <p:par>
                                <p:cTn id="41" presetID="42" presetClass="entr" presetSubtype="0" fill="hold" nodeType="withEffect">
                                  <p:stCondLst>
                                    <p:cond delay="0"/>
                                  </p:stCondLst>
                                  <p:childTnLst>
                                    <p:set>
                                      <p:cBhvr>
                                        <p:cTn id="42" dur="1" fill="hold">
                                          <p:stCondLst>
                                            <p:cond delay="0"/>
                                          </p:stCondLst>
                                        </p:cTn>
                                        <p:tgtEl>
                                          <p:spTgt spid="4">
                                            <p:txEl>
                                              <p:pRg st="9" end="9"/>
                                            </p:txEl>
                                          </p:spTgt>
                                        </p:tgtEl>
                                        <p:attrNameLst>
                                          <p:attrName>style.visibility</p:attrName>
                                        </p:attrNameLst>
                                      </p:cBhvr>
                                      <p:to>
                                        <p:strVal val="visible"/>
                                      </p:to>
                                    </p:set>
                                    <p:animEffect transition="in" filter="fade">
                                      <p:cBhvr>
                                        <p:cTn id="43" dur="1000"/>
                                        <p:tgtEl>
                                          <p:spTgt spid="4">
                                            <p:txEl>
                                              <p:pRg st="9" end="9"/>
                                            </p:txEl>
                                          </p:spTgt>
                                        </p:tgtEl>
                                      </p:cBhvr>
                                    </p:animEffect>
                                    <p:anim calcmode="lin" valueType="num">
                                      <p:cBhvr>
                                        <p:cTn id="44" dur="1000" fill="hold"/>
                                        <p:tgtEl>
                                          <p:spTgt spid="4">
                                            <p:txEl>
                                              <p:pRg st="9" end="9"/>
                                            </p:txEl>
                                          </p:spTgt>
                                        </p:tgtEl>
                                        <p:attrNameLst>
                                          <p:attrName>ppt_x</p:attrName>
                                        </p:attrNameLst>
                                      </p:cBhvr>
                                      <p:tavLst>
                                        <p:tav tm="0">
                                          <p:val>
                                            <p:strVal val="#ppt_x"/>
                                          </p:val>
                                        </p:tav>
                                        <p:tav tm="100000">
                                          <p:val>
                                            <p:strVal val="#ppt_x"/>
                                          </p:val>
                                        </p:tav>
                                      </p:tavLst>
                                    </p:anim>
                                    <p:anim calcmode="lin" valueType="num">
                                      <p:cBhvr>
                                        <p:cTn id="45" dur="1000" fill="hold"/>
                                        <p:tgtEl>
                                          <p:spTgt spid="4">
                                            <p:txEl>
                                              <p:pRg st="9" end="9"/>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 name="TextBox 54"/>
          <p:cNvSpPr txBox="1"/>
          <p:nvPr/>
        </p:nvSpPr>
        <p:spPr>
          <a:xfrm>
            <a:off x="1330765" y="44625"/>
            <a:ext cx="9736168" cy="523214"/>
          </a:xfrm>
          <a:prstGeom prst="rect">
            <a:avLst/>
          </a:prstGeom>
          <a:noFill/>
        </p:spPr>
        <p:txBody>
          <a:bodyPr wrap="square" lIns="91434" tIns="45717" rIns="91434" bIns="45717" rtlCol="0">
            <a:spAutoFit/>
          </a:bodyPr>
          <a:lstStyle>
            <a:defPPr>
              <a:defRPr lang="zh-CN"/>
            </a:defPPr>
            <a:lvl1pPr>
              <a:defRPr sz="3200">
                <a:solidFill>
                  <a:schemeClr val="tx1">
                    <a:lumMod val="75000"/>
                  </a:schemeClr>
                </a:solidFill>
                <a:latin typeface="方正卡通简体" pitchFamily="65" charset="-122"/>
                <a:ea typeface="方正卡通简体" pitchFamily="65" charset="-122"/>
              </a:defRPr>
            </a:lvl1pPr>
          </a:lstStyle>
          <a:p>
            <a:r>
              <a:rPr lang="en-US" altLang="zh-CN" sz="2800" dirty="0" smtClean="0">
                <a:solidFill>
                  <a:schemeClr val="accent2"/>
                </a:solidFill>
                <a:latin typeface="微软雅黑" panose="020B0503020204020204" pitchFamily="34" charset="-122"/>
                <a:ea typeface="微软雅黑" panose="020B0503020204020204" pitchFamily="34" charset="-122"/>
              </a:rPr>
              <a:t>9.3.2 </a:t>
            </a:r>
            <a:r>
              <a:rPr lang="zh-CN" altLang="en-US" sz="2800" dirty="0" smtClean="0">
                <a:solidFill>
                  <a:schemeClr val="accent2"/>
                </a:solidFill>
                <a:latin typeface="微软雅黑" panose="020B0503020204020204" pitchFamily="34" charset="-122"/>
                <a:ea typeface="微软雅黑" panose="020B0503020204020204" pitchFamily="34" charset="-122"/>
              </a:rPr>
              <a:t>指数平滑异同平均线</a:t>
            </a:r>
            <a:r>
              <a:rPr lang="en-US" altLang="zh-CN" sz="2800" dirty="0" smtClean="0">
                <a:solidFill>
                  <a:schemeClr val="accent2"/>
                </a:solidFill>
                <a:latin typeface="微软雅黑" panose="020B0503020204020204" pitchFamily="34" charset="-122"/>
                <a:ea typeface="微软雅黑" panose="020B0503020204020204" pitchFamily="34" charset="-122"/>
              </a:rPr>
              <a:t>MACD</a:t>
            </a:r>
            <a:endParaRPr lang="zh-CN" altLang="en-US" sz="2800" dirty="0">
              <a:solidFill>
                <a:schemeClr val="accent2"/>
              </a:solidFill>
              <a:latin typeface="微软雅黑" panose="020B0503020204020204" pitchFamily="34" charset="-122"/>
              <a:ea typeface="微软雅黑" panose="020B0503020204020204" pitchFamily="34" charset="-122"/>
            </a:endParaRPr>
          </a:p>
        </p:txBody>
      </p:sp>
      <p:sp>
        <p:nvSpPr>
          <p:cNvPr id="56" name="TextBox 55"/>
          <p:cNvSpPr txBox="1"/>
          <p:nvPr/>
        </p:nvSpPr>
        <p:spPr>
          <a:xfrm>
            <a:off x="140263" y="106179"/>
            <a:ext cx="1064260" cy="400103"/>
          </a:xfrm>
          <a:prstGeom prst="rect">
            <a:avLst/>
          </a:prstGeom>
          <a:noFill/>
        </p:spPr>
        <p:txBody>
          <a:bodyPr wrap="square" lIns="91434" tIns="45717" rIns="91434" bIns="45717" rtlCol="0">
            <a:spAutoFit/>
          </a:bodyPr>
          <a:lstStyle/>
          <a:p>
            <a:pPr algn="r"/>
            <a:r>
              <a:rPr lang="en-US" altLang="zh-CN" sz="2000" dirty="0">
                <a:solidFill>
                  <a:schemeClr val="accent2"/>
                </a:solidFill>
              </a:rPr>
              <a:t>Part</a:t>
            </a:r>
            <a:r>
              <a:rPr lang="en-US" altLang="zh-CN" dirty="0">
                <a:solidFill>
                  <a:schemeClr val="accent2"/>
                </a:solidFill>
              </a:rPr>
              <a:t> </a:t>
            </a:r>
            <a:r>
              <a:rPr lang="en-US" altLang="zh-CN" dirty="0" smtClean="0">
                <a:solidFill>
                  <a:schemeClr val="accent2"/>
                </a:solidFill>
              </a:rPr>
              <a:t>9</a:t>
            </a:r>
            <a:endParaRPr lang="zh-CN" altLang="en-US" dirty="0">
              <a:solidFill>
                <a:schemeClr val="accent2"/>
              </a:solidFill>
            </a:endParaRPr>
          </a:p>
        </p:txBody>
      </p:sp>
      <mc:AlternateContent xmlns:mc="http://schemas.openxmlformats.org/markup-compatibility/2006">
        <mc:Choice xmlns:a14="http://schemas.microsoft.com/office/drawing/2010/main" Requires="a14">
          <p:sp>
            <p:nvSpPr>
              <p:cNvPr id="3" name="内容占位符 2"/>
              <p:cNvSpPr>
                <a:spLocks noGrp="1"/>
              </p:cNvSpPr>
              <p:nvPr>
                <p:ph idx="1"/>
              </p:nvPr>
            </p:nvSpPr>
            <p:spPr>
              <a:xfrm>
                <a:off x="898174" y="1052736"/>
                <a:ext cx="10601349" cy="5805264"/>
              </a:xfrm>
            </p:spPr>
            <p:txBody>
              <a:bodyPr/>
              <a:lstStyle/>
              <a:p>
                <a:pPr marL="0" indent="457200">
                  <a:buNone/>
                </a:pPr>
                <a:r>
                  <a:rPr lang="zh-CN" altLang="zh-CN" sz="1600" dirty="0" smtClean="0">
                    <a:latin typeface="宋体" pitchFamily="2" charset="-122"/>
                    <a:ea typeface="宋体" pitchFamily="2" charset="-122"/>
                  </a:rPr>
                  <a:t>指数平滑异同平均线</a:t>
                </a:r>
                <a:r>
                  <a:rPr lang="en-US" altLang="zh-CN" sz="1600" dirty="0">
                    <a:latin typeface="宋体" pitchFamily="2" charset="-122"/>
                    <a:ea typeface="宋体" pitchFamily="2" charset="-122"/>
                  </a:rPr>
                  <a:t>( </a:t>
                </a:r>
                <a:r>
                  <a:rPr lang="en-US" altLang="zh-CN" sz="1600" dirty="0" smtClean="0">
                    <a:latin typeface="宋体" pitchFamily="2" charset="-122"/>
                    <a:ea typeface="宋体" pitchFamily="2" charset="-122"/>
                  </a:rPr>
                  <a:t>MACD)</a:t>
                </a:r>
                <a:r>
                  <a:rPr lang="zh-CN" altLang="zh-CN" sz="1600" dirty="0">
                    <a:latin typeface="宋体" pitchFamily="2" charset="-122"/>
                    <a:ea typeface="宋体" pitchFamily="2" charset="-122"/>
                  </a:rPr>
                  <a:t>是在移动平均线的基础上发展而成的，它利用两条不同速度</a:t>
                </a:r>
                <a:r>
                  <a:rPr lang="en-US" altLang="zh-CN" sz="1600" dirty="0">
                    <a:latin typeface="宋体" pitchFamily="2" charset="-122"/>
                    <a:ea typeface="宋体" pitchFamily="2" charset="-122"/>
                  </a:rPr>
                  <a:t>(</a:t>
                </a:r>
                <a:r>
                  <a:rPr lang="zh-CN" altLang="zh-CN" sz="1600" dirty="0">
                    <a:latin typeface="宋体" pitchFamily="2" charset="-122"/>
                    <a:ea typeface="宋体" pitchFamily="2" charset="-122"/>
                  </a:rPr>
                  <a:t>一条变动速率较快的短期移动平均线，一条变动速度较慢的长期移动平均线</a:t>
                </a:r>
                <a:r>
                  <a:rPr lang="en-US" altLang="zh-CN" sz="1600" dirty="0">
                    <a:latin typeface="宋体" pitchFamily="2" charset="-122"/>
                    <a:ea typeface="宋体" pitchFamily="2" charset="-122"/>
                  </a:rPr>
                  <a:t>)</a:t>
                </a:r>
                <a:r>
                  <a:rPr lang="zh-CN" altLang="zh-CN" sz="1600" dirty="0">
                    <a:latin typeface="宋体" pitchFamily="2" charset="-122"/>
                    <a:ea typeface="宋体" pitchFamily="2" charset="-122"/>
                  </a:rPr>
                  <a:t>的指数平滑移动平均线来计算二者之间的差别状况</a:t>
                </a:r>
                <a:r>
                  <a:rPr lang="en-US" altLang="zh-CN" sz="1600" dirty="0">
                    <a:latin typeface="宋体" pitchFamily="2" charset="-122"/>
                    <a:ea typeface="宋体" pitchFamily="2" charset="-122"/>
                  </a:rPr>
                  <a:t>( </a:t>
                </a:r>
                <a:r>
                  <a:rPr lang="en-US" altLang="zh-CN" sz="1600" dirty="0" smtClean="0">
                    <a:latin typeface="宋体" pitchFamily="2" charset="-122"/>
                    <a:ea typeface="宋体" pitchFamily="2" charset="-122"/>
                  </a:rPr>
                  <a:t>DIF)</a:t>
                </a:r>
                <a:r>
                  <a:rPr lang="zh-CN" altLang="zh-CN" sz="1600" dirty="0">
                    <a:latin typeface="宋体" pitchFamily="2" charset="-122"/>
                    <a:ea typeface="宋体" pitchFamily="2" charset="-122"/>
                  </a:rPr>
                  <a:t>，作为研判行情的基础，然后再计算出</a:t>
                </a:r>
                <a:r>
                  <a:rPr lang="en-US" altLang="zh-CN" sz="1600" dirty="0">
                    <a:latin typeface="宋体" pitchFamily="2" charset="-122"/>
                    <a:ea typeface="宋体" pitchFamily="2" charset="-122"/>
                  </a:rPr>
                  <a:t> </a:t>
                </a:r>
                <a:r>
                  <a:rPr lang="en-US" altLang="zh-CN" sz="1600" dirty="0" smtClean="0">
                    <a:latin typeface="宋体" pitchFamily="2" charset="-122"/>
                    <a:ea typeface="宋体" pitchFamily="2" charset="-122"/>
                  </a:rPr>
                  <a:t>DIF</a:t>
                </a:r>
                <a:r>
                  <a:rPr lang="zh-CN" altLang="zh-CN" sz="1600" dirty="0" smtClean="0">
                    <a:latin typeface="宋体" pitchFamily="2" charset="-122"/>
                    <a:ea typeface="宋体" pitchFamily="2" charset="-122"/>
                  </a:rPr>
                  <a:t>的</a:t>
                </a:r>
                <a:r>
                  <a:rPr lang="en-US" altLang="zh-CN" sz="1600" dirty="0">
                    <a:latin typeface="宋体" pitchFamily="2" charset="-122"/>
                    <a:ea typeface="宋体" pitchFamily="2" charset="-122"/>
                  </a:rPr>
                  <a:t>9</a:t>
                </a:r>
                <a:r>
                  <a:rPr lang="zh-CN" altLang="zh-CN" sz="1600" dirty="0">
                    <a:latin typeface="宋体" pitchFamily="2" charset="-122"/>
                    <a:ea typeface="宋体" pitchFamily="2" charset="-122"/>
                  </a:rPr>
                  <a:t>日平滑移动平均线，</a:t>
                </a:r>
                <a:r>
                  <a:rPr lang="zh-CN" altLang="zh-CN" sz="1600" dirty="0" smtClean="0">
                    <a:latin typeface="宋体" pitchFamily="2" charset="-122"/>
                    <a:ea typeface="宋体" pitchFamily="2" charset="-122"/>
                  </a:rPr>
                  <a:t>即</a:t>
                </a:r>
                <a:r>
                  <a:rPr lang="en-US" altLang="zh-CN" sz="1600" dirty="0" smtClean="0">
                    <a:latin typeface="宋体" pitchFamily="2" charset="-122"/>
                    <a:ea typeface="宋体" pitchFamily="2" charset="-122"/>
                  </a:rPr>
                  <a:t> MACD</a:t>
                </a:r>
                <a:r>
                  <a:rPr lang="zh-CN" altLang="zh-CN" sz="1600" dirty="0" smtClean="0">
                    <a:latin typeface="宋体" pitchFamily="2" charset="-122"/>
                    <a:ea typeface="宋体" pitchFamily="2" charset="-122"/>
                  </a:rPr>
                  <a:t>线</a:t>
                </a:r>
                <a:r>
                  <a:rPr lang="zh-CN" altLang="zh-CN" sz="1600" dirty="0">
                    <a:latin typeface="宋体" pitchFamily="2" charset="-122"/>
                    <a:ea typeface="宋体" pitchFamily="2" charset="-122"/>
                  </a:rPr>
                  <a:t>。</a:t>
                </a:r>
              </a:p>
              <a:p>
                <a:pPr marL="0" indent="0">
                  <a:buNone/>
                </a:pPr>
                <a:r>
                  <a:rPr lang="zh-CN" altLang="zh-CN" sz="1600" dirty="0">
                    <a:latin typeface="宋体" pitchFamily="2" charset="-122"/>
                    <a:ea typeface="宋体" pitchFamily="2" charset="-122"/>
                  </a:rPr>
                  <a:t>计算公式如下所示</a:t>
                </a:r>
                <a:r>
                  <a:rPr lang="zh-CN" altLang="zh-CN" sz="1600" dirty="0" smtClean="0">
                    <a:latin typeface="宋体" pitchFamily="2" charset="-122"/>
                    <a:ea typeface="宋体" pitchFamily="2" charset="-122"/>
                  </a:rPr>
                  <a:t>：</a:t>
                </a:r>
                <a:endParaRPr lang="en-US" altLang="zh-CN" sz="1600" dirty="0">
                  <a:latin typeface="宋体" pitchFamily="2" charset="-122"/>
                  <a:ea typeface="宋体" pitchFamily="2" charset="-122"/>
                </a:endParaRPr>
              </a:p>
              <a:p>
                <a:pPr marL="0" indent="0">
                  <a:buNone/>
                </a:pPr>
                <a14:m>
                  <m:oMathPara xmlns:m="http://schemas.openxmlformats.org/officeDocument/2006/math">
                    <m:oMathParaPr>
                      <m:jc m:val="centerGroup"/>
                    </m:oMathParaPr>
                    <m:oMath xmlns:m="http://schemas.openxmlformats.org/officeDocument/2006/math">
                      <m:sSub>
                        <m:sSubPr>
                          <m:ctrlPr>
                            <a:rPr lang="en-US" altLang="zh-CN" sz="1600" i="1" smtClean="0">
                              <a:latin typeface="Cambria Math"/>
                            </a:rPr>
                          </m:ctrlPr>
                        </m:sSubPr>
                        <m:e>
                          <m:r>
                            <m:rPr>
                              <m:sty m:val="p"/>
                            </m:rPr>
                            <a:rPr lang="en-US" altLang="zh-CN" sz="1600" i="1">
                              <a:latin typeface="Cambria Math"/>
                            </a:rPr>
                            <m:t>CACD</m:t>
                          </m:r>
                        </m:e>
                        <m:sub>
                          <m:r>
                            <a:rPr lang="zh-CN" altLang="en-US" sz="1600" b="0" i="1" smtClean="0">
                              <a:latin typeface="Cambria Math"/>
                            </a:rPr>
                            <m:t>𝑡</m:t>
                          </m:r>
                        </m:sub>
                      </m:sSub>
                      <m:r>
                        <a:rPr lang="zh-CN" altLang="en-US" sz="1600" b="0" i="1" smtClean="0">
                          <a:latin typeface="Cambria Math"/>
                        </a:rPr>
                        <m:t>＝２</m:t>
                      </m:r>
                      <m:r>
                        <a:rPr lang="en-US" altLang="zh-CN" sz="1600" b="0" i="1" smtClean="0">
                          <a:latin typeface="Cambria Math"/>
                          <a:ea typeface="Cambria Math"/>
                        </a:rPr>
                        <m:t>×</m:t>
                      </m:r>
                      <m:r>
                        <a:rPr lang="zh-CN" altLang="en-US" sz="1600" b="0" i="1" smtClean="0">
                          <a:latin typeface="Cambria Math"/>
                          <a:ea typeface="Cambria Math"/>
                        </a:rPr>
                        <m:t>（</m:t>
                      </m:r>
                      <m:sSub>
                        <m:sSubPr>
                          <m:ctrlPr>
                            <a:rPr lang="en-US" altLang="zh-CN" sz="1600" b="0" i="1" smtClean="0">
                              <a:latin typeface="Cambria Math"/>
                              <a:ea typeface="Cambria Math"/>
                            </a:rPr>
                          </m:ctrlPr>
                        </m:sSubPr>
                        <m:e>
                          <m:r>
                            <m:rPr>
                              <m:sty m:val="p"/>
                            </m:rPr>
                            <a:rPr lang="en-US" altLang="zh-CN" sz="1600" i="1">
                              <a:latin typeface="Cambria Math"/>
                              <a:ea typeface="Cambria Math"/>
                            </a:rPr>
                            <m:t>DIF</m:t>
                          </m:r>
                        </m:e>
                        <m:sub>
                          <m:r>
                            <a:rPr lang="zh-CN" altLang="en-US" sz="1600" b="0" i="1" smtClean="0">
                              <a:latin typeface="Cambria Math"/>
                              <a:ea typeface="Cambria Math"/>
                            </a:rPr>
                            <m:t>𝑡</m:t>
                          </m:r>
                        </m:sub>
                      </m:sSub>
                      <m:r>
                        <a:rPr lang="zh-CN" altLang="en-US" sz="1600" b="0" i="1" smtClean="0">
                          <a:latin typeface="Cambria Math"/>
                          <a:ea typeface="Cambria Math"/>
                        </a:rPr>
                        <m:t>−</m:t>
                      </m:r>
                      <m:sSub>
                        <m:sSubPr>
                          <m:ctrlPr>
                            <a:rPr lang="en-US" altLang="zh-CN" sz="1600" b="0" i="1" smtClean="0">
                              <a:latin typeface="Cambria Math"/>
                              <a:ea typeface="Cambria Math"/>
                            </a:rPr>
                          </m:ctrlPr>
                        </m:sSubPr>
                        <m:e>
                          <m:r>
                            <a:rPr lang="zh-CN" altLang="en-US" sz="1600" b="0" i="1" smtClean="0">
                              <a:latin typeface="Cambria Math"/>
                              <a:ea typeface="Cambria Math"/>
                            </a:rPr>
                            <m:t>𝐷𝐸𝐴</m:t>
                          </m:r>
                        </m:e>
                        <m:sub>
                          <m:r>
                            <a:rPr lang="zh-CN" altLang="en-US" sz="1600" b="0" i="1" smtClean="0">
                              <a:latin typeface="Cambria Math"/>
                              <a:ea typeface="Cambria Math"/>
                            </a:rPr>
                            <m:t>𝑡</m:t>
                          </m:r>
                        </m:sub>
                      </m:sSub>
                      <m:r>
                        <a:rPr lang="zh-CN" altLang="en-US" sz="1600" b="0" i="1" smtClean="0">
                          <a:latin typeface="Cambria Math"/>
                          <a:ea typeface="Cambria Math"/>
                        </a:rPr>
                        <m:t>）</m:t>
                      </m:r>
                    </m:oMath>
                  </m:oMathPara>
                </a14:m>
                <a:endParaRPr lang="en-US" altLang="zh-CN" sz="1600" dirty="0" smtClean="0">
                  <a:latin typeface="宋体" pitchFamily="2" charset="-122"/>
                  <a:ea typeface="宋体" pitchFamily="2" charset="-122"/>
                </a:endParaRPr>
              </a:p>
              <a:p>
                <a:pPr marL="0" indent="0">
                  <a:buNone/>
                </a:pPr>
                <a14:m>
                  <m:oMathPara xmlns:m="http://schemas.openxmlformats.org/officeDocument/2006/math">
                    <m:oMathParaPr>
                      <m:jc m:val="centerGroup"/>
                    </m:oMathParaPr>
                    <m:oMath xmlns:m="http://schemas.openxmlformats.org/officeDocument/2006/math">
                      <m:sSub>
                        <m:sSubPr>
                          <m:ctrlPr>
                            <a:rPr lang="en-US" altLang="zh-CN" sz="1600" i="1" smtClean="0">
                              <a:latin typeface="Cambria Math"/>
                            </a:rPr>
                          </m:ctrlPr>
                        </m:sSubPr>
                        <m:e>
                          <m:r>
                            <a:rPr lang="zh-CN" altLang="en-US" sz="1600" b="0" i="1" smtClean="0">
                              <a:latin typeface="Cambria Math"/>
                            </a:rPr>
                            <m:t>𝐷𝐼𝐹</m:t>
                          </m:r>
                        </m:e>
                        <m:sub>
                          <m:r>
                            <a:rPr lang="zh-CN" altLang="en-US" sz="1600" b="0" i="1" smtClean="0">
                              <a:latin typeface="Cambria Math"/>
                            </a:rPr>
                            <m:t>𝑡</m:t>
                          </m:r>
                        </m:sub>
                      </m:sSub>
                      <m:r>
                        <a:rPr lang="zh-CN" altLang="en-US" sz="1600" b="0" i="1" smtClean="0">
                          <a:latin typeface="Cambria Math"/>
                        </a:rPr>
                        <m:t>＝</m:t>
                      </m:r>
                      <m:sSub>
                        <m:sSubPr>
                          <m:ctrlPr>
                            <a:rPr lang="en-US" altLang="zh-CN" sz="1600" b="0" i="1" smtClean="0">
                              <a:latin typeface="Cambria Math"/>
                            </a:rPr>
                          </m:ctrlPr>
                        </m:sSubPr>
                        <m:e>
                          <m:r>
                            <a:rPr lang="zh-CN" altLang="en-US" sz="1600" b="0" i="1" smtClean="0">
                              <a:latin typeface="Cambria Math"/>
                            </a:rPr>
                            <m:t>𝐸𝑀𝐴</m:t>
                          </m:r>
                        </m:e>
                        <m:sub>
                          <m:r>
                            <a:rPr lang="zh-CN" altLang="en-US" sz="1600" b="0" i="1" smtClean="0">
                              <a:latin typeface="Cambria Math"/>
                            </a:rPr>
                            <m:t>𝑡</m:t>
                          </m:r>
                        </m:sub>
                      </m:sSub>
                      <m:d>
                        <m:dPr>
                          <m:begChr m:val="（"/>
                          <m:endChr m:val="）"/>
                          <m:ctrlPr>
                            <a:rPr lang="zh-CN" altLang="en-US" sz="1600" b="0" i="1" smtClean="0">
                              <a:latin typeface="Cambria Math"/>
                            </a:rPr>
                          </m:ctrlPr>
                        </m:dPr>
                        <m:e>
                          <m:r>
                            <a:rPr lang="zh-CN" altLang="en-US" sz="1600" b="0" i="1" smtClean="0">
                              <a:latin typeface="Cambria Math"/>
                            </a:rPr>
                            <m:t>１２</m:t>
                          </m:r>
                        </m:e>
                      </m:d>
                      <m:r>
                        <a:rPr lang="zh-CN" altLang="en-US" sz="1600" b="0" i="1" smtClean="0">
                          <a:latin typeface="Cambria Math"/>
                        </a:rPr>
                        <m:t>−</m:t>
                      </m:r>
                      <m:sSub>
                        <m:sSubPr>
                          <m:ctrlPr>
                            <a:rPr lang="en-US" altLang="zh-CN" sz="1600" b="0" i="1" smtClean="0">
                              <a:latin typeface="Cambria Math"/>
                            </a:rPr>
                          </m:ctrlPr>
                        </m:sSubPr>
                        <m:e>
                          <m:r>
                            <a:rPr lang="zh-CN" altLang="en-US" sz="1600" b="0" i="1" smtClean="0">
                              <a:latin typeface="Cambria Math"/>
                            </a:rPr>
                            <m:t>𝐸𝑀𝐴</m:t>
                          </m:r>
                        </m:e>
                        <m:sub>
                          <m:r>
                            <a:rPr lang="zh-CN" altLang="en-US" sz="1600" b="0" i="1" smtClean="0">
                              <a:latin typeface="Cambria Math"/>
                            </a:rPr>
                            <m:t>𝑡</m:t>
                          </m:r>
                        </m:sub>
                      </m:sSub>
                      <m:r>
                        <a:rPr lang="zh-CN" altLang="en-US" sz="1600" b="0" i="1" smtClean="0">
                          <a:latin typeface="Cambria Math"/>
                        </a:rPr>
                        <m:t>（２６）</m:t>
                      </m:r>
                    </m:oMath>
                  </m:oMathPara>
                </a14:m>
                <a:endParaRPr lang="en-US" altLang="zh-CN" sz="1600" dirty="0" smtClean="0">
                  <a:latin typeface="宋体" pitchFamily="2" charset="-122"/>
                  <a:ea typeface="宋体" pitchFamily="2" charset="-122"/>
                </a:endParaRPr>
              </a:p>
              <a:p>
                <a:pPr marL="0" indent="0">
                  <a:buNone/>
                </a:pPr>
                <a14:m>
                  <m:oMathPara xmlns:m="http://schemas.openxmlformats.org/officeDocument/2006/math">
                    <m:oMathParaPr>
                      <m:jc m:val="centerGroup"/>
                    </m:oMathParaPr>
                    <m:oMath xmlns:m="http://schemas.openxmlformats.org/officeDocument/2006/math">
                      <m:sSub>
                        <m:sSubPr>
                          <m:ctrlPr>
                            <a:rPr lang="en-US" altLang="zh-CN" sz="1600" i="1" smtClean="0">
                              <a:latin typeface="Cambria Math"/>
                            </a:rPr>
                          </m:ctrlPr>
                        </m:sSubPr>
                        <m:e>
                          <m:r>
                            <a:rPr lang="zh-CN" altLang="en-US" sz="1600" b="0" i="1" smtClean="0">
                              <a:latin typeface="Cambria Math"/>
                            </a:rPr>
                            <m:t>𝐷𝐸𝐴</m:t>
                          </m:r>
                        </m:e>
                        <m:sub>
                          <m:r>
                            <a:rPr lang="zh-CN" altLang="en-US" sz="1600" b="0" i="1" smtClean="0">
                              <a:latin typeface="Cambria Math"/>
                            </a:rPr>
                            <m:t>𝑡</m:t>
                          </m:r>
                        </m:sub>
                      </m:sSub>
                      <m:r>
                        <a:rPr lang="zh-CN" altLang="en-US" sz="1600" b="0" i="1" smtClean="0">
                          <a:latin typeface="Cambria Math"/>
                        </a:rPr>
                        <m:t>＝</m:t>
                      </m:r>
                      <m:f>
                        <m:fPr>
                          <m:ctrlPr>
                            <a:rPr lang="en-US" altLang="zh-CN" sz="1600" b="0" i="1" smtClean="0">
                              <a:latin typeface="Cambria Math"/>
                            </a:rPr>
                          </m:ctrlPr>
                        </m:fPr>
                        <m:num>
                          <m:r>
                            <a:rPr lang="zh-CN" altLang="en-US" sz="1600" b="0" i="1" smtClean="0">
                              <a:latin typeface="Cambria Math"/>
                            </a:rPr>
                            <m:t>２</m:t>
                          </m:r>
                        </m:num>
                        <m:den>
                          <m:r>
                            <a:rPr lang="zh-CN" altLang="en-US" sz="1600" b="0" i="1" smtClean="0">
                              <a:latin typeface="Cambria Math"/>
                            </a:rPr>
                            <m:t>１０</m:t>
                          </m:r>
                        </m:den>
                      </m:f>
                      <m:sSub>
                        <m:sSubPr>
                          <m:ctrlPr>
                            <a:rPr lang="en-US" altLang="zh-CN" sz="1600" b="0" i="1" smtClean="0">
                              <a:latin typeface="Cambria Math"/>
                            </a:rPr>
                          </m:ctrlPr>
                        </m:sSubPr>
                        <m:e>
                          <m:r>
                            <a:rPr lang="zh-CN" altLang="en-US" sz="1600" b="0" i="1" smtClean="0">
                              <a:latin typeface="Cambria Math"/>
                            </a:rPr>
                            <m:t>𝐷𝐼𝐹</m:t>
                          </m:r>
                        </m:e>
                        <m:sub>
                          <m:r>
                            <a:rPr lang="zh-CN" altLang="en-US" sz="1600" b="0" i="1" smtClean="0">
                              <a:latin typeface="Cambria Math"/>
                            </a:rPr>
                            <m:t>𝑡</m:t>
                          </m:r>
                        </m:sub>
                      </m:sSub>
                      <m:r>
                        <a:rPr lang="zh-CN" altLang="en-US" sz="1600" b="0" i="1" smtClean="0">
                          <a:latin typeface="Cambria Math"/>
                        </a:rPr>
                        <m:t>＋</m:t>
                      </m:r>
                      <m:f>
                        <m:fPr>
                          <m:ctrlPr>
                            <a:rPr lang="en-US" altLang="zh-CN" sz="1600" b="0" i="1" smtClean="0">
                              <a:latin typeface="Cambria Math"/>
                            </a:rPr>
                          </m:ctrlPr>
                        </m:fPr>
                        <m:num>
                          <m:r>
                            <a:rPr lang="zh-CN" altLang="en-US" sz="1600" b="0" i="1" smtClean="0">
                              <a:latin typeface="Cambria Math"/>
                            </a:rPr>
                            <m:t>８</m:t>
                          </m:r>
                        </m:num>
                        <m:den>
                          <m:r>
                            <a:rPr lang="zh-CN" altLang="en-US" sz="1600" b="0" i="1" smtClean="0">
                              <a:latin typeface="Cambria Math"/>
                            </a:rPr>
                            <m:t>１０</m:t>
                          </m:r>
                        </m:den>
                      </m:f>
                      <m:sSub>
                        <m:sSubPr>
                          <m:ctrlPr>
                            <a:rPr lang="en-US" altLang="zh-CN" sz="1600" b="0" i="1" smtClean="0">
                              <a:latin typeface="Cambria Math"/>
                            </a:rPr>
                          </m:ctrlPr>
                        </m:sSubPr>
                        <m:e>
                          <m:r>
                            <a:rPr lang="zh-CN" altLang="en-US" sz="1600" b="0" i="1" smtClean="0">
                              <a:latin typeface="Cambria Math"/>
                            </a:rPr>
                            <m:t>𝐷𝐸𝐴</m:t>
                          </m:r>
                        </m:e>
                        <m:sub>
                          <m:r>
                            <a:rPr lang="zh-CN" altLang="en-US" sz="1600" b="0" i="1" smtClean="0">
                              <a:latin typeface="Cambria Math"/>
                            </a:rPr>
                            <m:t>𝑡</m:t>
                          </m:r>
                          <m:r>
                            <a:rPr lang="zh-CN" altLang="en-US" sz="1600" b="0" i="1" smtClean="0">
                              <a:latin typeface="Cambria Math"/>
                            </a:rPr>
                            <m:t>−</m:t>
                          </m:r>
                          <m:r>
                            <a:rPr lang="zh-CN" altLang="en-US" sz="1600" b="0" i="1" smtClean="0">
                              <a:latin typeface="Cambria Math"/>
                            </a:rPr>
                            <m:t>１</m:t>
                          </m:r>
                        </m:sub>
                      </m:sSub>
                    </m:oMath>
                  </m:oMathPara>
                </a14:m>
                <a:endParaRPr lang="en-US" altLang="zh-CN" sz="1600" dirty="0" smtClean="0">
                  <a:latin typeface="宋体" pitchFamily="2" charset="-122"/>
                  <a:ea typeface="宋体" pitchFamily="2" charset="-122"/>
                </a:endParaRPr>
              </a:p>
              <a:p>
                <a:pPr marL="0" indent="0" algn="ctr">
                  <a:buNone/>
                </a:pPr>
                <a14:m>
                  <m:oMath xmlns:m="http://schemas.openxmlformats.org/officeDocument/2006/math">
                    <m:sSub>
                      <m:sSubPr>
                        <m:ctrlPr>
                          <a:rPr lang="en-US" altLang="zh-CN" sz="1600" i="1" smtClean="0">
                            <a:latin typeface="Cambria Math"/>
                          </a:rPr>
                        </m:ctrlPr>
                      </m:sSubPr>
                      <m:e>
                        <m:r>
                          <a:rPr lang="zh-CN" altLang="en-US" sz="1600" b="0" i="1" smtClean="0">
                            <a:latin typeface="Cambria Math"/>
                          </a:rPr>
                          <m:t>𝐸𝑀𝐴</m:t>
                        </m:r>
                      </m:e>
                      <m:sub>
                        <m:r>
                          <a:rPr lang="zh-CN" altLang="en-US" sz="1600" b="0" i="1" smtClean="0">
                            <a:latin typeface="Cambria Math"/>
                          </a:rPr>
                          <m:t>𝑡</m:t>
                        </m:r>
                      </m:sub>
                    </m:sSub>
                    <m:d>
                      <m:dPr>
                        <m:begChr m:val="（"/>
                        <m:endChr m:val="）"/>
                        <m:ctrlPr>
                          <a:rPr lang="zh-CN" altLang="en-US" sz="1600" b="0" i="1" smtClean="0">
                            <a:latin typeface="Cambria Math"/>
                          </a:rPr>
                        </m:ctrlPr>
                      </m:dPr>
                      <m:e>
                        <m:r>
                          <a:rPr lang="zh-CN" altLang="en-US" sz="1600" b="0" i="1" smtClean="0">
                            <a:latin typeface="Cambria Math"/>
                          </a:rPr>
                          <m:t>𝑛</m:t>
                        </m:r>
                      </m:e>
                    </m:d>
                    <m:r>
                      <a:rPr lang="zh-CN" altLang="en-US" sz="1600" b="0" i="1" smtClean="0">
                        <a:latin typeface="Cambria Math"/>
                      </a:rPr>
                      <m:t>＝</m:t>
                    </m:r>
                    <m:f>
                      <m:fPr>
                        <m:ctrlPr>
                          <a:rPr lang="en-US" altLang="zh-CN" sz="1600" b="0" i="1" smtClean="0">
                            <a:latin typeface="Cambria Math"/>
                          </a:rPr>
                        </m:ctrlPr>
                      </m:fPr>
                      <m:num>
                        <m:r>
                          <a:rPr lang="zh-CN" altLang="en-US" sz="1600" b="0" i="1" smtClean="0">
                            <a:latin typeface="Cambria Math"/>
                          </a:rPr>
                          <m:t>２</m:t>
                        </m:r>
                      </m:num>
                      <m:den>
                        <m:r>
                          <a:rPr lang="zh-CN" altLang="en-US" sz="1600" b="0" i="1" smtClean="0">
                            <a:latin typeface="Cambria Math"/>
                          </a:rPr>
                          <m:t>𝑛</m:t>
                        </m:r>
                        <m:r>
                          <a:rPr lang="zh-CN" altLang="en-US" sz="1600" b="0" i="1" smtClean="0">
                            <a:latin typeface="Cambria Math"/>
                          </a:rPr>
                          <m:t>＋１</m:t>
                        </m:r>
                      </m:den>
                    </m:f>
                    <m:sSub>
                      <m:sSubPr>
                        <m:ctrlPr>
                          <a:rPr lang="en-US" altLang="zh-CN" sz="1600" b="0" i="1" smtClean="0">
                            <a:latin typeface="Cambria Math"/>
                          </a:rPr>
                        </m:ctrlPr>
                      </m:sSubPr>
                      <m:e>
                        <m:r>
                          <a:rPr lang="zh-CN" altLang="en-US" sz="1600" b="0" i="1" smtClean="0">
                            <a:latin typeface="Cambria Math"/>
                          </a:rPr>
                          <m:t>𝐶</m:t>
                        </m:r>
                      </m:e>
                      <m:sub>
                        <m:r>
                          <a:rPr lang="zh-CN" altLang="en-US" sz="1600" b="0" i="1" smtClean="0">
                            <a:latin typeface="Cambria Math"/>
                          </a:rPr>
                          <m:t>𝑡</m:t>
                        </m:r>
                      </m:sub>
                    </m:sSub>
                    <m:r>
                      <a:rPr lang="zh-CN" altLang="en-US" sz="1600" b="0" i="1" smtClean="0">
                        <a:latin typeface="Cambria Math"/>
                      </a:rPr>
                      <m:t>＋</m:t>
                    </m:r>
                    <m:f>
                      <m:fPr>
                        <m:ctrlPr>
                          <a:rPr lang="en-US" altLang="zh-CN" sz="1600" b="0" i="1" smtClean="0">
                            <a:latin typeface="Cambria Math"/>
                          </a:rPr>
                        </m:ctrlPr>
                      </m:fPr>
                      <m:num>
                        <m:r>
                          <a:rPr lang="zh-CN" altLang="en-US" sz="1600" b="0" i="1" smtClean="0">
                            <a:latin typeface="Cambria Math"/>
                          </a:rPr>
                          <m:t>𝑛</m:t>
                        </m:r>
                        <m:r>
                          <a:rPr lang="zh-CN" altLang="en-US" sz="1600" b="0" i="1" smtClean="0">
                            <a:latin typeface="Cambria Math"/>
                          </a:rPr>
                          <m:t>−</m:t>
                        </m:r>
                        <m:r>
                          <a:rPr lang="zh-CN" altLang="en-US" sz="1600" b="0" i="1" smtClean="0">
                            <a:latin typeface="Cambria Math"/>
                          </a:rPr>
                          <m:t>１</m:t>
                        </m:r>
                      </m:num>
                      <m:den>
                        <m:r>
                          <a:rPr lang="zh-CN" altLang="en-US" sz="1600" i="1">
                            <a:latin typeface="Cambria Math"/>
                          </a:rPr>
                          <m:t>𝑛</m:t>
                        </m:r>
                        <m:r>
                          <a:rPr lang="zh-CN" altLang="en-US" sz="1600" i="1">
                            <a:latin typeface="Cambria Math"/>
                          </a:rPr>
                          <m:t>＋１</m:t>
                        </m:r>
                      </m:den>
                    </m:f>
                    <m:sSub>
                      <m:sSubPr>
                        <m:ctrlPr>
                          <a:rPr lang="en-US" altLang="zh-CN" sz="1600" b="0" i="1" smtClean="0">
                            <a:latin typeface="Cambria Math"/>
                          </a:rPr>
                        </m:ctrlPr>
                      </m:sSubPr>
                      <m:e>
                        <m:r>
                          <a:rPr lang="zh-CN" altLang="en-US" sz="1600" b="0" i="1" smtClean="0">
                            <a:latin typeface="Cambria Math"/>
                          </a:rPr>
                          <m:t>𝐸𝑀𝐴</m:t>
                        </m:r>
                      </m:e>
                      <m:sub>
                        <m:r>
                          <a:rPr lang="zh-CN" altLang="en-US" sz="1600" b="0" i="1" smtClean="0">
                            <a:latin typeface="Cambria Math"/>
                          </a:rPr>
                          <m:t>𝑡</m:t>
                        </m:r>
                      </m:sub>
                    </m:sSub>
                  </m:oMath>
                </a14:m>
                <a:r>
                  <a:rPr lang="zh-CN" altLang="en-US" sz="1600" dirty="0">
                    <a:latin typeface="宋体" pitchFamily="2" charset="-122"/>
                    <a:ea typeface="宋体" pitchFamily="2" charset="-122"/>
                  </a:rPr>
                  <a:t> </a:t>
                </a:r>
                <a14:m>
                  <m:oMath xmlns:m="http://schemas.openxmlformats.org/officeDocument/2006/math">
                    <m:d>
                      <m:dPr>
                        <m:begChr m:val="（"/>
                        <m:endChr m:val="）"/>
                        <m:ctrlPr>
                          <a:rPr lang="zh-CN" altLang="en-US" sz="1600" i="1">
                            <a:latin typeface="Cambria Math"/>
                          </a:rPr>
                        </m:ctrlPr>
                      </m:dPr>
                      <m:e>
                        <m:r>
                          <a:rPr lang="zh-CN" altLang="en-US" sz="1600" i="1">
                            <a:latin typeface="Cambria Math"/>
                          </a:rPr>
                          <m:t>𝑛</m:t>
                        </m:r>
                      </m:e>
                    </m:d>
                  </m:oMath>
                </a14:m>
                <a:endParaRPr lang="zh-CN" altLang="zh-CN" sz="1600" dirty="0">
                  <a:latin typeface="宋体" pitchFamily="2" charset="-122"/>
                  <a:ea typeface="宋体" pitchFamily="2" charset="-122"/>
                </a:endParaRPr>
              </a:p>
              <a:p>
                <a:pPr marL="0" indent="0">
                  <a:buNone/>
                </a:pPr>
                <a:r>
                  <a:rPr lang="en-US" altLang="zh-CN" sz="1600" dirty="0" smtClean="0">
                    <a:latin typeface="宋体" pitchFamily="2" charset="-122"/>
                    <a:ea typeface="宋体" pitchFamily="2" charset="-122"/>
                  </a:rPr>
                  <a:t>Python</a:t>
                </a:r>
                <a:r>
                  <a:rPr lang="zh-CN" altLang="zh-CN" sz="1600" dirty="0" smtClean="0">
                    <a:latin typeface="宋体" pitchFamily="2" charset="-122"/>
                    <a:ea typeface="宋体" pitchFamily="2" charset="-122"/>
                  </a:rPr>
                  <a:t>计算指数平滑移动平均的命令为：</a:t>
                </a:r>
                <a:r>
                  <a:rPr lang="en-US" altLang="zh-CN" sz="1600" dirty="0" err="1" smtClean="0">
                    <a:latin typeface="宋体" pitchFamily="2" charset="-122"/>
                    <a:ea typeface="宋体" pitchFamily="2" charset="-122"/>
                  </a:rPr>
                  <a:t>pd.ewma</a:t>
                </a:r>
                <a:r>
                  <a:rPr lang="en-US" altLang="zh-CN" sz="1600" dirty="0" smtClean="0">
                    <a:latin typeface="宋体" pitchFamily="2" charset="-122"/>
                    <a:ea typeface="宋体" pitchFamily="2" charset="-122"/>
                  </a:rPr>
                  <a:t>(P, n)</a:t>
                </a:r>
                <a:endParaRPr lang="zh-CN" altLang="zh-CN" sz="1600" dirty="0" smtClean="0">
                  <a:latin typeface="宋体" pitchFamily="2" charset="-122"/>
                  <a:ea typeface="宋体" pitchFamily="2" charset="-122"/>
                </a:endParaRPr>
              </a:p>
              <a:p>
                <a:pPr marL="0" indent="0">
                  <a:buNone/>
                </a:pPr>
                <a:r>
                  <a:rPr lang="zh-CN" altLang="zh-CN" sz="1600" dirty="0" smtClean="0">
                    <a:latin typeface="宋体" pitchFamily="2" charset="-122"/>
                    <a:ea typeface="宋体" pitchFamily="2" charset="-122"/>
                  </a:rPr>
                  <a:t>其中，</a:t>
                </a:r>
                <a:r>
                  <a:rPr lang="en-US" altLang="zh-CN" sz="1600" dirty="0" smtClean="0">
                    <a:latin typeface="宋体" pitchFamily="2" charset="-122"/>
                    <a:ea typeface="宋体" pitchFamily="2" charset="-122"/>
                  </a:rPr>
                  <a:t>P</a:t>
                </a:r>
                <a:r>
                  <a:rPr lang="zh-CN" altLang="zh-CN" sz="1600" dirty="0" smtClean="0">
                    <a:latin typeface="宋体" pitchFamily="2" charset="-122"/>
                    <a:ea typeface="宋体" pitchFamily="2" charset="-122"/>
                  </a:rPr>
                  <a:t>为价格序列值，</a:t>
                </a:r>
                <a:r>
                  <a:rPr lang="en-US" altLang="zh-CN" sz="1600" dirty="0" smtClean="0">
                    <a:latin typeface="宋体" pitchFamily="2" charset="-122"/>
                    <a:ea typeface="宋体" pitchFamily="2" charset="-122"/>
                  </a:rPr>
                  <a:t>n</a:t>
                </a:r>
                <a:r>
                  <a:rPr lang="zh-CN" altLang="zh-CN" sz="1600" dirty="0" smtClean="0">
                    <a:latin typeface="宋体" pitchFamily="2" charset="-122"/>
                    <a:ea typeface="宋体" pitchFamily="2" charset="-122"/>
                  </a:rPr>
                  <a:t>为周期数，比如计算</a:t>
                </a:r>
                <a:r>
                  <a:rPr lang="en-US" altLang="zh-CN" sz="1600" dirty="0" smtClean="0">
                    <a:latin typeface="宋体" pitchFamily="2" charset="-122"/>
                    <a:ea typeface="宋体" pitchFamily="2" charset="-122"/>
                  </a:rPr>
                  <a:t>12</a:t>
                </a:r>
                <a:r>
                  <a:rPr lang="zh-CN" altLang="zh-CN" sz="1600" dirty="0" smtClean="0">
                    <a:latin typeface="宋体" pitchFamily="2" charset="-122"/>
                    <a:ea typeface="宋体" pitchFamily="2" charset="-122"/>
                  </a:rPr>
                  <a:t>、</a:t>
                </a:r>
                <a:r>
                  <a:rPr lang="en-US" altLang="zh-CN" sz="1600" dirty="0" smtClean="0">
                    <a:latin typeface="宋体" pitchFamily="2" charset="-122"/>
                    <a:ea typeface="宋体" pitchFamily="2" charset="-122"/>
                  </a:rPr>
                  <a:t>26</a:t>
                </a:r>
                <a:r>
                  <a:rPr lang="zh-CN" altLang="zh-CN" sz="1600" dirty="0" smtClean="0">
                    <a:latin typeface="宋体" pitchFamily="2" charset="-122"/>
                    <a:ea typeface="宋体" pitchFamily="2" charset="-122"/>
                  </a:rPr>
                  <a:t>日指数平滑移动平均为：</a:t>
                </a:r>
              </a:p>
              <a:p>
                <a:pPr marL="0" indent="0">
                  <a:buNone/>
                </a:pPr>
                <a:r>
                  <a:rPr lang="en-US" altLang="zh-CN" sz="1600" dirty="0" smtClean="0">
                    <a:latin typeface="宋体" pitchFamily="2" charset="-122"/>
                    <a:ea typeface="宋体" pitchFamily="2" charset="-122"/>
                  </a:rPr>
                  <a:t>Z12=</a:t>
                </a:r>
                <a:r>
                  <a:rPr lang="en-US" altLang="zh-CN" sz="1600" dirty="0" err="1" smtClean="0">
                    <a:latin typeface="宋体" pitchFamily="2" charset="-122"/>
                    <a:ea typeface="宋体" pitchFamily="2" charset="-122"/>
                  </a:rPr>
                  <a:t>pd.ewma</a:t>
                </a:r>
                <a:r>
                  <a:rPr lang="en-US" altLang="zh-CN" sz="1600" dirty="0" smtClean="0">
                    <a:latin typeface="宋体" pitchFamily="2" charset="-122"/>
                    <a:ea typeface="宋体" pitchFamily="2" charset="-122"/>
                  </a:rPr>
                  <a:t>(P, 12)</a:t>
                </a:r>
                <a:endParaRPr lang="zh-CN" altLang="zh-CN" sz="1600" dirty="0" smtClean="0">
                  <a:latin typeface="宋体" pitchFamily="2" charset="-122"/>
                  <a:ea typeface="宋体" pitchFamily="2" charset="-122"/>
                </a:endParaRPr>
              </a:p>
              <a:p>
                <a:pPr marL="0" indent="0">
                  <a:buNone/>
                </a:pPr>
                <a:r>
                  <a:rPr lang="en-US" altLang="zh-CN" sz="1600" dirty="0" smtClean="0">
                    <a:latin typeface="宋体" pitchFamily="2" charset="-122"/>
                    <a:ea typeface="宋体" pitchFamily="2" charset="-122"/>
                  </a:rPr>
                  <a:t>Z26=</a:t>
                </a:r>
                <a:r>
                  <a:rPr lang="en-US" altLang="zh-CN" sz="1600" dirty="0" err="1" smtClean="0">
                    <a:latin typeface="宋体" pitchFamily="2" charset="-122"/>
                    <a:ea typeface="宋体" pitchFamily="2" charset="-122"/>
                  </a:rPr>
                  <a:t>pd.ewma</a:t>
                </a:r>
                <a:r>
                  <a:rPr lang="en-US" altLang="zh-CN" sz="1600" dirty="0" smtClean="0">
                    <a:latin typeface="宋体" pitchFamily="2" charset="-122"/>
                    <a:ea typeface="宋体" pitchFamily="2" charset="-122"/>
                  </a:rPr>
                  <a:t>(P, 26)</a:t>
                </a:r>
                <a:endParaRPr lang="zh-CN" altLang="zh-CN" sz="1600" dirty="0" smtClean="0">
                  <a:latin typeface="宋体" pitchFamily="2" charset="-122"/>
                  <a:ea typeface="宋体" pitchFamily="2" charset="-122"/>
                </a:endParaRPr>
              </a:p>
              <a:p>
                <a:pPr marL="0" indent="0">
                  <a:buNone/>
                </a:pPr>
                <a:r>
                  <a:rPr lang="zh-CN" altLang="zh-CN" sz="1600" dirty="0" smtClean="0">
                    <a:latin typeface="宋体" pitchFamily="2" charset="-122"/>
                    <a:ea typeface="宋体" pitchFamily="2" charset="-122"/>
                  </a:rPr>
                  <a:t>则</a:t>
                </a:r>
                <a:r>
                  <a:rPr lang="en-US" altLang="zh-CN" sz="1600" dirty="0" smtClean="0">
                    <a:latin typeface="宋体" pitchFamily="2" charset="-122"/>
                    <a:ea typeface="宋体" pitchFamily="2" charset="-122"/>
                  </a:rPr>
                  <a:t>DIF</a:t>
                </a:r>
                <a:r>
                  <a:rPr lang="zh-CN" altLang="zh-CN" sz="1600" dirty="0" smtClean="0">
                    <a:latin typeface="宋体" pitchFamily="2" charset="-122"/>
                    <a:ea typeface="宋体" pitchFamily="2" charset="-122"/>
                  </a:rPr>
                  <a:t>、</a:t>
                </a:r>
                <a:r>
                  <a:rPr lang="en-US" altLang="zh-CN" sz="1600" dirty="0" smtClean="0">
                    <a:latin typeface="宋体" pitchFamily="2" charset="-122"/>
                    <a:ea typeface="宋体" pitchFamily="2" charset="-122"/>
                  </a:rPr>
                  <a:t>DEA</a:t>
                </a:r>
                <a:r>
                  <a:rPr lang="zh-CN" altLang="zh-CN" sz="1600" dirty="0" smtClean="0">
                    <a:latin typeface="宋体" pitchFamily="2" charset="-122"/>
                    <a:ea typeface="宋体" pitchFamily="2" charset="-122"/>
                  </a:rPr>
                  <a:t>、</a:t>
                </a:r>
                <a:r>
                  <a:rPr lang="en-US" altLang="zh-CN" sz="1600" dirty="0" smtClean="0">
                    <a:latin typeface="宋体" pitchFamily="2" charset="-122"/>
                    <a:ea typeface="宋体" pitchFamily="2" charset="-122"/>
                  </a:rPr>
                  <a:t>MACD</a:t>
                </a:r>
                <a:r>
                  <a:rPr lang="zh-CN" altLang="zh-CN" sz="1600" dirty="0" smtClean="0">
                    <a:latin typeface="宋体" pitchFamily="2" charset="-122"/>
                    <a:ea typeface="宋体" pitchFamily="2" charset="-122"/>
                  </a:rPr>
                  <a:t>计算算法如下：</a:t>
                </a:r>
              </a:p>
              <a:p>
                <a:pPr marL="0" indent="0">
                  <a:buNone/>
                </a:pPr>
                <a:r>
                  <a:rPr lang="en-US" altLang="zh-CN" sz="1600" dirty="0" smtClean="0">
                    <a:latin typeface="宋体" pitchFamily="2" charset="-122"/>
                    <a:ea typeface="宋体" pitchFamily="2" charset="-122"/>
                  </a:rPr>
                  <a:t>DIF=Z12-Z26</a:t>
                </a:r>
                <a:endParaRPr lang="zh-CN" altLang="zh-CN" sz="1600" dirty="0" smtClean="0">
                  <a:latin typeface="宋体" pitchFamily="2" charset="-122"/>
                  <a:ea typeface="宋体" pitchFamily="2" charset="-122"/>
                </a:endParaRPr>
              </a:p>
              <a:p>
                <a:pPr marL="0" indent="0">
                  <a:buNone/>
                </a:pPr>
                <a:r>
                  <a:rPr lang="en-US" altLang="zh-CN" sz="1600" dirty="0" smtClean="0">
                    <a:latin typeface="宋体" pitchFamily="2" charset="-122"/>
                    <a:ea typeface="宋体" pitchFamily="2" charset="-122"/>
                  </a:rPr>
                  <a:t>If t=1</a:t>
                </a:r>
                <a:endParaRPr lang="zh-CN" altLang="zh-CN" sz="1600" dirty="0" smtClean="0">
                  <a:latin typeface="宋体" pitchFamily="2" charset="-122"/>
                  <a:ea typeface="宋体" pitchFamily="2" charset="-122"/>
                </a:endParaRPr>
              </a:p>
              <a:p>
                <a:pPr marL="0" indent="0">
                  <a:buNone/>
                </a:pPr>
                <a:r>
                  <a:rPr lang="en-US" altLang="zh-CN" sz="1600" dirty="0" smtClean="0">
                    <a:latin typeface="宋体" pitchFamily="2" charset="-122"/>
                    <a:ea typeface="宋体" pitchFamily="2" charset="-122"/>
                  </a:rPr>
                  <a:t>DEA[t]=DIF[t]</a:t>
                </a:r>
                <a:endParaRPr lang="zh-CN" altLang="zh-CN" sz="1600" dirty="0" smtClean="0">
                  <a:latin typeface="宋体" pitchFamily="2" charset="-122"/>
                  <a:ea typeface="宋体" pitchFamily="2" charset="-122"/>
                </a:endParaRPr>
              </a:p>
              <a:p>
                <a:pPr marL="0" indent="0">
                  <a:buNone/>
                </a:pPr>
                <a:r>
                  <a:rPr lang="en-US" altLang="zh-CN" sz="1600" dirty="0" smtClean="0"/>
                  <a:t>If t&gt;1</a:t>
                </a:r>
                <a:endParaRPr lang="zh-CN" altLang="zh-CN" sz="1600" dirty="0" smtClean="0"/>
              </a:p>
              <a:p>
                <a:pPr marL="0" indent="0">
                  <a:buNone/>
                </a:pPr>
                <a:r>
                  <a:rPr lang="en-US" altLang="zh-CN" sz="1600" dirty="0" smtClean="0">
                    <a:latin typeface="宋体" pitchFamily="2" charset="-122"/>
                    <a:ea typeface="宋体" pitchFamily="2" charset="-122"/>
                  </a:rPr>
                  <a:t>DEA[t]=(2*DIF[t]+8*DEA[t-1])/10</a:t>
                </a:r>
                <a:endParaRPr lang="zh-CN" altLang="zh-CN" sz="1600" dirty="0" smtClean="0">
                  <a:latin typeface="宋体" pitchFamily="2" charset="-122"/>
                  <a:ea typeface="宋体" pitchFamily="2" charset="-122"/>
                </a:endParaRPr>
              </a:p>
              <a:p>
                <a:pPr marL="0" indent="0">
                  <a:buNone/>
                </a:pPr>
                <a:r>
                  <a:rPr lang="en-US" altLang="zh-CN" sz="1600" dirty="0" smtClean="0">
                    <a:latin typeface="宋体" pitchFamily="2" charset="-122"/>
                    <a:ea typeface="宋体" pitchFamily="2" charset="-122"/>
                  </a:rPr>
                  <a:t>MACD[t]=2*</a:t>
                </a:r>
                <a:r>
                  <a:rPr lang="zh-CN" altLang="zh-CN" sz="1600" dirty="0" smtClean="0">
                    <a:latin typeface="宋体" pitchFamily="2" charset="-122"/>
                    <a:ea typeface="宋体" pitchFamily="2" charset="-122"/>
                  </a:rPr>
                  <a:t>（</a:t>
                </a:r>
                <a:r>
                  <a:rPr lang="en-US" altLang="zh-CN" sz="1600" dirty="0" smtClean="0">
                    <a:latin typeface="宋体" pitchFamily="2" charset="-122"/>
                    <a:ea typeface="宋体" pitchFamily="2" charset="-122"/>
                  </a:rPr>
                  <a:t>DIF[t]-DEA[t]</a:t>
                </a:r>
                <a:r>
                  <a:rPr lang="zh-CN" altLang="zh-CN" sz="1600" dirty="0" smtClean="0">
                    <a:latin typeface="宋体" pitchFamily="2" charset="-122"/>
                    <a:ea typeface="宋体" pitchFamily="2" charset="-122"/>
                  </a:rPr>
                  <a:t>）</a:t>
                </a:r>
                <a:r>
                  <a:rPr lang="en-US" altLang="zh-CN" sz="1600" dirty="0" smtClean="0"/>
                  <a:t>.</a:t>
                </a:r>
                <a:endParaRPr lang="zh-CN" altLang="zh-CN" sz="1600" dirty="0" smtClean="0"/>
              </a:p>
              <a:p>
                <a:pPr marL="0" indent="0">
                  <a:buNone/>
                </a:pPr>
                <a:endParaRPr lang="zh-CN" altLang="en-US" dirty="0"/>
              </a:p>
              <a:p>
                <a:pPr marL="0" indent="0">
                  <a:buNone/>
                </a:pPr>
                <a:endParaRPr lang="zh-CN" altLang="zh-CN" dirty="0"/>
              </a:p>
            </p:txBody>
          </p:sp>
        </mc:Choice>
        <mc:Fallback>
          <p:sp>
            <p:nvSpPr>
              <p:cNvPr id="3" name="内容占位符 2"/>
              <p:cNvSpPr>
                <a:spLocks noGrp="1" noRot="1" noChangeAspect="1" noMove="1" noResize="1" noEditPoints="1" noAdjustHandles="1" noChangeArrowheads="1" noChangeShapeType="1" noTextEdit="1"/>
              </p:cNvSpPr>
              <p:nvPr>
                <p:ph idx="1"/>
              </p:nvPr>
            </p:nvSpPr>
            <p:spPr>
              <a:xfrm>
                <a:off x="898809" y="1052736"/>
                <a:ext cx="10601349" cy="5805264"/>
              </a:xfrm>
              <a:blipFill rotWithShape="1">
                <a:blip r:embed="rId1"/>
                <a:stretch>
                  <a:fillRect l="-288" t="-315" b="-1576"/>
                </a:stretch>
              </a:blipFill>
            </p:spPr>
            <p:txBody>
              <a:bodyPr/>
              <a:lstStyle/>
              <a:p>
                <a:r>
                  <a:rPr lang="zh-CN" altLang="en-US">
                    <a:noFill/>
                  </a:rPr>
                  <a:t> </a:t>
                </a:r>
                <a:endParaRPr lang="zh-CN" altLang="en-US">
                  <a:noFill/>
                </a:endParaRPr>
              </a:p>
            </p:txBody>
          </p:sp>
        </mc:Fallback>
      </mc:AlternateContent>
    </p:spTree>
  </p:cSld>
  <p:clrMapOvr>
    <a:masterClrMapping/>
  </p:clrMapOvr>
  <mc:AlternateContent xmlns:mc="http://schemas.openxmlformats.org/markup-compatibility/2006">
    <mc:Choice xmlns:p14="http://schemas.microsoft.com/office/powerpoint/2010/main" Requires="p14">
      <p:transition p14:dur="10" advTm="9437"/>
    </mc:Choice>
    <mc:Fallback>
      <p:transition advTm="9437"/>
    </mc:Fallback>
  </mc:AlternateContent>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 name="TextBox 54"/>
          <p:cNvSpPr txBox="1"/>
          <p:nvPr/>
        </p:nvSpPr>
        <p:spPr>
          <a:xfrm>
            <a:off x="1330765" y="44625"/>
            <a:ext cx="7215888" cy="523214"/>
          </a:xfrm>
          <a:prstGeom prst="rect">
            <a:avLst/>
          </a:prstGeom>
          <a:noFill/>
        </p:spPr>
        <p:txBody>
          <a:bodyPr wrap="square" lIns="91434" tIns="45717" rIns="91434" bIns="45717" rtlCol="0">
            <a:spAutoFit/>
          </a:bodyPr>
          <a:lstStyle>
            <a:defPPr>
              <a:defRPr lang="zh-CN"/>
            </a:defPPr>
            <a:lvl1pPr>
              <a:defRPr sz="3200">
                <a:solidFill>
                  <a:schemeClr val="tx1">
                    <a:lumMod val="75000"/>
                  </a:schemeClr>
                </a:solidFill>
                <a:latin typeface="方正卡通简体" pitchFamily="65" charset="-122"/>
                <a:ea typeface="方正卡通简体" pitchFamily="65" charset="-122"/>
              </a:defRPr>
            </a:lvl1pPr>
          </a:lstStyle>
          <a:p>
            <a:r>
              <a:rPr lang="en-US" altLang="zh-CN" sz="2800" dirty="0" smtClean="0">
                <a:solidFill>
                  <a:srgbClr val="FFFFFF"/>
                </a:solidFill>
                <a:latin typeface="微软雅黑" panose="020B0503020204020204" pitchFamily="34" charset="-122"/>
                <a:ea typeface="微软雅黑" panose="020B0503020204020204" pitchFamily="34" charset="-122"/>
              </a:rPr>
              <a:t>9.3.3 </a:t>
            </a:r>
            <a:r>
              <a:rPr lang="zh-CN" altLang="en-US" sz="2800" dirty="0" smtClean="0">
                <a:solidFill>
                  <a:srgbClr val="FFFFFF"/>
                </a:solidFill>
                <a:latin typeface="微软雅黑" panose="020B0503020204020204" pitchFamily="34" charset="-122"/>
                <a:ea typeface="微软雅黑" panose="020B0503020204020204" pitchFamily="34" charset="-122"/>
              </a:rPr>
              <a:t>随机指标</a:t>
            </a:r>
            <a:endParaRPr lang="zh-CN" altLang="en-US" sz="2800" dirty="0">
              <a:solidFill>
                <a:srgbClr val="FFFFFF"/>
              </a:solidFill>
              <a:latin typeface="微软雅黑" panose="020B0503020204020204" pitchFamily="34" charset="-122"/>
              <a:ea typeface="微软雅黑" panose="020B0503020204020204" pitchFamily="34" charset="-122"/>
            </a:endParaRPr>
          </a:p>
        </p:txBody>
      </p:sp>
      <p:sp>
        <p:nvSpPr>
          <p:cNvPr id="56" name="TextBox 55"/>
          <p:cNvSpPr txBox="1"/>
          <p:nvPr/>
        </p:nvSpPr>
        <p:spPr>
          <a:xfrm>
            <a:off x="140263" y="106179"/>
            <a:ext cx="1064260" cy="400103"/>
          </a:xfrm>
          <a:prstGeom prst="rect">
            <a:avLst/>
          </a:prstGeom>
          <a:noFill/>
        </p:spPr>
        <p:txBody>
          <a:bodyPr wrap="square" lIns="91434" tIns="45717" rIns="91434" bIns="45717" rtlCol="0">
            <a:spAutoFit/>
          </a:bodyPr>
          <a:lstStyle/>
          <a:p>
            <a:pPr algn="r"/>
            <a:r>
              <a:rPr lang="en-US" altLang="zh-CN" sz="2000" dirty="0">
                <a:solidFill>
                  <a:srgbClr val="FFFFFF"/>
                </a:solidFill>
              </a:rPr>
              <a:t>Part</a:t>
            </a:r>
            <a:r>
              <a:rPr lang="en-US" altLang="zh-CN" dirty="0">
                <a:solidFill>
                  <a:srgbClr val="FFFFFF"/>
                </a:solidFill>
              </a:rPr>
              <a:t> </a:t>
            </a:r>
            <a:r>
              <a:rPr lang="en-US" altLang="zh-CN" dirty="0" smtClean="0">
                <a:solidFill>
                  <a:srgbClr val="FFFFFF"/>
                </a:solidFill>
              </a:rPr>
              <a:t>9</a:t>
            </a:r>
            <a:endParaRPr lang="zh-CN" altLang="en-US" dirty="0">
              <a:solidFill>
                <a:srgbClr val="FFFFFF"/>
              </a:solidFill>
            </a:endParaRPr>
          </a:p>
        </p:txBody>
      </p:sp>
      <p:sp>
        <p:nvSpPr>
          <p:cNvPr id="2" name="矩形 1"/>
          <p:cNvSpPr/>
          <p:nvPr/>
        </p:nvSpPr>
        <p:spPr>
          <a:xfrm>
            <a:off x="689967" y="764704"/>
            <a:ext cx="10953030" cy="2031325"/>
          </a:xfrm>
          <a:prstGeom prst="rect">
            <a:avLst/>
          </a:prstGeom>
        </p:spPr>
        <p:txBody>
          <a:bodyPr wrap="square">
            <a:spAutoFit/>
          </a:bodyPr>
          <a:lstStyle/>
          <a:p>
            <a:pPr indent="266700" algn="just">
              <a:lnSpc>
                <a:spcPct val="150000"/>
              </a:lnSpc>
              <a:spcAft>
                <a:spcPts val="0"/>
              </a:spcAft>
            </a:pPr>
            <a:r>
              <a:rPr lang="zh-CN" altLang="zh-CN" kern="100" dirty="0">
                <a:latin typeface="Calibri" panose="020F0502020204030204"/>
                <a:ea typeface="宋体" panose="02010600030101010101" pitchFamily="2" charset="-122"/>
                <a:cs typeface="Times New Roman" panose="02020603050405020304"/>
              </a:rPr>
              <a:t>随机指标</a:t>
            </a:r>
            <a:r>
              <a:rPr lang="en-US" altLang="zh-CN" kern="100" dirty="0">
                <a:latin typeface="Calibri" panose="020F0502020204030204"/>
                <a:ea typeface="宋体" panose="02010600030101010101" pitchFamily="2" charset="-122"/>
                <a:cs typeface="Times New Roman" panose="02020603050405020304"/>
              </a:rPr>
              <a:t>KDJ</a:t>
            </a:r>
            <a:r>
              <a:rPr lang="zh-CN" altLang="zh-CN" kern="100" dirty="0">
                <a:latin typeface="Calibri" panose="020F0502020204030204"/>
                <a:ea typeface="宋体" panose="02010600030101010101" pitchFamily="2" charset="-122"/>
                <a:cs typeface="Times New Roman" panose="02020603050405020304"/>
              </a:rPr>
              <a:t>一般是用于股票分析的统计体系，根据统计学原理，通过一个特定的周期</a:t>
            </a:r>
            <a:r>
              <a:rPr lang="en-US" altLang="zh-CN" kern="100" dirty="0">
                <a:latin typeface="Calibri" panose="020F0502020204030204"/>
                <a:ea typeface="宋体" panose="02010600030101010101" pitchFamily="2" charset="-122"/>
                <a:cs typeface="Times New Roman" panose="02020603050405020304"/>
              </a:rPr>
              <a:t>(</a:t>
            </a:r>
            <a:r>
              <a:rPr lang="zh-CN" altLang="zh-CN" kern="100" dirty="0">
                <a:latin typeface="Calibri" panose="020F0502020204030204"/>
                <a:ea typeface="宋体" panose="02010600030101010101" pitchFamily="2" charset="-122"/>
                <a:cs typeface="Times New Roman" panose="02020603050405020304"/>
              </a:rPr>
              <a:t>常为</a:t>
            </a:r>
            <a:r>
              <a:rPr lang="en-US" altLang="zh-CN" kern="100" dirty="0">
                <a:latin typeface="Calibri" panose="020F0502020204030204"/>
                <a:ea typeface="宋体" panose="02010600030101010101" pitchFamily="2" charset="-122"/>
                <a:cs typeface="Times New Roman" panose="02020603050405020304"/>
              </a:rPr>
              <a:t>9</a:t>
            </a:r>
            <a:r>
              <a:rPr lang="zh-CN" altLang="zh-CN" kern="100" dirty="0">
                <a:latin typeface="Calibri" panose="020F0502020204030204"/>
                <a:ea typeface="宋体" panose="02010600030101010101" pitchFamily="2" charset="-122"/>
                <a:cs typeface="Times New Roman" panose="02020603050405020304"/>
              </a:rPr>
              <a:t>日、</a:t>
            </a:r>
            <a:r>
              <a:rPr lang="en-US" altLang="zh-CN" kern="100" dirty="0">
                <a:latin typeface="Calibri" panose="020F0502020204030204"/>
                <a:ea typeface="宋体" panose="02010600030101010101" pitchFamily="2" charset="-122"/>
                <a:cs typeface="Times New Roman" panose="02020603050405020304"/>
              </a:rPr>
              <a:t>9</a:t>
            </a:r>
            <a:r>
              <a:rPr lang="zh-CN" altLang="zh-CN" kern="100" dirty="0">
                <a:latin typeface="Calibri" panose="020F0502020204030204"/>
                <a:ea typeface="宋体" panose="02010600030101010101" pitchFamily="2" charset="-122"/>
                <a:cs typeface="Times New Roman" panose="02020603050405020304"/>
              </a:rPr>
              <a:t>周等</a:t>
            </a:r>
            <a:r>
              <a:rPr lang="en-US" altLang="zh-CN" kern="100" dirty="0">
                <a:latin typeface="Calibri" panose="020F0502020204030204"/>
                <a:ea typeface="宋体" panose="02010600030101010101" pitchFamily="2" charset="-122"/>
                <a:cs typeface="Times New Roman" panose="02020603050405020304"/>
              </a:rPr>
              <a:t>)</a:t>
            </a:r>
            <a:r>
              <a:rPr lang="zh-CN" altLang="zh-CN" kern="100" dirty="0">
                <a:latin typeface="Calibri" panose="020F0502020204030204"/>
                <a:ea typeface="宋体" panose="02010600030101010101" pitchFamily="2" charset="-122"/>
                <a:cs typeface="Times New Roman" panose="02020603050405020304"/>
              </a:rPr>
              <a:t>内出现过的最高价、最低价及最后一个计算周期的收盘价及这三者之间的比例关系，来计算最后一个计算周期的未成熟随机值</a:t>
            </a:r>
            <a:r>
              <a:rPr lang="en-US" altLang="zh-CN" kern="100" dirty="0">
                <a:latin typeface="Calibri" panose="020F0502020204030204"/>
                <a:ea typeface="宋体" panose="02010600030101010101" pitchFamily="2" charset="-122"/>
                <a:cs typeface="Times New Roman" panose="02020603050405020304"/>
              </a:rPr>
              <a:t>RSV</a:t>
            </a:r>
            <a:r>
              <a:rPr lang="zh-CN" altLang="zh-CN" kern="100" dirty="0">
                <a:latin typeface="Calibri" panose="020F0502020204030204"/>
                <a:ea typeface="宋体" panose="02010600030101010101" pitchFamily="2" charset="-122"/>
                <a:cs typeface="Times New Roman" panose="02020603050405020304"/>
              </a:rPr>
              <a:t>，然后根据平滑移动平均线的方法来计算</a:t>
            </a:r>
            <a:r>
              <a:rPr lang="en-US" altLang="zh-CN" kern="100" dirty="0">
                <a:latin typeface="Calibri" panose="020F0502020204030204"/>
                <a:ea typeface="宋体" panose="02010600030101010101" pitchFamily="2" charset="-122"/>
                <a:cs typeface="Times New Roman" panose="02020603050405020304"/>
              </a:rPr>
              <a:t>K</a:t>
            </a:r>
            <a:r>
              <a:rPr lang="zh-CN" altLang="zh-CN" kern="100" dirty="0">
                <a:latin typeface="Calibri" panose="020F0502020204030204"/>
                <a:ea typeface="宋体" panose="02010600030101010101" pitchFamily="2" charset="-122"/>
                <a:cs typeface="Times New Roman" panose="02020603050405020304"/>
              </a:rPr>
              <a:t>值、</a:t>
            </a:r>
            <a:r>
              <a:rPr lang="en-US" altLang="zh-CN" kern="100" dirty="0">
                <a:latin typeface="Calibri" panose="020F0502020204030204"/>
                <a:ea typeface="宋体" panose="02010600030101010101" pitchFamily="2" charset="-122"/>
                <a:cs typeface="Times New Roman" panose="02020603050405020304"/>
              </a:rPr>
              <a:t>D</a:t>
            </a:r>
            <a:r>
              <a:rPr lang="zh-CN" altLang="zh-CN" kern="100" dirty="0">
                <a:latin typeface="Calibri" panose="020F0502020204030204"/>
                <a:ea typeface="宋体" panose="02010600030101010101" pitchFamily="2" charset="-122"/>
                <a:cs typeface="Times New Roman" panose="02020603050405020304"/>
              </a:rPr>
              <a:t>值与</a:t>
            </a:r>
            <a:r>
              <a:rPr lang="en-US" altLang="zh-CN" kern="100" dirty="0">
                <a:latin typeface="Calibri" panose="020F0502020204030204"/>
                <a:ea typeface="宋体" panose="02010600030101010101" pitchFamily="2" charset="-122"/>
                <a:cs typeface="Times New Roman" panose="02020603050405020304"/>
              </a:rPr>
              <a:t>J</a:t>
            </a:r>
            <a:r>
              <a:rPr lang="zh-CN" altLang="zh-CN" kern="100" dirty="0">
                <a:latin typeface="Calibri" panose="020F0502020204030204"/>
                <a:ea typeface="宋体" panose="02010600030101010101" pitchFamily="2" charset="-122"/>
                <a:cs typeface="Times New Roman" panose="02020603050405020304"/>
              </a:rPr>
              <a:t>值，并绘成曲线图来研判股票价格走势。</a:t>
            </a:r>
            <a:endParaRPr lang="zh-CN" altLang="zh-CN" kern="100" dirty="0">
              <a:latin typeface="Calibri" panose="020F0502020204030204"/>
              <a:ea typeface="宋体" panose="02010600030101010101" pitchFamily="2" charset="-122"/>
              <a:cs typeface="Times New Roman" panose="02020603050405020304"/>
            </a:endParaRPr>
          </a:p>
          <a:p>
            <a:r>
              <a:rPr lang="zh-CN" altLang="zh-CN" kern="100" dirty="0">
                <a:ea typeface="宋体" panose="02010600030101010101" pitchFamily="2" charset="-122"/>
                <a:cs typeface="Times New Roman" panose="02020603050405020304"/>
              </a:rPr>
              <a:t>计算公式如下所示：</a:t>
            </a:r>
            <a:endParaRPr lang="zh-CN" altLang="en-US" dirty="0"/>
          </a:p>
        </p:txBody>
      </p:sp>
      <p:pic>
        <p:nvPicPr>
          <p:cNvPr id="3074"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3367350" y="2636912"/>
            <a:ext cx="3168352" cy="28289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mc:AlternateContent xmlns:mc="http://schemas.openxmlformats.org/markup-compatibility/2006">
        <mc:Choice xmlns:a14="http://schemas.microsoft.com/office/drawing/2010/main" Requires="a14">
          <p:sp>
            <p:nvSpPr>
              <p:cNvPr id="6" name="TextBox 5"/>
              <p:cNvSpPr txBox="1"/>
              <p:nvPr/>
            </p:nvSpPr>
            <p:spPr>
              <a:xfrm>
                <a:off x="1255128" y="5733256"/>
                <a:ext cx="5779357"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altLang="zh-CN" i="1" smtClean="0">
                              <a:latin typeface="Cambria Math"/>
                            </a:rPr>
                          </m:ctrlPr>
                        </m:sSubPr>
                        <m:e>
                          <m:r>
                            <a:rPr lang="en-US" altLang="zh-CN" b="0" i="1" smtClean="0">
                              <a:latin typeface="Cambria Math"/>
                            </a:rPr>
                            <m:t>𝐻</m:t>
                          </m:r>
                        </m:e>
                        <m:sub>
                          <m:r>
                            <a:rPr lang="en-US" altLang="zh-CN" b="0" i="1" smtClean="0">
                              <a:latin typeface="Cambria Math"/>
                            </a:rPr>
                            <m:t>𝑛</m:t>
                          </m:r>
                        </m:sub>
                      </m:sSub>
                      <m:r>
                        <a:rPr lang="zh-CN" altLang="en-US" b="0" i="1" smtClean="0">
                          <a:latin typeface="Cambria Math"/>
                        </a:rPr>
                        <m:t>、</m:t>
                      </m:r>
                      <m:sSub>
                        <m:sSubPr>
                          <m:ctrlPr>
                            <a:rPr lang="en-US" altLang="zh-CN" i="1" smtClean="0">
                              <a:latin typeface="Cambria Math"/>
                            </a:rPr>
                          </m:ctrlPr>
                        </m:sSubPr>
                        <m:e>
                          <m:r>
                            <a:rPr lang="en-US" altLang="zh-CN" b="0" i="1" smtClean="0">
                              <a:latin typeface="Cambria Math"/>
                            </a:rPr>
                            <m:t>𝐿</m:t>
                          </m:r>
                        </m:e>
                        <m:sub>
                          <m:r>
                            <a:rPr lang="en-US" altLang="zh-CN" b="0" i="1" smtClean="0">
                              <a:latin typeface="Cambria Math"/>
                            </a:rPr>
                            <m:t>𝑛</m:t>
                          </m:r>
                        </m:sub>
                      </m:sSub>
                      <m:r>
                        <a:rPr lang="zh-CN" altLang="en-US" i="1">
                          <a:latin typeface="Cambria Math"/>
                        </a:rPr>
                        <m:t>分别</m:t>
                      </m:r>
                      <m:r>
                        <a:rPr lang="zh-CN" altLang="en-US" i="1" smtClean="0">
                          <a:latin typeface="Cambria Math"/>
                        </a:rPr>
                        <m:t>表示</m:t>
                      </m:r>
                      <m:r>
                        <a:rPr lang="en-US" altLang="zh-CN" b="0" i="1" smtClean="0">
                          <a:latin typeface="Cambria Math"/>
                        </a:rPr>
                        <m:t>𝑛</m:t>
                      </m:r>
                      <m:r>
                        <a:rPr lang="zh-CN" altLang="en-US" b="0" i="1" smtClean="0">
                          <a:latin typeface="Cambria Math"/>
                        </a:rPr>
                        <m:t>日内</m:t>
                      </m:r>
                      <m:r>
                        <a:rPr lang="zh-CN" altLang="en-US" i="1">
                          <a:latin typeface="Cambria Math"/>
                        </a:rPr>
                        <m:t>最高</m:t>
                      </m:r>
                      <m:r>
                        <a:rPr lang="zh-CN" altLang="en-US" i="1" smtClean="0">
                          <a:latin typeface="Cambria Math"/>
                        </a:rPr>
                        <m:t>收盘</m:t>
                      </m:r>
                      <m:r>
                        <a:rPr lang="zh-CN" altLang="en-US" b="0" i="1" smtClean="0">
                          <a:latin typeface="Cambria Math"/>
                        </a:rPr>
                        <m:t>价和</m:t>
                      </m:r>
                      <m:r>
                        <a:rPr lang="zh-CN" altLang="en-US" i="1">
                          <a:latin typeface="Cambria Math"/>
                        </a:rPr>
                        <m:t>最低</m:t>
                      </m:r>
                      <m:r>
                        <a:rPr lang="zh-CN" altLang="en-US" i="1" smtClean="0">
                          <a:latin typeface="Cambria Math"/>
                        </a:rPr>
                        <m:t>收盘价</m:t>
                      </m:r>
                      <m:r>
                        <a:rPr lang="zh-CN" altLang="en-US" b="0" i="1" smtClean="0">
                          <a:latin typeface="Cambria Math"/>
                        </a:rPr>
                        <m:t>，</m:t>
                      </m:r>
                      <m:r>
                        <a:rPr lang="en-US" altLang="zh-CN" b="0" i="1" smtClean="0">
                          <a:latin typeface="Cambria Math"/>
                        </a:rPr>
                        <m:t>𝑛</m:t>
                      </m:r>
                      <m:r>
                        <a:rPr lang="en-US" altLang="zh-CN" b="0" i="1" smtClean="0">
                          <a:latin typeface="Cambria Math"/>
                        </a:rPr>
                        <m:t>=9</m:t>
                      </m:r>
                    </m:oMath>
                  </m:oMathPara>
                </a14:m>
                <a:endParaRPr lang="zh-CN" altLang="en-US" dirty="0"/>
              </a:p>
            </p:txBody>
          </p:sp>
        </mc:Choice>
        <mc:Fallback>
          <p:sp>
            <p:nvSpPr>
              <p:cNvPr id="6" name="TextBox 5"/>
              <p:cNvSpPr txBox="1">
                <a:spLocks noRot="1" noChangeAspect="1" noMove="1" noResize="1" noEditPoints="1" noAdjustHandles="1" noChangeArrowheads="1" noChangeShapeType="1" noTextEdit="1"/>
              </p:cNvSpPr>
              <p:nvPr/>
            </p:nvSpPr>
            <p:spPr>
              <a:xfrm>
                <a:off x="1255128" y="5733256"/>
                <a:ext cx="5779357" cy="369332"/>
              </a:xfrm>
              <a:prstGeom prst="rect">
                <a:avLst/>
              </a:prstGeom>
              <a:blipFill rotWithShape="1">
                <a:blip r:embed="rId2"/>
                <a:stretch>
                  <a:fillRect b="-6557"/>
                </a:stretch>
              </a:blipFill>
            </p:spPr>
            <p:txBody>
              <a:bodyPr/>
              <a:lstStyle/>
              <a:p>
                <a:r>
                  <a:rPr lang="zh-CN" altLang="en-US">
                    <a:noFill/>
                  </a:rPr>
                  <a:t> </a:t>
                </a:r>
                <a:endParaRPr lang="zh-CN" altLang="en-US">
                  <a:noFill/>
                </a:endParaRPr>
              </a:p>
            </p:txBody>
          </p:sp>
        </mc:Fallback>
      </mc:AlternateContent>
    </p:spTree>
  </p:cSld>
  <p:clrMapOvr>
    <a:masterClrMapping/>
  </p:clrMapOvr>
  <mc:AlternateContent xmlns:mc="http://schemas.openxmlformats.org/markup-compatibility/2006">
    <mc:Choice xmlns:p14="http://schemas.microsoft.com/office/powerpoint/2010/main" Requires="p14">
      <p:transition p14:dur="10" advTm="9437"/>
    </mc:Choice>
    <mc:Fallback>
      <p:transition advTm="9437"/>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3074"/>
                                        </p:tgtEl>
                                        <p:attrNameLst>
                                          <p:attrName>style.visibility</p:attrName>
                                        </p:attrNameLst>
                                      </p:cBhvr>
                                      <p:to>
                                        <p:strVal val="visible"/>
                                      </p:to>
                                    </p:set>
                                    <p:animEffect transition="in" filter="fade">
                                      <p:cBhvr>
                                        <p:cTn id="14" dur="1000"/>
                                        <p:tgtEl>
                                          <p:spTgt spid="3074"/>
                                        </p:tgtEl>
                                      </p:cBhvr>
                                    </p:animEffect>
                                    <p:anim calcmode="lin" valueType="num">
                                      <p:cBhvr>
                                        <p:cTn id="15" dur="1000" fill="hold"/>
                                        <p:tgtEl>
                                          <p:spTgt spid="3074"/>
                                        </p:tgtEl>
                                        <p:attrNameLst>
                                          <p:attrName>ppt_x</p:attrName>
                                        </p:attrNameLst>
                                      </p:cBhvr>
                                      <p:tavLst>
                                        <p:tav tm="0">
                                          <p:val>
                                            <p:strVal val="#ppt_x"/>
                                          </p:val>
                                        </p:tav>
                                        <p:tav tm="100000">
                                          <p:val>
                                            <p:strVal val="#ppt_x"/>
                                          </p:val>
                                        </p:tav>
                                      </p:tavLst>
                                    </p:anim>
                                    <p:anim calcmode="lin" valueType="num">
                                      <p:cBhvr>
                                        <p:cTn id="16" dur="1000" fill="hold"/>
                                        <p:tgtEl>
                                          <p:spTgt spid="3074"/>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6"/>
                                        </p:tgtEl>
                                        <p:attrNameLst>
                                          <p:attrName>style.visibility</p:attrName>
                                        </p:attrNameLst>
                                      </p:cBhvr>
                                      <p:to>
                                        <p:strVal val="visible"/>
                                      </p:to>
                                    </p:set>
                                    <p:animEffect transition="in" filter="fade">
                                      <p:cBhvr>
                                        <p:cTn id="21" dur="1000"/>
                                        <p:tgtEl>
                                          <p:spTgt spid="6"/>
                                        </p:tgtEl>
                                      </p:cBhvr>
                                    </p:animEffect>
                                    <p:anim calcmode="lin" valueType="num">
                                      <p:cBhvr>
                                        <p:cTn id="22" dur="1000" fill="hold"/>
                                        <p:tgtEl>
                                          <p:spTgt spid="6"/>
                                        </p:tgtEl>
                                        <p:attrNameLst>
                                          <p:attrName>ppt_x</p:attrName>
                                        </p:attrNameLst>
                                      </p:cBhvr>
                                      <p:tavLst>
                                        <p:tav tm="0">
                                          <p:val>
                                            <p:strVal val="#ppt_x"/>
                                          </p:val>
                                        </p:tav>
                                        <p:tav tm="100000">
                                          <p:val>
                                            <p:strVal val="#ppt_x"/>
                                          </p:val>
                                        </p:tav>
                                      </p:tavLst>
                                    </p:anim>
                                    <p:anim calcmode="lin" valueType="num">
                                      <p:cBhvr>
                                        <p:cTn id="23" dur="1000" fill="hold"/>
                                        <p:tgtEl>
                                          <p:spTgt spid="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6"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 name="TextBox 54"/>
          <p:cNvSpPr txBox="1"/>
          <p:nvPr/>
        </p:nvSpPr>
        <p:spPr>
          <a:xfrm>
            <a:off x="1330765" y="44625"/>
            <a:ext cx="7215888" cy="523214"/>
          </a:xfrm>
          <a:prstGeom prst="rect">
            <a:avLst/>
          </a:prstGeom>
          <a:noFill/>
        </p:spPr>
        <p:txBody>
          <a:bodyPr wrap="square" lIns="91434" tIns="45717" rIns="91434" bIns="45717" rtlCol="0">
            <a:spAutoFit/>
          </a:bodyPr>
          <a:lstStyle>
            <a:defPPr>
              <a:defRPr lang="zh-CN"/>
            </a:defPPr>
            <a:lvl1pPr>
              <a:defRPr sz="3200">
                <a:solidFill>
                  <a:schemeClr val="tx1">
                    <a:lumMod val="75000"/>
                  </a:schemeClr>
                </a:solidFill>
                <a:latin typeface="方正卡通简体" pitchFamily="65" charset="-122"/>
                <a:ea typeface="方正卡通简体" pitchFamily="65" charset="-122"/>
              </a:defRPr>
            </a:lvl1pPr>
          </a:lstStyle>
          <a:p>
            <a:r>
              <a:rPr lang="en-US" altLang="zh-CN" sz="2800" dirty="0" smtClean="0">
                <a:solidFill>
                  <a:srgbClr val="FFFFFF"/>
                </a:solidFill>
                <a:latin typeface="微软雅黑" panose="020B0503020204020204" pitchFamily="34" charset="-122"/>
                <a:ea typeface="微软雅黑" panose="020B0503020204020204" pitchFamily="34" charset="-122"/>
              </a:rPr>
              <a:t>9.3.3 </a:t>
            </a:r>
            <a:r>
              <a:rPr lang="zh-CN" altLang="en-US" sz="2800" dirty="0" smtClean="0">
                <a:solidFill>
                  <a:srgbClr val="FFFFFF"/>
                </a:solidFill>
                <a:latin typeface="微软雅黑" panose="020B0503020204020204" pitchFamily="34" charset="-122"/>
                <a:ea typeface="微软雅黑" panose="020B0503020204020204" pitchFamily="34" charset="-122"/>
              </a:rPr>
              <a:t>随机指标</a:t>
            </a:r>
            <a:endParaRPr lang="zh-CN" altLang="en-US" sz="2800" dirty="0">
              <a:solidFill>
                <a:srgbClr val="FFFFFF"/>
              </a:solidFill>
              <a:latin typeface="微软雅黑" panose="020B0503020204020204" pitchFamily="34" charset="-122"/>
              <a:ea typeface="微软雅黑" panose="020B0503020204020204" pitchFamily="34" charset="-122"/>
            </a:endParaRPr>
          </a:p>
        </p:txBody>
      </p:sp>
      <p:sp>
        <p:nvSpPr>
          <p:cNvPr id="56" name="TextBox 55"/>
          <p:cNvSpPr txBox="1"/>
          <p:nvPr/>
        </p:nvSpPr>
        <p:spPr>
          <a:xfrm>
            <a:off x="140263" y="106179"/>
            <a:ext cx="1064260" cy="400103"/>
          </a:xfrm>
          <a:prstGeom prst="rect">
            <a:avLst/>
          </a:prstGeom>
          <a:noFill/>
        </p:spPr>
        <p:txBody>
          <a:bodyPr wrap="square" lIns="91434" tIns="45717" rIns="91434" bIns="45717" rtlCol="0">
            <a:spAutoFit/>
          </a:bodyPr>
          <a:lstStyle/>
          <a:p>
            <a:pPr algn="r"/>
            <a:r>
              <a:rPr lang="en-US" altLang="zh-CN" sz="2000" dirty="0">
                <a:solidFill>
                  <a:srgbClr val="FFFFFF"/>
                </a:solidFill>
              </a:rPr>
              <a:t>Part</a:t>
            </a:r>
            <a:r>
              <a:rPr lang="en-US" altLang="zh-CN" dirty="0">
                <a:solidFill>
                  <a:srgbClr val="FFFFFF"/>
                </a:solidFill>
              </a:rPr>
              <a:t> </a:t>
            </a:r>
            <a:r>
              <a:rPr lang="en-US" altLang="zh-CN" dirty="0" smtClean="0">
                <a:solidFill>
                  <a:srgbClr val="FFFFFF"/>
                </a:solidFill>
              </a:rPr>
              <a:t>9</a:t>
            </a:r>
            <a:endParaRPr lang="zh-CN" altLang="en-US" dirty="0">
              <a:solidFill>
                <a:srgbClr val="FFFFFF"/>
              </a:solidFill>
            </a:endParaRPr>
          </a:p>
        </p:txBody>
      </p:sp>
      <p:sp>
        <p:nvSpPr>
          <p:cNvPr id="3" name="矩形 2"/>
          <p:cNvSpPr/>
          <p:nvPr/>
        </p:nvSpPr>
        <p:spPr>
          <a:xfrm>
            <a:off x="1330765" y="567839"/>
            <a:ext cx="8280919" cy="6324808"/>
          </a:xfrm>
          <a:prstGeom prst="rect">
            <a:avLst/>
          </a:prstGeom>
        </p:spPr>
        <p:txBody>
          <a:bodyPr wrap="square">
            <a:spAutoFit/>
          </a:bodyPr>
          <a:lstStyle/>
          <a:p>
            <a:pPr indent="266700" algn="just">
              <a:lnSpc>
                <a:spcPct val="150000"/>
              </a:lnSpc>
              <a:spcAft>
                <a:spcPts val="0"/>
              </a:spcAft>
            </a:pPr>
            <a:r>
              <a:rPr lang="en-US" altLang="zh-CN" kern="100" dirty="0">
                <a:latin typeface="宋体" panose="02010600030101010101" pitchFamily="2" charset="-122"/>
                <a:ea typeface="宋体" panose="02010600030101010101" pitchFamily="2" charset="-122"/>
                <a:cs typeface="Times New Roman" panose="02020603050405020304"/>
              </a:rPr>
              <a:t>Python</a:t>
            </a:r>
            <a:r>
              <a:rPr lang="zh-CN" altLang="zh-CN" kern="100" dirty="0">
                <a:latin typeface="Calibri" panose="020F0502020204030204"/>
                <a:ea typeface="宋体" panose="02010600030101010101" pitchFamily="2" charset="-122"/>
                <a:cs typeface="Times New Roman" panose="02020603050405020304"/>
              </a:rPr>
              <a:t>计算移动周期内的最大最小值命令为：</a:t>
            </a:r>
            <a:endParaRPr lang="zh-CN" altLang="zh-CN" kern="100" dirty="0">
              <a:latin typeface="Calibri" panose="020F0502020204030204"/>
              <a:ea typeface="宋体" panose="02010600030101010101" pitchFamily="2" charset="-122"/>
              <a:cs typeface="Times New Roman" panose="02020603050405020304"/>
            </a:endParaRPr>
          </a:p>
          <a:p>
            <a:pPr indent="266700" algn="just">
              <a:lnSpc>
                <a:spcPct val="150000"/>
              </a:lnSpc>
              <a:spcAft>
                <a:spcPts val="0"/>
              </a:spcAft>
            </a:pPr>
            <a:r>
              <a:rPr lang="en-US" altLang="zh-CN" kern="100" dirty="0" err="1">
                <a:latin typeface="宋体" panose="02010600030101010101" pitchFamily="2" charset="-122"/>
                <a:ea typeface="宋体" panose="02010600030101010101" pitchFamily="2" charset="-122"/>
                <a:cs typeface="Times New Roman" panose="02020603050405020304"/>
              </a:rPr>
              <a:t>pd.rolling_max</a:t>
            </a:r>
            <a:r>
              <a:rPr lang="en-US" altLang="zh-CN" kern="100" dirty="0">
                <a:latin typeface="宋体" panose="02010600030101010101" pitchFamily="2" charset="-122"/>
                <a:ea typeface="宋体" panose="02010600030101010101" pitchFamily="2" charset="-122"/>
                <a:cs typeface="Times New Roman" panose="02020603050405020304"/>
              </a:rPr>
              <a:t>(</a:t>
            </a:r>
            <a:r>
              <a:rPr lang="en-US" altLang="zh-CN" kern="100" dirty="0" err="1">
                <a:latin typeface="宋体" panose="02010600030101010101" pitchFamily="2" charset="-122"/>
                <a:ea typeface="宋体" panose="02010600030101010101" pitchFamily="2" charset="-122"/>
                <a:cs typeface="Times New Roman" panose="02020603050405020304"/>
              </a:rPr>
              <a:t>P,n</a:t>
            </a:r>
            <a:r>
              <a:rPr lang="en-US" altLang="zh-CN" kern="100" dirty="0">
                <a:latin typeface="宋体" panose="02010600030101010101" pitchFamily="2" charset="-122"/>
                <a:ea typeface="宋体" panose="02010600030101010101" pitchFamily="2" charset="-122"/>
                <a:cs typeface="Times New Roman" panose="02020603050405020304"/>
              </a:rPr>
              <a:t>)</a:t>
            </a:r>
            <a:endParaRPr lang="zh-CN" altLang="zh-CN" kern="100" dirty="0">
              <a:latin typeface="Calibri" panose="020F0502020204030204"/>
              <a:ea typeface="宋体" panose="02010600030101010101" pitchFamily="2" charset="-122"/>
              <a:cs typeface="Times New Roman" panose="02020603050405020304"/>
            </a:endParaRPr>
          </a:p>
          <a:p>
            <a:pPr indent="266700" algn="just">
              <a:lnSpc>
                <a:spcPct val="150000"/>
              </a:lnSpc>
              <a:spcAft>
                <a:spcPts val="0"/>
              </a:spcAft>
            </a:pPr>
            <a:r>
              <a:rPr lang="en-US" altLang="zh-CN" kern="100" dirty="0" err="1">
                <a:latin typeface="宋体" panose="02010600030101010101" pitchFamily="2" charset="-122"/>
                <a:ea typeface="宋体" panose="02010600030101010101" pitchFamily="2" charset="-122"/>
                <a:cs typeface="Times New Roman" panose="02020603050405020304"/>
              </a:rPr>
              <a:t>pd.rolling_min</a:t>
            </a:r>
            <a:r>
              <a:rPr lang="en-US" altLang="zh-CN" kern="100" dirty="0">
                <a:latin typeface="宋体" panose="02010600030101010101" pitchFamily="2" charset="-122"/>
                <a:ea typeface="宋体" panose="02010600030101010101" pitchFamily="2" charset="-122"/>
                <a:cs typeface="Times New Roman" panose="02020603050405020304"/>
              </a:rPr>
              <a:t>(</a:t>
            </a:r>
            <a:r>
              <a:rPr lang="en-US" altLang="zh-CN" kern="100" dirty="0" err="1">
                <a:latin typeface="宋体" panose="02010600030101010101" pitchFamily="2" charset="-122"/>
                <a:ea typeface="宋体" panose="02010600030101010101" pitchFamily="2" charset="-122"/>
                <a:cs typeface="Times New Roman" panose="02020603050405020304"/>
              </a:rPr>
              <a:t>P,n</a:t>
            </a:r>
            <a:r>
              <a:rPr lang="en-US" altLang="zh-CN" kern="100" dirty="0">
                <a:latin typeface="宋体" panose="02010600030101010101" pitchFamily="2" charset="-122"/>
                <a:ea typeface="宋体" panose="02010600030101010101" pitchFamily="2" charset="-122"/>
                <a:cs typeface="Times New Roman" panose="02020603050405020304"/>
              </a:rPr>
              <a:t>)</a:t>
            </a:r>
            <a:endParaRPr lang="zh-CN" altLang="zh-CN" kern="100" dirty="0">
              <a:latin typeface="Calibri" panose="020F0502020204030204"/>
              <a:ea typeface="宋体" panose="02010600030101010101" pitchFamily="2" charset="-122"/>
              <a:cs typeface="Times New Roman" panose="02020603050405020304"/>
            </a:endParaRPr>
          </a:p>
          <a:p>
            <a:pPr indent="266700" algn="just">
              <a:lnSpc>
                <a:spcPct val="150000"/>
              </a:lnSpc>
              <a:spcAft>
                <a:spcPts val="0"/>
              </a:spcAft>
            </a:pPr>
            <a:r>
              <a:rPr lang="zh-CN" altLang="zh-CN" kern="100" dirty="0">
                <a:latin typeface="Calibri" panose="020F0502020204030204"/>
                <a:ea typeface="宋体" panose="02010600030101010101" pitchFamily="2" charset="-122"/>
                <a:cs typeface="Times New Roman" panose="02020603050405020304"/>
              </a:rPr>
              <a:t>其中，</a:t>
            </a:r>
            <a:r>
              <a:rPr lang="en-US" altLang="zh-CN" kern="100" dirty="0">
                <a:latin typeface="Calibri" panose="020F0502020204030204"/>
                <a:ea typeface="宋体" panose="02010600030101010101" pitchFamily="2" charset="-122"/>
                <a:cs typeface="Times New Roman" panose="02020603050405020304"/>
              </a:rPr>
              <a:t>P</a:t>
            </a:r>
            <a:r>
              <a:rPr lang="zh-CN" altLang="zh-CN" kern="100" dirty="0">
                <a:latin typeface="Calibri" panose="020F0502020204030204"/>
                <a:ea typeface="宋体" panose="02010600030101010101" pitchFamily="2" charset="-122"/>
                <a:cs typeface="Times New Roman" panose="02020603050405020304"/>
              </a:rPr>
              <a:t>为价格序列值，</a:t>
            </a:r>
            <a:r>
              <a:rPr lang="en-US" altLang="zh-CN" kern="100" dirty="0">
                <a:latin typeface="Calibri" panose="020F0502020204030204"/>
                <a:ea typeface="宋体" panose="02010600030101010101" pitchFamily="2" charset="-122"/>
                <a:cs typeface="Times New Roman" panose="02020603050405020304"/>
              </a:rPr>
              <a:t>n</a:t>
            </a:r>
            <a:r>
              <a:rPr lang="zh-CN" altLang="zh-CN" kern="100" dirty="0">
                <a:latin typeface="Calibri" panose="020F0502020204030204"/>
                <a:ea typeface="宋体" panose="02010600030101010101" pitchFamily="2" charset="-122"/>
                <a:cs typeface="Times New Roman" panose="02020603050405020304"/>
              </a:rPr>
              <a:t>为周期数，比如计算</a:t>
            </a:r>
            <a:r>
              <a:rPr lang="en-US" altLang="zh-CN" kern="100" dirty="0">
                <a:latin typeface="Calibri" panose="020F0502020204030204"/>
                <a:ea typeface="宋体" panose="02010600030101010101" pitchFamily="2" charset="-122"/>
                <a:cs typeface="Times New Roman" panose="02020603050405020304"/>
              </a:rPr>
              <a:t>9</a:t>
            </a:r>
            <a:r>
              <a:rPr lang="zh-CN" altLang="zh-CN" kern="100" dirty="0">
                <a:latin typeface="Calibri" panose="020F0502020204030204"/>
                <a:ea typeface="宋体" panose="02010600030101010101" pitchFamily="2" charset="-122"/>
                <a:cs typeface="Times New Roman" panose="02020603050405020304"/>
              </a:rPr>
              <a:t>日移动最大最小值为：</a:t>
            </a:r>
            <a:endParaRPr lang="zh-CN" altLang="zh-CN" kern="100" dirty="0">
              <a:latin typeface="Calibri" panose="020F0502020204030204"/>
              <a:ea typeface="宋体" panose="02010600030101010101" pitchFamily="2" charset="-122"/>
              <a:cs typeface="Times New Roman" panose="02020603050405020304"/>
            </a:endParaRPr>
          </a:p>
          <a:p>
            <a:pPr indent="266700" algn="just">
              <a:lnSpc>
                <a:spcPct val="150000"/>
              </a:lnSpc>
              <a:spcAft>
                <a:spcPts val="0"/>
              </a:spcAft>
            </a:pPr>
            <a:r>
              <a:rPr lang="en-US" altLang="zh-CN" kern="100" dirty="0" err="1">
                <a:latin typeface="宋体" panose="02010600030101010101" pitchFamily="2" charset="-122"/>
                <a:ea typeface="宋体" panose="02010600030101010101" pitchFamily="2" charset="-122"/>
                <a:cs typeface="Times New Roman" panose="02020603050405020304"/>
              </a:rPr>
              <a:t>Lmin</a:t>
            </a:r>
            <a:r>
              <a:rPr lang="en-US" altLang="zh-CN" kern="100" dirty="0">
                <a:latin typeface="宋体" panose="02010600030101010101" pitchFamily="2" charset="-122"/>
                <a:ea typeface="宋体" panose="02010600030101010101" pitchFamily="2" charset="-122"/>
                <a:cs typeface="Times New Roman" panose="02020603050405020304"/>
              </a:rPr>
              <a:t>=</a:t>
            </a:r>
            <a:r>
              <a:rPr lang="en-US" altLang="zh-CN" kern="100" dirty="0" err="1">
                <a:latin typeface="宋体" panose="02010600030101010101" pitchFamily="2" charset="-122"/>
                <a:ea typeface="宋体" panose="02010600030101010101" pitchFamily="2" charset="-122"/>
                <a:cs typeface="Times New Roman" panose="02020603050405020304"/>
              </a:rPr>
              <a:t>pd.rolling_min</a:t>
            </a:r>
            <a:r>
              <a:rPr lang="en-US" altLang="zh-CN" kern="100" dirty="0">
                <a:latin typeface="宋体" panose="02010600030101010101" pitchFamily="2" charset="-122"/>
                <a:ea typeface="宋体" panose="02010600030101010101" pitchFamily="2" charset="-122"/>
                <a:cs typeface="Times New Roman" panose="02020603050405020304"/>
              </a:rPr>
              <a:t>(P,9)</a:t>
            </a:r>
            <a:endParaRPr lang="zh-CN" altLang="zh-CN" kern="100" dirty="0">
              <a:latin typeface="Calibri" panose="020F0502020204030204"/>
              <a:ea typeface="宋体" panose="02010600030101010101" pitchFamily="2" charset="-122"/>
              <a:cs typeface="Times New Roman" panose="02020603050405020304"/>
            </a:endParaRPr>
          </a:p>
          <a:p>
            <a:pPr indent="266700" algn="just">
              <a:lnSpc>
                <a:spcPct val="150000"/>
              </a:lnSpc>
              <a:spcAft>
                <a:spcPts val="0"/>
              </a:spcAft>
            </a:pPr>
            <a:r>
              <a:rPr lang="en-US" altLang="zh-CN" kern="100" dirty="0" err="1">
                <a:latin typeface="宋体" panose="02010600030101010101" pitchFamily="2" charset="-122"/>
                <a:ea typeface="宋体" panose="02010600030101010101" pitchFamily="2" charset="-122"/>
                <a:cs typeface="Times New Roman" panose="02020603050405020304"/>
              </a:rPr>
              <a:t>Lmax</a:t>
            </a:r>
            <a:r>
              <a:rPr lang="en-US" altLang="zh-CN" kern="100" dirty="0">
                <a:latin typeface="宋体" panose="02010600030101010101" pitchFamily="2" charset="-122"/>
                <a:ea typeface="宋体" panose="02010600030101010101" pitchFamily="2" charset="-122"/>
                <a:cs typeface="Times New Roman" panose="02020603050405020304"/>
              </a:rPr>
              <a:t>=</a:t>
            </a:r>
            <a:r>
              <a:rPr lang="en-US" altLang="zh-CN" kern="100" dirty="0" err="1">
                <a:latin typeface="宋体" panose="02010600030101010101" pitchFamily="2" charset="-122"/>
                <a:ea typeface="宋体" panose="02010600030101010101" pitchFamily="2" charset="-122"/>
                <a:cs typeface="Times New Roman" panose="02020603050405020304"/>
              </a:rPr>
              <a:t>pd.rolling_max</a:t>
            </a:r>
            <a:r>
              <a:rPr lang="en-US" altLang="zh-CN" kern="100" dirty="0">
                <a:latin typeface="宋体" panose="02010600030101010101" pitchFamily="2" charset="-122"/>
                <a:ea typeface="宋体" panose="02010600030101010101" pitchFamily="2" charset="-122"/>
                <a:cs typeface="Times New Roman" panose="02020603050405020304"/>
              </a:rPr>
              <a:t>(P,9)</a:t>
            </a:r>
            <a:endParaRPr lang="zh-CN" altLang="zh-CN" kern="100" dirty="0">
              <a:latin typeface="Calibri" panose="020F0502020204030204"/>
              <a:ea typeface="宋体" panose="02010600030101010101" pitchFamily="2" charset="-122"/>
              <a:cs typeface="Times New Roman" panose="02020603050405020304"/>
            </a:endParaRPr>
          </a:p>
          <a:p>
            <a:pPr indent="266700" algn="just">
              <a:lnSpc>
                <a:spcPct val="150000"/>
              </a:lnSpc>
              <a:spcAft>
                <a:spcPts val="0"/>
              </a:spcAft>
            </a:pPr>
            <a:r>
              <a:rPr lang="en-US" altLang="zh-CN" kern="100" dirty="0">
                <a:latin typeface="宋体" panose="02010600030101010101" pitchFamily="2" charset="-122"/>
                <a:ea typeface="宋体" panose="02010600030101010101" pitchFamily="2" charset="-122"/>
                <a:cs typeface="Times New Roman" panose="02020603050405020304"/>
              </a:rPr>
              <a:t>RSV=(L-</a:t>
            </a:r>
            <a:r>
              <a:rPr lang="en-US" altLang="zh-CN" kern="100" dirty="0" err="1">
                <a:latin typeface="宋体" panose="02010600030101010101" pitchFamily="2" charset="-122"/>
                <a:ea typeface="宋体" panose="02010600030101010101" pitchFamily="2" charset="-122"/>
                <a:cs typeface="Times New Roman" panose="02020603050405020304"/>
              </a:rPr>
              <a:t>Lmin</a:t>
            </a:r>
            <a:r>
              <a:rPr lang="en-US" altLang="zh-CN" kern="100" dirty="0">
                <a:latin typeface="宋体" panose="02010600030101010101" pitchFamily="2" charset="-122"/>
                <a:ea typeface="宋体" panose="02010600030101010101" pitchFamily="2" charset="-122"/>
                <a:cs typeface="Times New Roman" panose="02020603050405020304"/>
              </a:rPr>
              <a:t>)/(</a:t>
            </a:r>
            <a:r>
              <a:rPr lang="en-US" altLang="zh-CN" kern="100" dirty="0" err="1">
                <a:latin typeface="宋体" panose="02010600030101010101" pitchFamily="2" charset="-122"/>
                <a:ea typeface="宋体" panose="02010600030101010101" pitchFamily="2" charset="-122"/>
                <a:cs typeface="Times New Roman" panose="02020603050405020304"/>
              </a:rPr>
              <a:t>Lmax-Lmin</a:t>
            </a:r>
            <a:r>
              <a:rPr lang="en-US" altLang="zh-CN" kern="100" dirty="0">
                <a:latin typeface="宋体" panose="02010600030101010101" pitchFamily="2" charset="-122"/>
                <a:ea typeface="宋体" panose="02010600030101010101" pitchFamily="2" charset="-122"/>
                <a:cs typeface="Times New Roman" panose="02020603050405020304"/>
              </a:rPr>
              <a:t>)</a:t>
            </a:r>
            <a:endParaRPr lang="zh-CN" altLang="zh-CN" kern="100" dirty="0">
              <a:latin typeface="Calibri" panose="020F0502020204030204"/>
              <a:ea typeface="宋体" panose="02010600030101010101" pitchFamily="2" charset="-122"/>
              <a:cs typeface="Times New Roman" panose="02020603050405020304"/>
            </a:endParaRPr>
          </a:p>
          <a:p>
            <a:pPr indent="266700" algn="just">
              <a:lnSpc>
                <a:spcPct val="150000"/>
              </a:lnSpc>
              <a:spcAft>
                <a:spcPts val="0"/>
              </a:spcAft>
            </a:pPr>
            <a:r>
              <a:rPr lang="zh-CN" altLang="zh-CN" kern="100" dirty="0">
                <a:latin typeface="Calibri" panose="020F0502020204030204"/>
                <a:ea typeface="宋体" panose="02010600030101010101" pitchFamily="2" charset="-122"/>
                <a:cs typeface="Times New Roman" panose="02020603050405020304"/>
              </a:rPr>
              <a:t>则计算</a:t>
            </a:r>
            <a:r>
              <a:rPr lang="en-US" altLang="zh-CN" kern="100" dirty="0">
                <a:latin typeface="Calibri" panose="020F0502020204030204"/>
                <a:ea typeface="宋体" panose="02010600030101010101" pitchFamily="2" charset="-122"/>
                <a:cs typeface="Times New Roman" panose="02020603050405020304"/>
              </a:rPr>
              <a:t>KDJ</a:t>
            </a:r>
            <a:r>
              <a:rPr lang="zh-CN" altLang="zh-CN" kern="100" dirty="0">
                <a:latin typeface="Calibri" panose="020F0502020204030204"/>
                <a:ea typeface="宋体" panose="02010600030101010101" pitchFamily="2" charset="-122"/>
                <a:cs typeface="Times New Roman" panose="02020603050405020304"/>
              </a:rPr>
              <a:t>指标算法如下：</a:t>
            </a:r>
            <a:endParaRPr lang="zh-CN" altLang="zh-CN" kern="100" dirty="0">
              <a:latin typeface="Calibri" panose="020F0502020204030204"/>
              <a:ea typeface="宋体" panose="02010600030101010101" pitchFamily="2" charset="-122"/>
              <a:cs typeface="Times New Roman" panose="02020603050405020304"/>
            </a:endParaRPr>
          </a:p>
          <a:p>
            <a:pPr indent="266700" algn="just">
              <a:lnSpc>
                <a:spcPct val="150000"/>
              </a:lnSpc>
              <a:spcAft>
                <a:spcPts val="0"/>
              </a:spcAft>
            </a:pPr>
            <a:r>
              <a:rPr lang="en-US" altLang="zh-CN" kern="100" dirty="0">
                <a:latin typeface="宋体" panose="02010600030101010101" pitchFamily="2" charset="-122"/>
                <a:ea typeface="宋体" panose="02010600030101010101" pitchFamily="2" charset="-122"/>
                <a:cs typeface="Times New Roman" panose="02020603050405020304"/>
              </a:rPr>
              <a:t>If t=1</a:t>
            </a:r>
            <a:endParaRPr lang="zh-CN" altLang="zh-CN" kern="100" dirty="0">
              <a:latin typeface="Calibri" panose="020F0502020204030204"/>
              <a:ea typeface="宋体" panose="02010600030101010101" pitchFamily="2" charset="-122"/>
              <a:cs typeface="Times New Roman" panose="02020603050405020304"/>
            </a:endParaRPr>
          </a:p>
          <a:p>
            <a:pPr indent="266700" algn="just">
              <a:lnSpc>
                <a:spcPct val="150000"/>
              </a:lnSpc>
              <a:spcAft>
                <a:spcPts val="0"/>
              </a:spcAft>
            </a:pPr>
            <a:r>
              <a:rPr lang="en-US" altLang="zh-CN" kern="100" dirty="0">
                <a:latin typeface="宋体" panose="02010600030101010101" pitchFamily="2" charset="-122"/>
                <a:ea typeface="宋体" panose="02010600030101010101" pitchFamily="2" charset="-122"/>
                <a:cs typeface="Times New Roman" panose="02020603050405020304"/>
              </a:rPr>
              <a:t>   K[t]=RSV[t]</a:t>
            </a:r>
            <a:endParaRPr lang="zh-CN" altLang="zh-CN" kern="100" dirty="0">
              <a:latin typeface="Calibri" panose="020F0502020204030204"/>
              <a:ea typeface="宋体" panose="02010600030101010101" pitchFamily="2" charset="-122"/>
              <a:cs typeface="Times New Roman" panose="02020603050405020304"/>
            </a:endParaRPr>
          </a:p>
          <a:p>
            <a:pPr indent="266700" algn="just">
              <a:lnSpc>
                <a:spcPct val="150000"/>
              </a:lnSpc>
              <a:spcAft>
                <a:spcPts val="0"/>
              </a:spcAft>
            </a:pPr>
            <a:r>
              <a:rPr lang="en-US" altLang="zh-CN" kern="100" dirty="0">
                <a:latin typeface="宋体" panose="02010600030101010101" pitchFamily="2" charset="-122"/>
                <a:ea typeface="宋体" panose="02010600030101010101" pitchFamily="2" charset="-122"/>
                <a:cs typeface="Times New Roman" panose="02020603050405020304"/>
              </a:rPr>
              <a:t>   D[t]=RSV[t]</a:t>
            </a:r>
            <a:endParaRPr lang="zh-CN" altLang="zh-CN" kern="100" dirty="0">
              <a:latin typeface="Calibri" panose="020F0502020204030204"/>
              <a:ea typeface="宋体" panose="02010600030101010101" pitchFamily="2" charset="-122"/>
              <a:cs typeface="Times New Roman" panose="02020603050405020304"/>
            </a:endParaRPr>
          </a:p>
          <a:p>
            <a:pPr indent="266700" algn="just">
              <a:lnSpc>
                <a:spcPct val="150000"/>
              </a:lnSpc>
              <a:spcAft>
                <a:spcPts val="0"/>
              </a:spcAft>
            </a:pPr>
            <a:r>
              <a:rPr lang="en-US" altLang="zh-CN" kern="100" dirty="0">
                <a:latin typeface="宋体" panose="02010600030101010101" pitchFamily="2" charset="-122"/>
                <a:ea typeface="宋体" panose="02010600030101010101" pitchFamily="2" charset="-122"/>
                <a:cs typeface="Times New Roman" panose="02020603050405020304"/>
              </a:rPr>
              <a:t>If t&gt;1</a:t>
            </a:r>
            <a:endParaRPr lang="zh-CN" altLang="zh-CN" kern="100" dirty="0">
              <a:latin typeface="Calibri" panose="020F0502020204030204"/>
              <a:ea typeface="宋体" panose="02010600030101010101" pitchFamily="2" charset="-122"/>
              <a:cs typeface="Times New Roman" panose="02020603050405020304"/>
            </a:endParaRPr>
          </a:p>
          <a:p>
            <a:pPr indent="266700" algn="just">
              <a:lnSpc>
                <a:spcPct val="150000"/>
              </a:lnSpc>
              <a:spcAft>
                <a:spcPts val="0"/>
              </a:spcAft>
            </a:pPr>
            <a:r>
              <a:rPr lang="en-US" altLang="zh-CN" kern="100" dirty="0">
                <a:latin typeface="宋体" panose="02010600030101010101" pitchFamily="2" charset="-122"/>
                <a:ea typeface="宋体" panose="02010600030101010101" pitchFamily="2" charset="-122"/>
                <a:cs typeface="Times New Roman" panose="02020603050405020304"/>
              </a:rPr>
              <a:t>   K[t]=2/3*K[t-1]+1/3*RSV[t]</a:t>
            </a:r>
            <a:endParaRPr lang="zh-CN" altLang="zh-CN" kern="100" dirty="0">
              <a:latin typeface="Calibri" panose="020F0502020204030204"/>
              <a:ea typeface="宋体" panose="02010600030101010101" pitchFamily="2" charset="-122"/>
              <a:cs typeface="Times New Roman" panose="02020603050405020304"/>
            </a:endParaRPr>
          </a:p>
          <a:p>
            <a:pPr indent="266700" algn="just">
              <a:lnSpc>
                <a:spcPct val="150000"/>
              </a:lnSpc>
              <a:spcAft>
                <a:spcPts val="0"/>
              </a:spcAft>
            </a:pPr>
            <a:r>
              <a:rPr lang="en-US" altLang="zh-CN" kern="100" dirty="0">
                <a:latin typeface="宋体" panose="02010600030101010101" pitchFamily="2" charset="-122"/>
                <a:ea typeface="宋体" panose="02010600030101010101" pitchFamily="2" charset="-122"/>
                <a:cs typeface="Times New Roman" panose="02020603050405020304"/>
              </a:rPr>
              <a:t>   D[t]=2/3*D[t-1]+1/3*K[t]</a:t>
            </a:r>
            <a:endParaRPr lang="zh-CN" altLang="zh-CN" kern="100" dirty="0">
              <a:latin typeface="Calibri" panose="020F0502020204030204"/>
              <a:ea typeface="宋体" panose="02010600030101010101" pitchFamily="2" charset="-122"/>
              <a:cs typeface="Times New Roman" panose="02020603050405020304"/>
            </a:endParaRPr>
          </a:p>
          <a:p>
            <a:pPr indent="266700" algn="just">
              <a:lnSpc>
                <a:spcPct val="150000"/>
              </a:lnSpc>
              <a:spcAft>
                <a:spcPts val="0"/>
              </a:spcAft>
            </a:pPr>
            <a:r>
              <a:rPr lang="en-US" altLang="zh-CN" kern="100" dirty="0">
                <a:latin typeface="宋体" panose="02010600030101010101" pitchFamily="2" charset="-122"/>
                <a:ea typeface="宋体" panose="02010600030101010101" pitchFamily="2" charset="-122"/>
                <a:cs typeface="Times New Roman" panose="02020603050405020304"/>
              </a:rPr>
              <a:t>J[t]=3*D[t]-2*K[t]</a:t>
            </a:r>
            <a:endParaRPr lang="zh-CN" altLang="zh-CN" kern="100" dirty="0">
              <a:effectLst/>
              <a:latin typeface="Calibri" panose="020F0502020204030204"/>
              <a:ea typeface="宋体" panose="02010600030101010101" pitchFamily="2" charset="-122"/>
              <a:cs typeface="Times New Roman" panose="02020603050405020304"/>
            </a:endParaRPr>
          </a:p>
        </p:txBody>
      </p:sp>
    </p:spTree>
  </p:cSld>
  <p:clrMapOvr>
    <a:masterClrMapping/>
  </p:clrMapOvr>
  <mc:AlternateContent xmlns:mc="http://schemas.openxmlformats.org/markup-compatibility/2006">
    <mc:Choice xmlns:p14="http://schemas.microsoft.com/office/powerpoint/2010/main" Requires="p14">
      <p:transition p14:dur="10" advTm="9437"/>
    </mc:Choice>
    <mc:Fallback>
      <p:transition advTm="9437"/>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1000"/>
                                        <p:tgtEl>
                                          <p:spTgt spid="3"/>
                                        </p:tgtEl>
                                      </p:cBhvr>
                                    </p:animEffect>
                                    <p:anim calcmode="lin" valueType="num">
                                      <p:cBhvr>
                                        <p:cTn id="8" dur="1000" fill="hold"/>
                                        <p:tgtEl>
                                          <p:spTgt spid="3"/>
                                        </p:tgtEl>
                                        <p:attrNameLst>
                                          <p:attrName>ppt_x</p:attrName>
                                        </p:attrNameLst>
                                      </p:cBhvr>
                                      <p:tavLst>
                                        <p:tav tm="0">
                                          <p:val>
                                            <p:strVal val="#ppt_x"/>
                                          </p:val>
                                        </p:tav>
                                        <p:tav tm="100000">
                                          <p:val>
                                            <p:strVal val="#ppt_x"/>
                                          </p:val>
                                        </p:tav>
                                      </p:tavLst>
                                    </p:anim>
                                    <p:anim calcmode="lin" valueType="num">
                                      <p:cBhvr>
                                        <p:cTn id="9" dur="100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 name="TextBox 54"/>
          <p:cNvSpPr txBox="1"/>
          <p:nvPr/>
        </p:nvSpPr>
        <p:spPr>
          <a:xfrm>
            <a:off x="1330765" y="44625"/>
            <a:ext cx="7215888" cy="523214"/>
          </a:xfrm>
          <a:prstGeom prst="rect">
            <a:avLst/>
          </a:prstGeom>
          <a:noFill/>
        </p:spPr>
        <p:txBody>
          <a:bodyPr wrap="square" lIns="91434" tIns="45717" rIns="91434" bIns="45717" rtlCol="0">
            <a:spAutoFit/>
          </a:bodyPr>
          <a:lstStyle>
            <a:defPPr>
              <a:defRPr lang="zh-CN"/>
            </a:defPPr>
            <a:lvl1pPr>
              <a:defRPr sz="3200">
                <a:solidFill>
                  <a:schemeClr val="tx1">
                    <a:lumMod val="75000"/>
                  </a:schemeClr>
                </a:solidFill>
                <a:latin typeface="方正卡通简体" pitchFamily="65" charset="-122"/>
                <a:ea typeface="方正卡通简体" pitchFamily="65" charset="-122"/>
              </a:defRPr>
            </a:lvl1pPr>
          </a:lstStyle>
          <a:p>
            <a:r>
              <a:rPr lang="en-US" altLang="zh-CN" sz="2800" dirty="0" smtClean="0">
                <a:solidFill>
                  <a:srgbClr val="FFFFFF"/>
                </a:solidFill>
                <a:latin typeface="微软雅黑" panose="020B0503020204020204" pitchFamily="34" charset="-122"/>
                <a:ea typeface="微软雅黑" panose="020B0503020204020204" pitchFamily="34" charset="-122"/>
              </a:rPr>
              <a:t>9.3.4 </a:t>
            </a:r>
            <a:r>
              <a:rPr lang="zh-CN" altLang="en-US" sz="2800" dirty="0" smtClean="0">
                <a:solidFill>
                  <a:srgbClr val="FFFFFF"/>
                </a:solidFill>
                <a:latin typeface="微软雅黑" panose="020B0503020204020204" pitchFamily="34" charset="-122"/>
                <a:ea typeface="微软雅黑" panose="020B0503020204020204" pitchFamily="34" charset="-122"/>
              </a:rPr>
              <a:t>相对强弱指标</a:t>
            </a:r>
            <a:r>
              <a:rPr lang="en-US" altLang="zh-CN" sz="2800" dirty="0" smtClean="0">
                <a:solidFill>
                  <a:srgbClr val="FFFFFF"/>
                </a:solidFill>
                <a:latin typeface="微软雅黑" panose="020B0503020204020204" pitchFamily="34" charset="-122"/>
                <a:ea typeface="微软雅黑" panose="020B0503020204020204" pitchFamily="34" charset="-122"/>
              </a:rPr>
              <a:t>RSI</a:t>
            </a:r>
            <a:endParaRPr lang="zh-CN" altLang="en-US" sz="2800" dirty="0">
              <a:solidFill>
                <a:srgbClr val="FFFFFF"/>
              </a:solidFill>
              <a:latin typeface="微软雅黑" panose="020B0503020204020204" pitchFamily="34" charset="-122"/>
              <a:ea typeface="微软雅黑" panose="020B0503020204020204" pitchFamily="34" charset="-122"/>
            </a:endParaRPr>
          </a:p>
        </p:txBody>
      </p:sp>
      <p:sp>
        <p:nvSpPr>
          <p:cNvPr id="56" name="TextBox 55"/>
          <p:cNvSpPr txBox="1"/>
          <p:nvPr/>
        </p:nvSpPr>
        <p:spPr>
          <a:xfrm>
            <a:off x="140263" y="106179"/>
            <a:ext cx="1064260" cy="400103"/>
          </a:xfrm>
          <a:prstGeom prst="rect">
            <a:avLst/>
          </a:prstGeom>
          <a:noFill/>
        </p:spPr>
        <p:txBody>
          <a:bodyPr wrap="square" lIns="91434" tIns="45717" rIns="91434" bIns="45717" rtlCol="0">
            <a:spAutoFit/>
          </a:bodyPr>
          <a:lstStyle/>
          <a:p>
            <a:pPr algn="r"/>
            <a:r>
              <a:rPr lang="en-US" altLang="zh-CN" sz="2000" dirty="0">
                <a:solidFill>
                  <a:srgbClr val="FFFFFF"/>
                </a:solidFill>
              </a:rPr>
              <a:t>Part</a:t>
            </a:r>
            <a:r>
              <a:rPr lang="en-US" altLang="zh-CN" dirty="0">
                <a:solidFill>
                  <a:srgbClr val="FFFFFF"/>
                </a:solidFill>
              </a:rPr>
              <a:t> </a:t>
            </a:r>
            <a:r>
              <a:rPr lang="en-US" altLang="zh-CN" dirty="0" smtClean="0">
                <a:solidFill>
                  <a:srgbClr val="FFFFFF"/>
                </a:solidFill>
              </a:rPr>
              <a:t>9</a:t>
            </a:r>
            <a:endParaRPr lang="zh-CN" altLang="en-US" dirty="0">
              <a:solidFill>
                <a:srgbClr val="FFFFFF"/>
              </a:solidFill>
            </a:endParaRPr>
          </a:p>
        </p:txBody>
      </p:sp>
      <p:sp>
        <p:nvSpPr>
          <p:cNvPr id="14" name="Rectangle 13"/>
          <p:cNvSpPr>
            <a:spLocks noChangeArrowheads="1"/>
          </p:cNvSpPr>
          <p:nvPr/>
        </p:nvSpPr>
        <p:spPr bwMode="auto">
          <a:xfrm>
            <a:off x="0" y="0"/>
            <a:ext cx="12196763"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mc:AlternateContent xmlns:mc="http://schemas.openxmlformats.org/markup-compatibility/2006">
        <mc:Choice xmlns:a14="http://schemas.microsoft.com/office/drawing/2010/main" Requires="a14">
          <p:sp>
            <p:nvSpPr>
              <p:cNvPr id="24" name="矩形 23"/>
              <p:cNvSpPr/>
              <p:nvPr/>
            </p:nvSpPr>
            <p:spPr>
              <a:xfrm>
                <a:off x="409749" y="592582"/>
                <a:ext cx="10729191" cy="6075509"/>
              </a:xfrm>
              <a:prstGeom prst="rect">
                <a:avLst/>
              </a:prstGeom>
            </p:spPr>
            <p:txBody>
              <a:bodyPr wrap="square">
                <a:spAutoFit/>
              </a:bodyPr>
              <a:lstStyle/>
              <a:p>
                <a:pPr lvl="0" indent="457200">
                  <a:spcBef>
                    <a:spcPct val="20000"/>
                  </a:spcBef>
                </a:pPr>
                <a:r>
                  <a:rPr lang="zh-CN" altLang="zh-CN" kern="0" dirty="0">
                    <a:solidFill>
                      <a:srgbClr val="484849"/>
                    </a:solidFill>
                    <a:latin typeface="宋体" pitchFamily="2" charset="-122"/>
                  </a:rPr>
                  <a:t>相对强弱指标是利用一定时期内平均收盘涨数与平均收盘跌数的比值来反映股市走势的。“一定时期”的选择是不同的，一般讲，天数选择短，易对起伏的股市产生动感，不易平衡长期投资的心理准备，做空做多的短期行为增多。天数选择长，对短期的投资机会不易把握。因此</a:t>
                </a:r>
                <a:r>
                  <a:rPr lang="en-US" altLang="zh-CN" kern="0" dirty="0">
                    <a:solidFill>
                      <a:srgbClr val="484849"/>
                    </a:solidFill>
                    <a:latin typeface="宋体" pitchFamily="2" charset="-122"/>
                  </a:rPr>
                  <a:t>RSI</a:t>
                </a:r>
                <a:r>
                  <a:rPr lang="zh-CN" altLang="zh-CN" kern="0" dirty="0">
                    <a:solidFill>
                      <a:srgbClr val="484849"/>
                    </a:solidFill>
                    <a:latin typeface="宋体" pitchFamily="2" charset="-122"/>
                  </a:rPr>
                  <a:t>一般选用天数可为</a:t>
                </a:r>
                <a:r>
                  <a:rPr lang="en-US" altLang="zh-CN" kern="0" dirty="0">
                    <a:solidFill>
                      <a:srgbClr val="484849"/>
                    </a:solidFill>
                    <a:latin typeface="宋体" pitchFamily="2" charset="-122"/>
                  </a:rPr>
                  <a:t>6</a:t>
                </a:r>
                <a:r>
                  <a:rPr lang="zh-CN" altLang="zh-CN" kern="0" dirty="0">
                    <a:solidFill>
                      <a:srgbClr val="484849"/>
                    </a:solidFill>
                    <a:latin typeface="宋体" pitchFamily="2" charset="-122"/>
                  </a:rPr>
                  <a:t>天，</a:t>
                </a:r>
                <a:r>
                  <a:rPr lang="en-US" altLang="zh-CN" kern="0" dirty="0">
                    <a:solidFill>
                      <a:srgbClr val="484849"/>
                    </a:solidFill>
                    <a:latin typeface="宋体" pitchFamily="2" charset="-122"/>
                  </a:rPr>
                  <a:t>12</a:t>
                </a:r>
                <a:r>
                  <a:rPr lang="zh-CN" altLang="zh-CN" kern="0" dirty="0">
                    <a:solidFill>
                      <a:srgbClr val="484849"/>
                    </a:solidFill>
                    <a:latin typeface="宋体" pitchFamily="2" charset="-122"/>
                  </a:rPr>
                  <a:t>天，</a:t>
                </a:r>
                <a:r>
                  <a:rPr lang="en-US" altLang="zh-CN" kern="0" dirty="0">
                    <a:solidFill>
                      <a:srgbClr val="484849"/>
                    </a:solidFill>
                    <a:latin typeface="宋体" pitchFamily="2" charset="-122"/>
                  </a:rPr>
                  <a:t>24</a:t>
                </a:r>
                <a:r>
                  <a:rPr lang="zh-CN" altLang="zh-CN" kern="0" dirty="0">
                    <a:solidFill>
                      <a:srgbClr val="484849"/>
                    </a:solidFill>
                    <a:latin typeface="宋体" pitchFamily="2" charset="-122"/>
                  </a:rPr>
                  <a:t>天。</a:t>
                </a:r>
              </a:p>
              <a:p>
                <a:pPr lvl="0">
                  <a:spcBef>
                    <a:spcPct val="20000"/>
                  </a:spcBef>
                </a:pPr>
                <a:r>
                  <a:rPr lang="zh-CN" altLang="zh-CN" kern="0" dirty="0">
                    <a:solidFill>
                      <a:srgbClr val="484849"/>
                    </a:solidFill>
                    <a:latin typeface="宋体" pitchFamily="2" charset="-122"/>
                  </a:rPr>
                  <a:t>计算公式如下所示：</a:t>
                </a:r>
              </a:p>
              <a:p>
                <a:pPr lvl="0">
                  <a:spcBef>
                    <a:spcPct val="20000"/>
                  </a:spcBef>
                </a:pPr>
                <a:r>
                  <a:rPr lang="en-US" altLang="zh-CN" sz="1600" kern="0" dirty="0">
                    <a:solidFill>
                      <a:srgbClr val="484849"/>
                    </a:solidFill>
                    <a:latin typeface="宋体" pitchFamily="2" charset="-122"/>
                  </a:rPr>
                  <a:t>                  </a:t>
                </a:r>
              </a:p>
              <a:p>
                <a:pPr lvl="0">
                  <a:spcBef>
                    <a:spcPct val="20000"/>
                  </a:spcBef>
                </a:pPr>
                <a:r>
                  <a:rPr lang="en-US" altLang="zh-CN" sz="1600" kern="0" dirty="0">
                    <a:solidFill>
                      <a:srgbClr val="484849"/>
                    </a:solidFill>
                    <a:latin typeface="宋体" pitchFamily="2" charset="-122"/>
                  </a:rPr>
                  <a:t>                      </a:t>
                </a:r>
                <a:endParaRPr lang="zh-CN" altLang="zh-CN" sz="1600" kern="0" dirty="0">
                  <a:solidFill>
                    <a:srgbClr val="484849"/>
                  </a:solidFill>
                  <a:latin typeface="宋体" pitchFamily="2" charset="-122"/>
                </a:endParaRPr>
              </a:p>
              <a:p>
                <a:pPr lvl="0">
                  <a:spcBef>
                    <a:spcPct val="20000"/>
                  </a:spcBef>
                </a:pPr>
                <a:r>
                  <a:rPr lang="zh-CN" altLang="zh-CN" sz="1600" kern="0" dirty="0">
                    <a:solidFill>
                      <a:srgbClr val="484849"/>
                    </a:solidFill>
                    <a:latin typeface="宋体" pitchFamily="2" charset="-122"/>
                  </a:rPr>
                  <a:t>公式中，</a:t>
                </a:r>
                <a:r>
                  <a:rPr lang="en-US" altLang="zh-CN" sz="1600" kern="0" dirty="0">
                    <a:solidFill>
                      <a:srgbClr val="484849"/>
                    </a:solidFill>
                    <a:latin typeface="宋体" pitchFamily="2" charset="-122"/>
                  </a:rPr>
                  <a:t> A</a:t>
                </a:r>
                <a:r>
                  <a:rPr lang="zh-CN" altLang="en-US" sz="1600" kern="0" dirty="0" smtClean="0">
                    <a:solidFill>
                      <a:srgbClr val="484849"/>
                    </a:solidFill>
                    <a:latin typeface="宋体" pitchFamily="2" charset="-122"/>
                  </a:rPr>
                  <a:t>＝</a:t>
                </a:r>
                <a14:m>
                  <m:oMath xmlns:m="http://schemas.openxmlformats.org/officeDocument/2006/math">
                    <m:r>
                      <a:rPr lang="zh-CN" altLang="en-US" sz="1600" i="1">
                        <a:latin typeface="Cambria Math"/>
                      </a:rPr>
                      <m:t>𝑛</m:t>
                    </m:r>
                  </m:oMath>
                </a14:m>
                <a:r>
                  <a:rPr lang="zh-CN" altLang="zh-CN" sz="1600" kern="0" dirty="0" smtClean="0">
                    <a:solidFill>
                      <a:srgbClr val="484849"/>
                    </a:solidFill>
                    <a:latin typeface="宋体" pitchFamily="2" charset="-122"/>
                  </a:rPr>
                  <a:t>日内</a:t>
                </a:r>
                <a:r>
                  <a:rPr lang="zh-CN" altLang="zh-CN" sz="1600" kern="0" dirty="0">
                    <a:solidFill>
                      <a:srgbClr val="484849"/>
                    </a:solidFill>
                    <a:latin typeface="宋体" pitchFamily="2" charset="-122"/>
                  </a:rPr>
                  <a:t>收盘涨数</a:t>
                </a:r>
                <a:r>
                  <a:rPr lang="zh-CN" altLang="en-US" sz="1600" kern="0" dirty="0">
                    <a:solidFill>
                      <a:srgbClr val="484849"/>
                    </a:solidFill>
                    <a:latin typeface="宋体" pitchFamily="2" charset="-122"/>
                  </a:rPr>
                  <a:t>；Ｂ</a:t>
                </a:r>
                <a:r>
                  <a:rPr lang="zh-CN" altLang="en-US" sz="1600" kern="0" dirty="0" smtClean="0">
                    <a:solidFill>
                      <a:srgbClr val="484849"/>
                    </a:solidFill>
                    <a:latin typeface="宋体" pitchFamily="2" charset="-122"/>
                  </a:rPr>
                  <a:t>＝</a:t>
                </a:r>
                <a14:m>
                  <m:oMath xmlns:m="http://schemas.openxmlformats.org/officeDocument/2006/math">
                    <m:r>
                      <a:rPr lang="zh-CN" altLang="en-US" sz="1600" i="1">
                        <a:latin typeface="Cambria Math"/>
                      </a:rPr>
                      <m:t>𝑛</m:t>
                    </m:r>
                  </m:oMath>
                </a14:m>
                <a:r>
                  <a:rPr lang="zh-CN" altLang="zh-CN" sz="1600" kern="0" dirty="0" smtClean="0">
                    <a:solidFill>
                      <a:srgbClr val="484849"/>
                    </a:solidFill>
                    <a:latin typeface="宋体" pitchFamily="2" charset="-122"/>
                  </a:rPr>
                  <a:t>日内</a:t>
                </a:r>
                <a:r>
                  <a:rPr lang="zh-CN" altLang="zh-CN" sz="1600" kern="0" dirty="0">
                    <a:solidFill>
                      <a:srgbClr val="484849"/>
                    </a:solidFill>
                    <a:latin typeface="宋体" pitchFamily="2" charset="-122"/>
                  </a:rPr>
                  <a:t>收盘跌数</a:t>
                </a:r>
                <a:r>
                  <a:rPr lang="zh-CN" altLang="zh-CN" sz="1600" kern="0" dirty="0" smtClean="0">
                    <a:solidFill>
                      <a:srgbClr val="484849"/>
                    </a:solidFill>
                    <a:latin typeface="宋体" pitchFamily="2" charset="-122"/>
                  </a:rPr>
                  <a:t>；</a:t>
                </a:r>
                <a:endParaRPr lang="zh-CN" altLang="zh-CN" sz="1600" kern="0" dirty="0">
                  <a:solidFill>
                    <a:srgbClr val="484849"/>
                  </a:solidFill>
                  <a:latin typeface="宋体" pitchFamily="2" charset="-122"/>
                </a:endParaRPr>
              </a:p>
              <a:p>
                <a:pPr lvl="0">
                  <a:spcBef>
                    <a:spcPct val="20000"/>
                  </a:spcBef>
                </a:pPr>
                <a:r>
                  <a:rPr lang="zh-CN" altLang="zh-CN" kern="0" dirty="0">
                    <a:solidFill>
                      <a:srgbClr val="484849"/>
                    </a:solidFill>
                    <a:latin typeface="宋体" pitchFamily="2" charset="-122"/>
                  </a:rPr>
                  <a:t>算法如下：</a:t>
                </a:r>
              </a:p>
              <a:p>
                <a:pPr lvl="0">
                  <a:spcBef>
                    <a:spcPct val="20000"/>
                  </a:spcBef>
                </a:pPr>
                <a:r>
                  <a:rPr lang="zh-CN" altLang="zh-CN" kern="0" dirty="0">
                    <a:solidFill>
                      <a:srgbClr val="484849"/>
                    </a:solidFill>
                    <a:latin typeface="宋体" pitchFamily="2" charset="-122"/>
                  </a:rPr>
                  <a:t>（</a:t>
                </a:r>
                <a:r>
                  <a:rPr lang="en-US" altLang="zh-CN" kern="0" dirty="0">
                    <a:solidFill>
                      <a:srgbClr val="484849"/>
                    </a:solidFill>
                    <a:latin typeface="宋体" pitchFamily="2" charset="-122"/>
                  </a:rPr>
                  <a:t>1</a:t>
                </a:r>
                <a:r>
                  <a:rPr lang="zh-CN" altLang="zh-CN" kern="0" dirty="0">
                    <a:solidFill>
                      <a:srgbClr val="484849"/>
                    </a:solidFill>
                    <a:latin typeface="宋体" pitchFamily="2" charset="-122"/>
                  </a:rPr>
                  <a:t>）预定义涨跌标识向量</a:t>
                </a:r>
                <a:r>
                  <a:rPr lang="en-US" altLang="zh-CN" kern="0" dirty="0">
                    <a:solidFill>
                      <a:srgbClr val="484849"/>
                    </a:solidFill>
                    <a:latin typeface="宋体" pitchFamily="2" charset="-122"/>
                  </a:rPr>
                  <a:t>z</a:t>
                </a:r>
                <a:r>
                  <a:rPr lang="zh-CN" altLang="zh-CN" kern="0" dirty="0">
                    <a:solidFill>
                      <a:srgbClr val="484849"/>
                    </a:solidFill>
                    <a:latin typeface="宋体" pitchFamily="2" charset="-122"/>
                  </a:rPr>
                  <a:t>，即</a:t>
                </a:r>
                <a:r>
                  <a:rPr lang="en-US" altLang="zh-CN" kern="0" dirty="0">
                    <a:solidFill>
                      <a:srgbClr val="484849"/>
                    </a:solidFill>
                    <a:latin typeface="宋体" pitchFamily="2" charset="-122"/>
                  </a:rPr>
                  <a:t>z=</a:t>
                </a:r>
                <a:r>
                  <a:rPr lang="en-US" altLang="zh-CN" kern="0" dirty="0" err="1">
                    <a:solidFill>
                      <a:srgbClr val="484849"/>
                    </a:solidFill>
                    <a:latin typeface="宋体" pitchFamily="2" charset="-122"/>
                  </a:rPr>
                  <a:t>np.zeros</a:t>
                </a:r>
                <a:r>
                  <a:rPr lang="en-US" altLang="zh-CN" kern="0" dirty="0">
                    <a:solidFill>
                      <a:srgbClr val="484849"/>
                    </a:solidFill>
                    <a:latin typeface="宋体" pitchFamily="2" charset="-122"/>
                  </a:rPr>
                  <a:t>(</a:t>
                </a:r>
                <a:r>
                  <a:rPr lang="en-US" altLang="zh-CN" kern="0" dirty="0" err="1">
                    <a:solidFill>
                      <a:srgbClr val="484849"/>
                    </a:solidFill>
                    <a:latin typeface="宋体" pitchFamily="2" charset="-122"/>
                  </a:rPr>
                  <a:t>len</a:t>
                </a:r>
                <a:r>
                  <a:rPr lang="en-US" altLang="zh-CN" kern="0" dirty="0">
                    <a:solidFill>
                      <a:srgbClr val="484849"/>
                    </a:solidFill>
                    <a:latin typeface="宋体" pitchFamily="2" charset="-122"/>
                  </a:rPr>
                  <a:t>(P)-1),</a:t>
                </a:r>
                <a:r>
                  <a:rPr lang="zh-CN" altLang="zh-CN" kern="0" dirty="0">
                    <a:solidFill>
                      <a:srgbClr val="484849"/>
                    </a:solidFill>
                    <a:latin typeface="宋体" pitchFamily="2" charset="-122"/>
                  </a:rPr>
                  <a:t>其中</a:t>
                </a:r>
                <a:r>
                  <a:rPr lang="en-US" altLang="zh-CN" kern="0" dirty="0">
                    <a:solidFill>
                      <a:srgbClr val="484849"/>
                    </a:solidFill>
                    <a:latin typeface="宋体" pitchFamily="2" charset="-122"/>
                  </a:rPr>
                  <a:t>P</a:t>
                </a:r>
                <a:r>
                  <a:rPr lang="zh-CN" altLang="zh-CN" kern="0" dirty="0">
                    <a:solidFill>
                      <a:srgbClr val="484849"/>
                    </a:solidFill>
                    <a:latin typeface="宋体" pitchFamily="2" charset="-122"/>
                  </a:rPr>
                  <a:t>为价格序列</a:t>
                </a:r>
              </a:p>
              <a:p>
                <a:pPr lvl="0">
                  <a:spcBef>
                    <a:spcPct val="20000"/>
                  </a:spcBef>
                </a:pPr>
                <a:r>
                  <a:rPr lang="zh-CN" altLang="zh-CN" kern="0" dirty="0">
                    <a:solidFill>
                      <a:srgbClr val="484849"/>
                    </a:solidFill>
                    <a:latin typeface="宋体" pitchFamily="2" charset="-122"/>
                  </a:rPr>
                  <a:t>（</a:t>
                </a:r>
                <a:r>
                  <a:rPr lang="en-US" altLang="zh-CN" kern="0" dirty="0">
                    <a:solidFill>
                      <a:srgbClr val="484849"/>
                    </a:solidFill>
                    <a:latin typeface="宋体" pitchFamily="2" charset="-122"/>
                  </a:rPr>
                  <a:t>2) </a:t>
                </a:r>
                <a:r>
                  <a:rPr lang="zh-CN" altLang="zh-CN" kern="0" dirty="0">
                    <a:solidFill>
                      <a:srgbClr val="484849"/>
                    </a:solidFill>
                    <a:latin typeface="宋体" pitchFamily="2" charset="-122"/>
                  </a:rPr>
                  <a:t>涨跌标识向量赋值</a:t>
                </a:r>
              </a:p>
              <a:p>
                <a:pPr lvl="0">
                  <a:spcBef>
                    <a:spcPct val="20000"/>
                  </a:spcBef>
                </a:pPr>
                <a:r>
                  <a:rPr lang="zh-CN" altLang="en-US" kern="0" dirty="0" smtClean="0">
                    <a:solidFill>
                      <a:srgbClr val="484849"/>
                    </a:solidFill>
                    <a:latin typeface="宋体" pitchFamily="2" charset="-122"/>
                  </a:rPr>
                  <a:t>　　</a:t>
                </a:r>
                <a:r>
                  <a:rPr lang="en-US" altLang="zh-CN" kern="0" dirty="0" smtClean="0">
                    <a:solidFill>
                      <a:srgbClr val="484849"/>
                    </a:solidFill>
                    <a:latin typeface="宋体" pitchFamily="2" charset="-122"/>
                  </a:rPr>
                  <a:t>z[P(2:end</a:t>
                </a:r>
                <a:r>
                  <a:rPr lang="en-US" altLang="zh-CN" kern="0" dirty="0">
                    <a:solidFill>
                      <a:srgbClr val="484849"/>
                    </a:solidFill>
                    <a:latin typeface="宋体" pitchFamily="2" charset="-122"/>
                  </a:rPr>
                  <a:t>)- P(1:end-1)&gt;=0]=1    </a:t>
                </a:r>
                <a:r>
                  <a:rPr lang="zh-CN" altLang="zh-CN" kern="0" dirty="0">
                    <a:solidFill>
                      <a:srgbClr val="484849"/>
                    </a:solidFill>
                    <a:latin typeface="宋体" pitchFamily="2" charset="-122"/>
                  </a:rPr>
                  <a:t>涨</a:t>
                </a:r>
              </a:p>
              <a:p>
                <a:pPr lvl="0">
                  <a:spcBef>
                    <a:spcPct val="20000"/>
                  </a:spcBef>
                </a:pPr>
                <a:r>
                  <a:rPr lang="zh-CN" altLang="en-US" kern="0" dirty="0" smtClean="0">
                    <a:solidFill>
                      <a:srgbClr val="484849"/>
                    </a:solidFill>
                    <a:latin typeface="宋体" pitchFamily="2" charset="-122"/>
                  </a:rPr>
                  <a:t>　　</a:t>
                </a:r>
                <a:r>
                  <a:rPr lang="en-US" altLang="zh-CN" kern="0" dirty="0" smtClean="0">
                    <a:solidFill>
                      <a:srgbClr val="484849"/>
                    </a:solidFill>
                    <a:latin typeface="宋体" pitchFamily="2" charset="-122"/>
                  </a:rPr>
                  <a:t>z[P(2:end</a:t>
                </a:r>
                <a:r>
                  <a:rPr lang="en-US" altLang="zh-CN" kern="0" dirty="0">
                    <a:solidFill>
                      <a:srgbClr val="484849"/>
                    </a:solidFill>
                    <a:latin typeface="宋体" pitchFamily="2" charset="-122"/>
                  </a:rPr>
                  <a:t>)- P(1:end-1)&lt;0]=-1    </a:t>
                </a:r>
                <a:r>
                  <a:rPr lang="zh-CN" altLang="zh-CN" kern="0" dirty="0">
                    <a:solidFill>
                      <a:srgbClr val="484849"/>
                    </a:solidFill>
                    <a:latin typeface="宋体" pitchFamily="2" charset="-122"/>
                  </a:rPr>
                  <a:t>跌</a:t>
                </a:r>
              </a:p>
              <a:p>
                <a:pPr lvl="0">
                  <a:spcBef>
                    <a:spcPct val="20000"/>
                  </a:spcBef>
                </a:pPr>
                <a:r>
                  <a:rPr lang="zh-CN" altLang="zh-CN" kern="0" dirty="0">
                    <a:solidFill>
                      <a:srgbClr val="484849"/>
                    </a:solidFill>
                    <a:latin typeface="宋体" pitchFamily="2" charset="-122"/>
                  </a:rPr>
                  <a:t>（</a:t>
                </a:r>
                <a:r>
                  <a:rPr lang="en-US" altLang="zh-CN" kern="0" dirty="0">
                    <a:solidFill>
                      <a:srgbClr val="484849"/>
                    </a:solidFill>
                    <a:latin typeface="宋体" pitchFamily="2" charset="-122"/>
                  </a:rPr>
                  <a:t>3</a:t>
                </a:r>
                <a:r>
                  <a:rPr lang="zh-CN" altLang="zh-CN" kern="0" dirty="0">
                    <a:solidFill>
                      <a:srgbClr val="484849"/>
                    </a:solidFill>
                    <a:latin typeface="宋体" pitchFamily="2" charset="-122"/>
                  </a:rPr>
                  <a:t>） 涨跌情况</a:t>
                </a:r>
                <a:r>
                  <a:rPr lang="zh-CN" altLang="zh-CN" kern="0" dirty="0" smtClean="0">
                    <a:solidFill>
                      <a:srgbClr val="484849"/>
                    </a:solidFill>
                    <a:latin typeface="宋体" pitchFamily="2" charset="-122"/>
                  </a:rPr>
                  <a:t>统计</a:t>
                </a:r>
                <a:endParaRPr lang="zh-CN" altLang="zh-CN" kern="0" dirty="0">
                  <a:solidFill>
                    <a:srgbClr val="484849"/>
                  </a:solidFill>
                  <a:latin typeface="宋体" pitchFamily="2" charset="-122"/>
                </a:endParaRPr>
              </a:p>
              <a:p>
                <a:pPr lvl="0">
                  <a:spcBef>
                    <a:spcPct val="20000"/>
                  </a:spcBef>
                </a:pPr>
                <a:r>
                  <a:rPr lang="en-US" altLang="zh-CN" kern="0" dirty="0">
                    <a:solidFill>
                      <a:srgbClr val="484849"/>
                    </a:solidFill>
                    <a:latin typeface="宋体" pitchFamily="2" charset="-122"/>
                  </a:rPr>
                  <a:t>       z1=</a:t>
                </a:r>
                <a:r>
                  <a:rPr lang="en-US" altLang="zh-CN" kern="0" dirty="0" err="1">
                    <a:solidFill>
                      <a:srgbClr val="484849"/>
                    </a:solidFill>
                    <a:latin typeface="宋体" pitchFamily="2" charset="-122"/>
                  </a:rPr>
                  <a:t>pd.rolling_sum</a:t>
                </a:r>
                <a:r>
                  <a:rPr lang="en-US" altLang="zh-CN" kern="0" dirty="0">
                    <a:solidFill>
                      <a:srgbClr val="484849"/>
                    </a:solidFill>
                    <a:latin typeface="宋体" pitchFamily="2" charset="-122"/>
                  </a:rPr>
                  <a:t>(z==1,N)      N</a:t>
                </a:r>
                <a:r>
                  <a:rPr lang="zh-CN" altLang="zh-CN" kern="0" dirty="0">
                    <a:solidFill>
                      <a:srgbClr val="484849"/>
                    </a:solidFill>
                    <a:latin typeface="宋体" pitchFamily="2" charset="-122"/>
                  </a:rPr>
                  <a:t>日移动计算涨数</a:t>
                </a:r>
              </a:p>
              <a:p>
                <a:pPr lvl="0">
                  <a:spcBef>
                    <a:spcPct val="20000"/>
                  </a:spcBef>
                </a:pPr>
                <a:r>
                  <a:rPr lang="en-US" altLang="zh-CN" kern="0" dirty="0">
                    <a:solidFill>
                      <a:srgbClr val="484849"/>
                    </a:solidFill>
                    <a:latin typeface="宋体" pitchFamily="2" charset="-122"/>
                  </a:rPr>
                  <a:t>       z2=</a:t>
                </a:r>
                <a:r>
                  <a:rPr lang="en-US" altLang="zh-CN" kern="0" dirty="0" err="1">
                    <a:solidFill>
                      <a:srgbClr val="484849"/>
                    </a:solidFill>
                    <a:latin typeface="宋体" pitchFamily="2" charset="-122"/>
                  </a:rPr>
                  <a:t>pd.rolling_sum</a:t>
                </a:r>
                <a:r>
                  <a:rPr lang="en-US" altLang="zh-CN" kern="0" dirty="0">
                    <a:solidFill>
                      <a:srgbClr val="484849"/>
                    </a:solidFill>
                    <a:latin typeface="宋体" pitchFamily="2" charset="-122"/>
                  </a:rPr>
                  <a:t>(z==-1,N)    N</a:t>
                </a:r>
                <a:r>
                  <a:rPr lang="zh-CN" altLang="zh-CN" kern="0" dirty="0">
                    <a:solidFill>
                      <a:srgbClr val="484849"/>
                    </a:solidFill>
                    <a:latin typeface="宋体" pitchFamily="2" charset="-122"/>
                  </a:rPr>
                  <a:t>日移动计算跌数</a:t>
                </a:r>
                <a:endParaRPr lang="en-US" altLang="zh-CN" kern="0" dirty="0">
                  <a:solidFill>
                    <a:srgbClr val="484849"/>
                  </a:solidFill>
                  <a:latin typeface="宋体" pitchFamily="2" charset="-122"/>
                </a:endParaRPr>
              </a:p>
              <a:p>
                <a:pPr lvl="0">
                  <a:spcBef>
                    <a:spcPct val="20000"/>
                  </a:spcBef>
                </a:pPr>
                <a:r>
                  <a:rPr lang="zh-CN" altLang="zh-CN" kern="0" dirty="0">
                    <a:solidFill>
                      <a:srgbClr val="484849"/>
                    </a:solidFill>
                    <a:latin typeface="宋体" pitchFamily="2" charset="-122"/>
                  </a:rPr>
                  <a:t>（</a:t>
                </a:r>
                <a:r>
                  <a:rPr lang="en-US" altLang="zh-CN" kern="0" dirty="0">
                    <a:solidFill>
                      <a:srgbClr val="484849"/>
                    </a:solidFill>
                    <a:latin typeface="宋体" pitchFamily="2" charset="-122"/>
                  </a:rPr>
                  <a:t>4</a:t>
                </a:r>
                <a:r>
                  <a:rPr lang="zh-CN" altLang="zh-CN" kern="0" dirty="0">
                    <a:solidFill>
                      <a:srgbClr val="484849"/>
                    </a:solidFill>
                    <a:latin typeface="宋体" pitchFamily="2" charset="-122"/>
                  </a:rPr>
                  <a:t>）</a:t>
                </a:r>
                <a:r>
                  <a:rPr lang="en-US" altLang="zh-CN" kern="0" dirty="0">
                    <a:solidFill>
                      <a:srgbClr val="484849"/>
                    </a:solidFill>
                    <a:latin typeface="宋体" pitchFamily="2" charset="-122"/>
                  </a:rPr>
                  <a:t> RSI</a:t>
                </a:r>
                <a:r>
                  <a:rPr lang="zh-CN" altLang="zh-CN" kern="0" dirty="0">
                    <a:solidFill>
                      <a:srgbClr val="484849"/>
                    </a:solidFill>
                    <a:latin typeface="宋体" pitchFamily="2" charset="-122"/>
                  </a:rPr>
                  <a:t>指标计算</a:t>
                </a:r>
              </a:p>
              <a:p>
                <a:pPr lvl="0">
                  <a:spcBef>
                    <a:spcPct val="20000"/>
                  </a:spcBef>
                </a:pPr>
                <a:r>
                  <a:rPr lang="en-US" altLang="zh-CN" kern="0" dirty="0">
                    <a:solidFill>
                      <a:srgbClr val="484849"/>
                    </a:solidFill>
                    <a:latin typeface="宋体" pitchFamily="2" charset="-122"/>
                  </a:rPr>
                  <a:t>       for t= N to </a:t>
                </a:r>
                <a:r>
                  <a:rPr lang="en-US" altLang="zh-CN" kern="0" dirty="0" err="1">
                    <a:solidFill>
                      <a:srgbClr val="484849"/>
                    </a:solidFill>
                    <a:latin typeface="宋体" pitchFamily="2" charset="-122"/>
                  </a:rPr>
                  <a:t>len</a:t>
                </a:r>
                <a:r>
                  <a:rPr lang="en-US" altLang="zh-CN" kern="0" dirty="0">
                    <a:solidFill>
                      <a:srgbClr val="484849"/>
                    </a:solidFill>
                    <a:latin typeface="宋体" pitchFamily="2" charset="-122"/>
                  </a:rPr>
                  <a:t>(P)-1</a:t>
                </a:r>
                <a:endParaRPr lang="zh-CN" altLang="zh-CN" kern="0" dirty="0">
                  <a:solidFill>
                    <a:srgbClr val="484849"/>
                  </a:solidFill>
                  <a:latin typeface="宋体" pitchFamily="2" charset="-122"/>
                </a:endParaRPr>
              </a:p>
              <a:p>
                <a:pPr lvl="0">
                  <a:spcBef>
                    <a:spcPct val="20000"/>
                  </a:spcBef>
                </a:pPr>
                <a:r>
                  <a:rPr lang="en-US" altLang="zh-CN" kern="0" dirty="0">
                    <a:solidFill>
                      <a:srgbClr val="484849"/>
                    </a:solidFill>
                    <a:latin typeface="宋体" pitchFamily="2" charset="-122"/>
                  </a:rPr>
                  <a:t>           </a:t>
                </a:r>
                <a:r>
                  <a:rPr lang="en-US" altLang="zh-CN" kern="0" dirty="0" err="1">
                    <a:solidFill>
                      <a:srgbClr val="484849"/>
                    </a:solidFill>
                    <a:latin typeface="宋体" pitchFamily="2" charset="-122"/>
                  </a:rPr>
                  <a:t>rsi</a:t>
                </a:r>
                <a:r>
                  <a:rPr lang="en-US" altLang="zh-CN" kern="0" dirty="0">
                    <a:solidFill>
                      <a:srgbClr val="484849"/>
                    </a:solidFill>
                    <a:latin typeface="宋体" pitchFamily="2" charset="-122"/>
                  </a:rPr>
                  <a:t>[t]= z1[t]/(z1[t]+z2[t])</a:t>
                </a:r>
                <a:endParaRPr lang="zh-CN" altLang="zh-CN" kern="0" dirty="0">
                  <a:solidFill>
                    <a:srgbClr val="484849"/>
                  </a:solidFill>
                  <a:latin typeface="宋体" pitchFamily="2" charset="-122"/>
                </a:endParaRPr>
              </a:p>
            </p:txBody>
          </p:sp>
        </mc:Choice>
        <mc:Fallback>
          <p:sp>
            <p:nvSpPr>
              <p:cNvPr id="24" name="矩形 23"/>
              <p:cNvSpPr>
                <a:spLocks noRot="1" noChangeAspect="1" noMove="1" noResize="1" noEditPoints="1" noAdjustHandles="1" noChangeArrowheads="1" noChangeShapeType="1" noTextEdit="1"/>
              </p:cNvSpPr>
              <p:nvPr/>
            </p:nvSpPr>
            <p:spPr>
              <a:xfrm>
                <a:off x="409749" y="592582"/>
                <a:ext cx="10729191" cy="6075509"/>
              </a:xfrm>
              <a:prstGeom prst="rect">
                <a:avLst/>
              </a:prstGeom>
              <a:blipFill rotWithShape="1">
                <a:blip r:embed="rId1"/>
                <a:stretch>
                  <a:fillRect l="-455" t="-502" r="-2330" b="-602"/>
                </a:stretch>
              </a:blipFill>
            </p:spPr>
            <p:txBody>
              <a:bodyPr/>
              <a:lstStyle/>
              <a:p>
                <a:r>
                  <a:rPr lang="zh-CN" altLang="en-US">
                    <a:noFill/>
                  </a:rPr>
                  <a:t> </a:t>
                </a:r>
                <a:endParaRPr lang="zh-CN" altLang="en-US">
                  <a:noFill/>
                </a:endParaRPr>
              </a:p>
            </p:txBody>
          </p:sp>
        </mc:Fallback>
      </mc:AlternateContent>
      <p:pic>
        <p:nvPicPr>
          <p:cNvPr id="6170" name="Picture 2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41997" y="1988840"/>
            <a:ext cx="2090737" cy="5667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171" name="Picture 2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044468" y="2676098"/>
            <a:ext cx="1051073" cy="34535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mc:AlternateContent xmlns:mc="http://schemas.openxmlformats.org/markup-compatibility/2006">
    <mc:Choice xmlns:p14="http://schemas.microsoft.com/office/powerpoint/2010/main" Requires="p14">
      <p:transition p14:dur="10" advTm="9437"/>
    </mc:Choice>
    <mc:Fallback>
      <p:transition advTm="9437"/>
    </mc:Fallback>
  </mc:AlternateContent>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 name="TextBox 54"/>
          <p:cNvSpPr txBox="1"/>
          <p:nvPr/>
        </p:nvSpPr>
        <p:spPr>
          <a:xfrm>
            <a:off x="1330765" y="44625"/>
            <a:ext cx="7215888" cy="523214"/>
          </a:xfrm>
          <a:prstGeom prst="rect">
            <a:avLst/>
          </a:prstGeom>
          <a:noFill/>
        </p:spPr>
        <p:txBody>
          <a:bodyPr wrap="square" lIns="91434" tIns="45717" rIns="91434" bIns="45717" rtlCol="0">
            <a:spAutoFit/>
          </a:bodyPr>
          <a:lstStyle>
            <a:defPPr>
              <a:defRPr lang="zh-CN"/>
            </a:defPPr>
            <a:lvl1pPr>
              <a:defRPr sz="3200">
                <a:solidFill>
                  <a:schemeClr val="tx1">
                    <a:lumMod val="75000"/>
                  </a:schemeClr>
                </a:solidFill>
                <a:latin typeface="方正卡通简体" pitchFamily="65" charset="-122"/>
                <a:ea typeface="方正卡通简体" pitchFamily="65" charset="-122"/>
              </a:defRPr>
            </a:lvl1pPr>
          </a:lstStyle>
          <a:p>
            <a:r>
              <a:rPr lang="en-US" altLang="zh-CN" sz="2800" dirty="0" smtClean="0">
                <a:solidFill>
                  <a:srgbClr val="FFFFFF"/>
                </a:solidFill>
                <a:latin typeface="微软雅黑" panose="020B0503020204020204" pitchFamily="34" charset="-122"/>
                <a:ea typeface="微软雅黑" panose="020B0503020204020204" pitchFamily="34" charset="-122"/>
              </a:rPr>
              <a:t>9.3.</a:t>
            </a:r>
            <a:r>
              <a:rPr lang="zh-CN" altLang="en-US" sz="2800" dirty="0" smtClean="0">
                <a:solidFill>
                  <a:srgbClr val="FFFFFF"/>
                </a:solidFill>
                <a:latin typeface="微软雅黑" panose="020B0503020204020204" pitchFamily="34" charset="-122"/>
                <a:ea typeface="微软雅黑" panose="020B0503020204020204" pitchFamily="34" charset="-122"/>
              </a:rPr>
              <a:t>５乖</a:t>
            </a:r>
            <a:r>
              <a:rPr lang="zh-CN" altLang="en-US" sz="2800" dirty="0">
                <a:solidFill>
                  <a:srgbClr val="FFFFFF"/>
                </a:solidFill>
                <a:latin typeface="微软雅黑" panose="020B0503020204020204" pitchFamily="34" charset="-122"/>
                <a:ea typeface="微软雅黑" panose="020B0503020204020204" pitchFamily="34" charset="-122"/>
              </a:rPr>
              <a:t>离率指标</a:t>
            </a:r>
            <a:r>
              <a:rPr lang="en-US" altLang="zh-CN" sz="2800" dirty="0">
                <a:solidFill>
                  <a:srgbClr val="FFFFFF"/>
                </a:solidFill>
                <a:latin typeface="微软雅黑" panose="020B0503020204020204" pitchFamily="34" charset="-122"/>
                <a:ea typeface="微软雅黑" panose="020B0503020204020204" pitchFamily="34" charset="-122"/>
              </a:rPr>
              <a:t>BIAS</a:t>
            </a:r>
            <a:endParaRPr lang="zh-CN" altLang="en-US" sz="2800" dirty="0">
              <a:solidFill>
                <a:srgbClr val="FFFFFF"/>
              </a:solidFill>
              <a:latin typeface="微软雅黑" panose="020B0503020204020204" pitchFamily="34" charset="-122"/>
              <a:ea typeface="微软雅黑" panose="020B0503020204020204" pitchFamily="34" charset="-122"/>
            </a:endParaRPr>
          </a:p>
        </p:txBody>
      </p:sp>
      <p:sp>
        <p:nvSpPr>
          <p:cNvPr id="56" name="TextBox 55"/>
          <p:cNvSpPr txBox="1"/>
          <p:nvPr/>
        </p:nvSpPr>
        <p:spPr>
          <a:xfrm>
            <a:off x="140263" y="106179"/>
            <a:ext cx="1064260" cy="400103"/>
          </a:xfrm>
          <a:prstGeom prst="rect">
            <a:avLst/>
          </a:prstGeom>
          <a:noFill/>
        </p:spPr>
        <p:txBody>
          <a:bodyPr wrap="square" lIns="91434" tIns="45717" rIns="91434" bIns="45717" rtlCol="0">
            <a:spAutoFit/>
          </a:bodyPr>
          <a:lstStyle/>
          <a:p>
            <a:pPr algn="r"/>
            <a:r>
              <a:rPr lang="en-US" altLang="zh-CN" sz="2000" dirty="0">
                <a:solidFill>
                  <a:srgbClr val="FFFFFF"/>
                </a:solidFill>
              </a:rPr>
              <a:t>Part</a:t>
            </a:r>
            <a:r>
              <a:rPr lang="en-US" altLang="zh-CN" dirty="0">
                <a:solidFill>
                  <a:srgbClr val="FFFFFF"/>
                </a:solidFill>
              </a:rPr>
              <a:t> </a:t>
            </a:r>
            <a:r>
              <a:rPr lang="en-US" altLang="zh-CN" dirty="0" smtClean="0">
                <a:solidFill>
                  <a:srgbClr val="FFFFFF"/>
                </a:solidFill>
              </a:rPr>
              <a:t>9</a:t>
            </a:r>
            <a:endParaRPr lang="zh-CN" altLang="en-US" dirty="0">
              <a:solidFill>
                <a:srgbClr val="FFFFFF"/>
              </a:solidFill>
            </a:endParaRPr>
          </a:p>
        </p:txBody>
      </p:sp>
      <mc:AlternateContent xmlns:mc="http://schemas.openxmlformats.org/markup-compatibility/2006">
        <mc:Choice xmlns:a14="http://schemas.microsoft.com/office/drawing/2010/main" Requires="a14">
          <p:sp>
            <p:nvSpPr>
              <p:cNvPr id="2" name="矩形 1"/>
              <p:cNvSpPr/>
              <p:nvPr/>
            </p:nvSpPr>
            <p:spPr>
              <a:xfrm>
                <a:off x="769789" y="851958"/>
                <a:ext cx="9289032" cy="3609193"/>
              </a:xfrm>
              <a:prstGeom prst="rect">
                <a:avLst/>
              </a:prstGeom>
            </p:spPr>
            <p:txBody>
              <a:bodyPr wrap="square">
                <a:spAutoFit/>
              </a:bodyPr>
              <a:lstStyle/>
              <a:p>
                <a:pPr indent="266700" algn="just">
                  <a:lnSpc>
                    <a:spcPct val="150000"/>
                  </a:lnSpc>
                  <a:spcAft>
                    <a:spcPts val="0"/>
                  </a:spcAft>
                </a:pPr>
                <a:r>
                  <a:rPr lang="zh-CN" altLang="zh-CN" sz="2000" kern="100" dirty="0" smtClean="0">
                    <a:latin typeface="Calibri"/>
                    <a:ea typeface="宋体"/>
                    <a:cs typeface="Times New Roman"/>
                  </a:rPr>
                  <a:t>是通过计算市场指数或收盘价与某条移动平均线之间的差距百分比，以反映一定时期内价格与其</a:t>
                </a:r>
                <a:r>
                  <a:rPr lang="en-US" altLang="zh-CN" sz="2000" kern="100" dirty="0">
                    <a:latin typeface="Calibri"/>
                    <a:ea typeface="宋体"/>
                    <a:cs typeface="Times New Roman"/>
                  </a:rPr>
                  <a:t>MA</a:t>
                </a:r>
                <a:r>
                  <a:rPr lang="zh-CN" altLang="zh-CN" sz="2000" kern="100" dirty="0">
                    <a:latin typeface="Calibri"/>
                    <a:ea typeface="宋体"/>
                    <a:cs typeface="Times New Roman"/>
                  </a:rPr>
                  <a:t>偏离程度的指标，从而得出价格在剧烈波动时因偏离移动平均趋势而造成回档或反弹的可能性，以及价格在正常波动范围内移动而形成继续原有势的可信度。</a:t>
                </a:r>
              </a:p>
              <a:p>
                <a:pPr indent="266700" algn="just">
                  <a:lnSpc>
                    <a:spcPct val="150000"/>
                  </a:lnSpc>
                  <a:spcAft>
                    <a:spcPts val="0"/>
                  </a:spcAft>
                </a:pPr>
                <a:r>
                  <a:rPr lang="zh-CN" altLang="zh-CN" sz="2000" kern="100" dirty="0">
                    <a:latin typeface="Calibri"/>
                    <a:ea typeface="宋体"/>
                    <a:cs typeface="Times New Roman"/>
                  </a:rPr>
                  <a:t>计算公式如下所示</a:t>
                </a:r>
                <a:r>
                  <a:rPr lang="zh-CN" altLang="zh-CN" sz="2000" kern="100" dirty="0" smtClean="0">
                    <a:latin typeface="Calibri"/>
                    <a:ea typeface="宋体"/>
                    <a:cs typeface="Times New Roman"/>
                  </a:rPr>
                  <a:t>：</a:t>
                </a:r>
                <a:endParaRPr lang="en-US" altLang="zh-CN" sz="2000" kern="100" dirty="0" smtClean="0">
                  <a:latin typeface="Calibri"/>
                  <a:ea typeface="宋体"/>
                  <a:cs typeface="Times New Roman"/>
                </a:endParaRPr>
              </a:p>
              <a:p>
                <a:pPr indent="266700" algn="ctr">
                  <a:lnSpc>
                    <a:spcPct val="150000"/>
                  </a:lnSpc>
                  <a:spcAft>
                    <a:spcPts val="0"/>
                  </a:spcAft>
                </a:pPr>
                <a:r>
                  <a:rPr lang="zh-CN" altLang="en-US" b="0" kern="100" dirty="0" smtClean="0">
                    <a:effectLst/>
                    <a:ea typeface="宋体"/>
                    <a:cs typeface="Times New Roman"/>
                  </a:rPr>
                  <a:t>乖离率</a:t>
                </a:r>
                <a14:m>
                  <m:oMath xmlns:m="http://schemas.openxmlformats.org/officeDocument/2006/math">
                    <m:r>
                      <a:rPr lang="zh-CN" altLang="en-US" b="0" i="1" kern="100" smtClean="0">
                        <a:effectLst/>
                        <a:latin typeface="Cambria Math"/>
                        <a:ea typeface="宋体"/>
                        <a:cs typeface="Times New Roman"/>
                      </a:rPr>
                      <m:t>＝</m:t>
                    </m:r>
                    <m:f>
                      <m:fPr>
                        <m:ctrlPr>
                          <a:rPr lang="en-US" altLang="zh-CN" i="1" kern="100" smtClean="0">
                            <a:effectLst/>
                            <a:latin typeface="Cambria Math"/>
                            <a:ea typeface="宋体"/>
                            <a:cs typeface="Times New Roman"/>
                          </a:rPr>
                        </m:ctrlPr>
                      </m:fPr>
                      <m:num>
                        <m:r>
                          <a:rPr lang="zh-CN" altLang="en-US" i="1" kern="100">
                            <a:latin typeface="Cambria Math"/>
                            <a:ea typeface="宋体"/>
                            <a:cs typeface="Times New Roman"/>
                          </a:rPr>
                          <m:t>当日</m:t>
                        </m:r>
                        <m:r>
                          <a:rPr lang="zh-CN" altLang="en-US" i="1" kern="100" smtClean="0">
                            <a:latin typeface="Cambria Math"/>
                            <a:ea typeface="宋体"/>
                            <a:cs typeface="Times New Roman"/>
                          </a:rPr>
                          <m:t>收盘价</m:t>
                        </m:r>
                        <m:r>
                          <a:rPr lang="zh-CN" altLang="en-US" b="0" i="1" kern="100" smtClean="0">
                            <a:latin typeface="Cambria Math"/>
                            <a:ea typeface="宋体"/>
                            <a:cs typeface="Times New Roman"/>
                          </a:rPr>
                          <m:t>−</m:t>
                        </m:r>
                        <m:r>
                          <a:rPr lang="zh-CN" altLang="en-US" b="0" i="1" kern="100" smtClean="0">
                            <a:latin typeface="Cambria Math"/>
                            <a:ea typeface="宋体"/>
                            <a:cs typeface="Times New Roman"/>
                          </a:rPr>
                          <m:t>𝑛</m:t>
                        </m:r>
                        <m:r>
                          <a:rPr lang="zh-CN" altLang="en-US" b="0" i="1" kern="100" smtClean="0">
                            <a:latin typeface="Cambria Math"/>
                            <a:ea typeface="宋体"/>
                            <a:cs typeface="Times New Roman"/>
                          </a:rPr>
                          <m:t>日平均价</m:t>
                        </m:r>
                      </m:num>
                      <m:den>
                        <m:r>
                          <a:rPr lang="zh-CN" altLang="en-US" b="0" i="1" kern="100" smtClean="0">
                            <a:effectLst/>
                            <a:latin typeface="Cambria Math"/>
                            <a:ea typeface="宋体"/>
                            <a:cs typeface="Times New Roman"/>
                          </a:rPr>
                          <m:t>𝑛</m:t>
                        </m:r>
                        <m:r>
                          <a:rPr lang="zh-CN" altLang="en-US" b="0" i="1" kern="100" smtClean="0">
                            <a:effectLst/>
                            <a:latin typeface="Cambria Math"/>
                            <a:ea typeface="宋体"/>
                            <a:cs typeface="Times New Roman"/>
                          </a:rPr>
                          <m:t>日平均价</m:t>
                        </m:r>
                      </m:den>
                    </m:f>
                    <m:r>
                      <a:rPr lang="en-US" altLang="zh-CN" i="1" kern="100" smtClean="0">
                        <a:effectLst/>
                        <a:latin typeface="Cambria Math"/>
                        <a:ea typeface="Cambria Math"/>
                        <a:cs typeface="Times New Roman"/>
                      </a:rPr>
                      <m:t>×</m:t>
                    </m:r>
                    <m:r>
                      <a:rPr lang="zh-CN" altLang="en-US" b="0" i="1" kern="100" smtClean="0">
                        <a:effectLst/>
                        <a:latin typeface="Cambria Math"/>
                        <a:ea typeface="Cambria Math"/>
                        <a:cs typeface="Times New Roman"/>
                      </a:rPr>
                      <m:t>１００％，</m:t>
                    </m:r>
                    <m:r>
                      <a:rPr lang="zh-CN" altLang="en-US" b="0" i="1" kern="100" smtClean="0">
                        <a:effectLst/>
                        <a:latin typeface="Cambria Math"/>
                        <a:ea typeface="Cambria Math"/>
                        <a:cs typeface="Times New Roman"/>
                      </a:rPr>
                      <m:t>𝑛</m:t>
                    </m:r>
                    <m:r>
                      <a:rPr lang="zh-CN" altLang="en-US" b="0" i="1" kern="100" smtClean="0">
                        <a:effectLst/>
                        <a:latin typeface="Cambria Math"/>
                        <a:ea typeface="Cambria Math"/>
                        <a:cs typeface="Times New Roman"/>
                      </a:rPr>
                      <m:t>＝５，１０，２０</m:t>
                    </m:r>
                  </m:oMath>
                </a14:m>
                <a:endParaRPr lang="en-US" altLang="zh-CN" kern="100" dirty="0">
                  <a:effectLst/>
                  <a:latin typeface="Calibri"/>
                  <a:ea typeface="宋体"/>
                  <a:cs typeface="Times New Roman"/>
                </a:endParaRPr>
              </a:p>
              <a:p>
                <a:pPr indent="266700" algn="just">
                  <a:lnSpc>
                    <a:spcPct val="150000"/>
                  </a:lnSpc>
                  <a:spcAft>
                    <a:spcPts val="0"/>
                  </a:spcAft>
                </a:pPr>
                <a:endParaRPr lang="zh-CN" altLang="zh-CN" kern="100" dirty="0">
                  <a:effectLst/>
                  <a:latin typeface="Calibri"/>
                  <a:ea typeface="宋体"/>
                  <a:cs typeface="Times New Roman"/>
                </a:endParaRPr>
              </a:p>
            </p:txBody>
          </p:sp>
        </mc:Choice>
        <mc:Fallback>
          <p:sp>
            <p:nvSpPr>
              <p:cNvPr id="2" name="矩形 1"/>
              <p:cNvSpPr>
                <a:spLocks noRot="1" noChangeAspect="1" noMove="1" noResize="1" noEditPoints="1" noAdjustHandles="1" noChangeArrowheads="1" noChangeShapeType="1" noTextEdit="1"/>
              </p:cNvSpPr>
              <p:nvPr/>
            </p:nvSpPr>
            <p:spPr>
              <a:xfrm>
                <a:off x="769789" y="851958"/>
                <a:ext cx="9289032" cy="3609193"/>
              </a:xfrm>
              <a:prstGeom prst="rect">
                <a:avLst/>
              </a:prstGeom>
              <a:blipFill rotWithShape="1">
                <a:blip r:embed="rId1"/>
                <a:stretch>
                  <a:fillRect l="-656" r="-722"/>
                </a:stretch>
              </a:blipFill>
            </p:spPr>
            <p:txBody>
              <a:bodyPr/>
              <a:lstStyle/>
              <a:p>
                <a:r>
                  <a:rPr lang="zh-CN" altLang="en-US">
                    <a:noFill/>
                  </a:rPr>
                  <a:t> </a:t>
                </a:r>
                <a:endParaRPr lang="zh-CN" altLang="en-US">
                  <a:noFill/>
                </a:endParaRPr>
              </a:p>
            </p:txBody>
          </p:sp>
        </mc:Fallback>
      </mc:AlternateContent>
      <p:sp>
        <p:nvSpPr>
          <p:cNvPr id="4" name="矩形 3"/>
          <p:cNvSpPr/>
          <p:nvPr/>
        </p:nvSpPr>
        <p:spPr>
          <a:xfrm>
            <a:off x="787143" y="4293096"/>
            <a:ext cx="6694058" cy="2092881"/>
          </a:xfrm>
          <a:prstGeom prst="rect">
            <a:avLst/>
          </a:prstGeom>
        </p:spPr>
        <p:txBody>
          <a:bodyPr wrap="square">
            <a:spAutoFit/>
          </a:bodyPr>
          <a:lstStyle/>
          <a:p>
            <a:pPr marL="228600" algn="just">
              <a:spcAft>
                <a:spcPts val="0"/>
              </a:spcAft>
            </a:pPr>
            <a:r>
              <a:rPr lang="zh-CN" altLang="zh-CN" sz="2000" kern="100" dirty="0">
                <a:latin typeface="Calibri" panose="020F0502020204030204"/>
                <a:ea typeface="宋体" panose="02010600030101010101" pitchFamily="2" charset="-122"/>
                <a:cs typeface="Times New Roman" panose="02020603050405020304"/>
              </a:rPr>
              <a:t>算法如下</a:t>
            </a:r>
            <a:r>
              <a:rPr lang="en-US" altLang="zh-CN" sz="2000" kern="100" dirty="0">
                <a:latin typeface="Calibri" panose="020F0502020204030204"/>
                <a:ea typeface="宋体" panose="02010600030101010101" pitchFamily="2" charset="-122"/>
                <a:cs typeface="Times New Roman" panose="02020603050405020304"/>
              </a:rPr>
              <a:t>:</a:t>
            </a:r>
            <a:endParaRPr lang="zh-CN" altLang="zh-CN" sz="2000" kern="100" dirty="0">
              <a:latin typeface="Calibri" panose="020F0502020204030204"/>
              <a:ea typeface="宋体" panose="02010600030101010101" pitchFamily="2" charset="-122"/>
              <a:cs typeface="Times New Roman" panose="02020603050405020304"/>
            </a:endParaRPr>
          </a:p>
          <a:p>
            <a:pPr marL="228600" algn="just">
              <a:spcAft>
                <a:spcPts val="0"/>
              </a:spcAft>
            </a:pPr>
            <a:r>
              <a:rPr lang="zh-CN" altLang="zh-CN" sz="2000" kern="100" dirty="0">
                <a:latin typeface="Calibri" panose="020F0502020204030204"/>
                <a:ea typeface="宋体" panose="02010600030101010101" pitchFamily="2" charset="-122"/>
                <a:cs typeface="Times New Roman" panose="02020603050405020304"/>
              </a:rPr>
              <a:t>（</a:t>
            </a:r>
            <a:r>
              <a:rPr lang="en-US" altLang="zh-CN" sz="2000" kern="100" dirty="0">
                <a:latin typeface="Calibri" panose="020F0502020204030204"/>
                <a:ea typeface="宋体" panose="02010600030101010101" pitchFamily="2" charset="-122"/>
                <a:cs typeface="Times New Roman" panose="02020603050405020304"/>
              </a:rPr>
              <a:t>1</a:t>
            </a:r>
            <a:r>
              <a:rPr lang="zh-CN" altLang="zh-CN" sz="2000" kern="100" dirty="0">
                <a:latin typeface="Calibri" panose="020F0502020204030204"/>
                <a:ea typeface="宋体" panose="02010600030101010101" pitchFamily="2" charset="-122"/>
                <a:cs typeface="Times New Roman" panose="02020603050405020304"/>
              </a:rPr>
              <a:t>）预定义乘离率指标</a:t>
            </a:r>
            <a:r>
              <a:rPr lang="en-US" altLang="zh-CN" sz="2000" kern="100" dirty="0">
                <a:latin typeface="Calibri" panose="020F0502020204030204"/>
                <a:ea typeface="宋体" panose="02010600030101010101" pitchFamily="2" charset="-122"/>
                <a:cs typeface="Times New Roman" panose="02020603050405020304"/>
              </a:rPr>
              <a:t>bias=</a:t>
            </a:r>
            <a:r>
              <a:rPr lang="en-US" altLang="zh-CN" sz="2000" kern="100" dirty="0" err="1">
                <a:latin typeface="Calibri" panose="020F0502020204030204"/>
                <a:ea typeface="宋体" panose="02010600030101010101" pitchFamily="2" charset="-122"/>
                <a:cs typeface="Times New Roman" panose="02020603050405020304"/>
              </a:rPr>
              <a:t>np.zeros</a:t>
            </a:r>
            <a:r>
              <a:rPr lang="en-US" altLang="zh-CN" sz="2000" kern="100" dirty="0">
                <a:latin typeface="Calibri" panose="020F0502020204030204"/>
                <a:ea typeface="宋体" panose="02010600030101010101" pitchFamily="2" charset="-122"/>
                <a:cs typeface="Times New Roman" panose="02020603050405020304"/>
              </a:rPr>
              <a:t>((</a:t>
            </a:r>
            <a:r>
              <a:rPr lang="en-US" altLang="zh-CN" sz="2000" kern="100" dirty="0" err="1">
                <a:latin typeface="Calibri" panose="020F0502020204030204"/>
                <a:ea typeface="宋体" panose="02010600030101010101" pitchFamily="2" charset="-122"/>
                <a:cs typeface="Times New Roman" panose="02020603050405020304"/>
              </a:rPr>
              <a:t>len</a:t>
            </a:r>
            <a:r>
              <a:rPr lang="en-US" altLang="zh-CN" sz="2000" kern="100" dirty="0">
                <a:latin typeface="Calibri" panose="020F0502020204030204"/>
                <a:ea typeface="宋体" panose="02010600030101010101" pitchFamily="2" charset="-122"/>
                <a:cs typeface="Times New Roman" panose="02020603050405020304"/>
              </a:rPr>
              <a:t>(P))),</a:t>
            </a:r>
            <a:r>
              <a:rPr lang="zh-CN" altLang="zh-CN" sz="2000" kern="100" dirty="0">
                <a:latin typeface="Calibri" panose="020F0502020204030204"/>
                <a:ea typeface="宋体" panose="02010600030101010101" pitchFamily="2" charset="-122"/>
                <a:cs typeface="Times New Roman" panose="02020603050405020304"/>
              </a:rPr>
              <a:t>其中</a:t>
            </a:r>
            <a:r>
              <a:rPr lang="en-US" altLang="zh-CN" sz="2000" kern="100" dirty="0">
                <a:latin typeface="Calibri" panose="020F0502020204030204"/>
                <a:ea typeface="宋体" panose="02010600030101010101" pitchFamily="2" charset="-122"/>
                <a:cs typeface="Times New Roman" panose="02020603050405020304"/>
              </a:rPr>
              <a:t>P</a:t>
            </a:r>
            <a:r>
              <a:rPr lang="zh-CN" altLang="zh-CN" sz="2000" kern="100" dirty="0">
                <a:latin typeface="Calibri" panose="020F0502020204030204"/>
                <a:ea typeface="宋体" panose="02010600030101010101" pitchFamily="2" charset="-122"/>
                <a:cs typeface="Times New Roman" panose="02020603050405020304"/>
              </a:rPr>
              <a:t>为价格序列</a:t>
            </a:r>
            <a:endParaRPr lang="zh-CN" altLang="zh-CN" sz="2000" kern="100" dirty="0">
              <a:latin typeface="Calibri" panose="020F0502020204030204"/>
              <a:ea typeface="宋体" panose="02010600030101010101" pitchFamily="2" charset="-122"/>
              <a:cs typeface="Times New Roman" panose="02020603050405020304"/>
            </a:endParaRPr>
          </a:p>
          <a:p>
            <a:pPr marL="228600" algn="just">
              <a:spcAft>
                <a:spcPts val="0"/>
              </a:spcAft>
            </a:pPr>
            <a:r>
              <a:rPr lang="zh-CN" altLang="zh-CN" sz="2000" kern="100" dirty="0">
                <a:latin typeface="Calibri" panose="020F0502020204030204"/>
                <a:ea typeface="宋体" panose="02010600030101010101" pitchFamily="2" charset="-122"/>
                <a:cs typeface="Times New Roman" panose="02020603050405020304"/>
              </a:rPr>
              <a:t>（</a:t>
            </a:r>
            <a:r>
              <a:rPr lang="en-US" altLang="zh-CN" sz="2000" kern="100" dirty="0">
                <a:latin typeface="Calibri" panose="020F0502020204030204"/>
                <a:ea typeface="宋体" panose="02010600030101010101" pitchFamily="2" charset="-122"/>
                <a:cs typeface="Times New Roman" panose="02020603050405020304"/>
              </a:rPr>
              <a:t>2</a:t>
            </a:r>
            <a:r>
              <a:rPr lang="zh-CN" altLang="zh-CN" sz="2000" kern="100" dirty="0">
                <a:latin typeface="Calibri" panose="020F0502020204030204"/>
                <a:ea typeface="宋体" panose="02010600030101010101" pitchFamily="2" charset="-122"/>
                <a:cs typeface="Times New Roman" panose="02020603050405020304"/>
              </a:rPr>
              <a:t>）计算</a:t>
            </a:r>
            <a:r>
              <a:rPr lang="en-US" altLang="zh-CN" sz="2000" kern="100" dirty="0">
                <a:latin typeface="Calibri" panose="020F0502020204030204"/>
                <a:ea typeface="宋体" panose="02010600030101010101" pitchFamily="2" charset="-122"/>
                <a:cs typeface="Times New Roman" panose="02020603050405020304"/>
              </a:rPr>
              <a:t>n</a:t>
            </a:r>
            <a:r>
              <a:rPr lang="zh-CN" altLang="zh-CN" sz="2000" kern="100" dirty="0">
                <a:latin typeface="Calibri" panose="020F0502020204030204"/>
                <a:ea typeface="宋体" panose="02010600030101010101" pitchFamily="2" charset="-122"/>
                <a:cs typeface="Times New Roman" panose="02020603050405020304"/>
              </a:rPr>
              <a:t>日移动平均价格</a:t>
            </a:r>
            <a:r>
              <a:rPr lang="en-US" altLang="zh-CN" sz="2000" kern="100" dirty="0">
                <a:latin typeface="Calibri" panose="020F0502020204030204"/>
                <a:ea typeface="宋体" panose="02010600030101010101" pitchFamily="2" charset="-122"/>
                <a:cs typeface="Times New Roman" panose="02020603050405020304"/>
              </a:rPr>
              <a:t>man=</a:t>
            </a:r>
            <a:r>
              <a:rPr lang="en-US" altLang="zh-CN" sz="2000" kern="100" dirty="0" err="1">
                <a:latin typeface="Calibri" panose="020F0502020204030204"/>
                <a:ea typeface="宋体" panose="02010600030101010101" pitchFamily="2" charset="-122"/>
                <a:cs typeface="Times New Roman" panose="02020603050405020304"/>
              </a:rPr>
              <a:t>pd.rolling_mean</a:t>
            </a:r>
            <a:r>
              <a:rPr lang="en-US" altLang="zh-CN" sz="2000" kern="100" dirty="0">
                <a:latin typeface="Calibri" panose="020F0502020204030204"/>
                <a:ea typeface="宋体" panose="02010600030101010101" pitchFamily="2" charset="-122"/>
                <a:cs typeface="Times New Roman" panose="02020603050405020304"/>
              </a:rPr>
              <a:t>(</a:t>
            </a:r>
            <a:r>
              <a:rPr lang="en-US" altLang="zh-CN" sz="2000" kern="100" dirty="0" err="1">
                <a:latin typeface="Calibri" panose="020F0502020204030204"/>
                <a:ea typeface="宋体" panose="02010600030101010101" pitchFamily="2" charset="-122"/>
                <a:cs typeface="Times New Roman" panose="02020603050405020304"/>
              </a:rPr>
              <a:t>P,n</a:t>
            </a:r>
            <a:r>
              <a:rPr lang="en-US" altLang="zh-CN" sz="2000" kern="100" dirty="0">
                <a:latin typeface="Calibri" panose="020F0502020204030204"/>
                <a:ea typeface="宋体" panose="02010600030101010101" pitchFamily="2" charset="-122"/>
                <a:cs typeface="Times New Roman" panose="02020603050405020304"/>
              </a:rPr>
              <a:t>)</a:t>
            </a:r>
            <a:endParaRPr lang="zh-CN" altLang="zh-CN" sz="2000" kern="100" dirty="0">
              <a:latin typeface="Calibri" panose="020F0502020204030204"/>
              <a:ea typeface="宋体" panose="02010600030101010101" pitchFamily="2" charset="-122"/>
              <a:cs typeface="Times New Roman" panose="02020603050405020304"/>
            </a:endParaRPr>
          </a:p>
          <a:p>
            <a:pPr marL="228600" algn="just">
              <a:spcAft>
                <a:spcPts val="0"/>
              </a:spcAft>
            </a:pPr>
            <a:r>
              <a:rPr lang="zh-CN" altLang="zh-CN" sz="2000" kern="100" dirty="0">
                <a:latin typeface="Calibri" panose="020F0502020204030204"/>
                <a:ea typeface="宋体" panose="02010600030101010101" pitchFamily="2" charset="-122"/>
                <a:cs typeface="Times New Roman" panose="02020603050405020304"/>
              </a:rPr>
              <a:t>（</a:t>
            </a:r>
            <a:r>
              <a:rPr lang="en-US" altLang="zh-CN" sz="2000" kern="100" dirty="0">
                <a:latin typeface="Calibri" panose="020F0502020204030204"/>
                <a:ea typeface="宋体" panose="02010600030101010101" pitchFamily="2" charset="-122"/>
                <a:cs typeface="Times New Roman" panose="02020603050405020304"/>
              </a:rPr>
              <a:t>3</a:t>
            </a:r>
            <a:r>
              <a:rPr lang="zh-CN" altLang="zh-CN" sz="2000" kern="100" dirty="0">
                <a:latin typeface="Calibri" panose="020F0502020204030204"/>
                <a:ea typeface="宋体" panose="02010600030101010101" pitchFamily="2" charset="-122"/>
                <a:cs typeface="Times New Roman" panose="02020603050405020304"/>
              </a:rPr>
              <a:t>）</a:t>
            </a:r>
            <a:r>
              <a:rPr lang="en-US" altLang="zh-CN" sz="2000" kern="100" dirty="0">
                <a:latin typeface="Calibri" panose="020F0502020204030204"/>
                <a:ea typeface="宋体" panose="02010600030101010101" pitchFamily="2" charset="-122"/>
                <a:cs typeface="Times New Roman" panose="02020603050405020304"/>
              </a:rPr>
              <a:t>for t= n to </a:t>
            </a:r>
            <a:r>
              <a:rPr lang="en-US" altLang="zh-CN" sz="2000" kern="100" dirty="0" err="1">
                <a:latin typeface="Calibri" panose="020F0502020204030204"/>
                <a:ea typeface="宋体" panose="02010600030101010101" pitchFamily="2" charset="-122"/>
                <a:cs typeface="Times New Roman" panose="02020603050405020304"/>
              </a:rPr>
              <a:t>len</a:t>
            </a:r>
            <a:r>
              <a:rPr lang="en-US" altLang="zh-CN" sz="2000" kern="100" dirty="0">
                <a:latin typeface="Calibri" panose="020F0502020204030204"/>
                <a:ea typeface="宋体" panose="02010600030101010101" pitchFamily="2" charset="-122"/>
                <a:cs typeface="Times New Roman" panose="02020603050405020304"/>
              </a:rPr>
              <a:t>(P)</a:t>
            </a:r>
            <a:endParaRPr lang="zh-CN" altLang="zh-CN" sz="2000" kern="100" dirty="0">
              <a:latin typeface="Calibri" panose="020F0502020204030204"/>
              <a:ea typeface="宋体" panose="02010600030101010101" pitchFamily="2" charset="-122"/>
              <a:cs typeface="Times New Roman" panose="02020603050405020304"/>
            </a:endParaRPr>
          </a:p>
          <a:p>
            <a:pPr algn="just">
              <a:lnSpc>
                <a:spcPct val="150000"/>
              </a:lnSpc>
              <a:spcAft>
                <a:spcPts val="0"/>
              </a:spcAft>
            </a:pPr>
            <a:r>
              <a:rPr lang="en-US" altLang="zh-CN" sz="2000" kern="100" dirty="0">
                <a:latin typeface="宋体" panose="02010600030101010101" pitchFamily="2" charset="-122"/>
                <a:ea typeface="宋体" panose="02010600030101010101" pitchFamily="2" charset="-122"/>
                <a:cs typeface="Times New Roman" panose="02020603050405020304"/>
              </a:rPr>
              <a:t>           bias[t]=</a:t>
            </a:r>
            <a:r>
              <a:rPr lang="zh-CN" altLang="zh-CN" sz="2000" kern="100" dirty="0">
                <a:latin typeface="Calibri" panose="020F0502020204030204"/>
                <a:ea typeface="宋体" panose="02010600030101010101" pitchFamily="2" charset="-122"/>
                <a:cs typeface="Times New Roman" panose="02020603050405020304"/>
              </a:rPr>
              <a:t>（</a:t>
            </a:r>
            <a:r>
              <a:rPr lang="en-US" altLang="zh-CN" sz="2000" kern="100" dirty="0">
                <a:latin typeface="宋体" panose="02010600030101010101" pitchFamily="2" charset="-122"/>
                <a:ea typeface="宋体" panose="02010600030101010101" pitchFamily="2" charset="-122"/>
                <a:cs typeface="Times New Roman" panose="02020603050405020304"/>
              </a:rPr>
              <a:t>P[t]-man[t])/man[t]</a:t>
            </a:r>
            <a:endParaRPr lang="zh-CN" altLang="zh-CN" sz="2000" kern="100" dirty="0">
              <a:effectLst/>
              <a:latin typeface="Calibri" panose="020F0502020204030204"/>
              <a:ea typeface="宋体" panose="02010600030101010101" pitchFamily="2" charset="-122"/>
              <a:cs typeface="Times New Roman" panose="02020603050405020304"/>
            </a:endParaRPr>
          </a:p>
        </p:txBody>
      </p:sp>
    </p:spTree>
  </p:cSld>
  <p:clrMapOvr>
    <a:masterClrMapping/>
  </p:clrMapOvr>
  <mc:AlternateContent xmlns:mc="http://schemas.openxmlformats.org/markup-compatibility/2006">
    <mc:Choice xmlns:p14="http://schemas.microsoft.com/office/powerpoint/2010/main" Requires="p14">
      <p:transition p14:dur="10" advTm="9437"/>
    </mc:Choice>
    <mc:Fallback>
      <p:transition advTm="9437"/>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4"/>
                                        </p:tgtEl>
                                        <p:attrNameLst>
                                          <p:attrName>style.visibility</p:attrName>
                                        </p:attrNameLst>
                                      </p:cBhvr>
                                      <p:to>
                                        <p:strVal val="visible"/>
                                      </p:to>
                                    </p:set>
                                    <p:animEffect transition="in" filter="fade">
                                      <p:cBhvr>
                                        <p:cTn id="14" dur="1000"/>
                                        <p:tgtEl>
                                          <p:spTgt spid="4"/>
                                        </p:tgtEl>
                                      </p:cBhvr>
                                    </p:animEffect>
                                    <p:anim calcmode="lin" valueType="num">
                                      <p:cBhvr>
                                        <p:cTn id="15" dur="1000" fill="hold"/>
                                        <p:tgtEl>
                                          <p:spTgt spid="4"/>
                                        </p:tgtEl>
                                        <p:attrNameLst>
                                          <p:attrName>ppt_x</p:attrName>
                                        </p:attrNameLst>
                                      </p:cBhvr>
                                      <p:tavLst>
                                        <p:tav tm="0">
                                          <p:val>
                                            <p:strVal val="#ppt_x"/>
                                          </p:val>
                                        </p:tav>
                                        <p:tav tm="100000">
                                          <p:val>
                                            <p:strVal val="#ppt_x"/>
                                          </p:val>
                                        </p:tav>
                                      </p:tavLst>
                                    </p:anim>
                                    <p:anim calcmode="lin" valueType="num">
                                      <p:cBhvr>
                                        <p:cTn id="16" dur="100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4"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 name="TextBox 54"/>
          <p:cNvSpPr txBox="1"/>
          <p:nvPr/>
        </p:nvSpPr>
        <p:spPr>
          <a:xfrm>
            <a:off x="1330765" y="44625"/>
            <a:ext cx="9520144" cy="523214"/>
          </a:xfrm>
          <a:prstGeom prst="rect">
            <a:avLst/>
          </a:prstGeom>
          <a:noFill/>
        </p:spPr>
        <p:txBody>
          <a:bodyPr wrap="square" lIns="91434" tIns="45717" rIns="91434" bIns="45717" rtlCol="0">
            <a:spAutoFit/>
          </a:bodyPr>
          <a:lstStyle>
            <a:defPPr>
              <a:defRPr lang="zh-CN"/>
            </a:defPPr>
            <a:lvl1pPr>
              <a:defRPr sz="3200">
                <a:solidFill>
                  <a:schemeClr val="tx1">
                    <a:lumMod val="75000"/>
                  </a:schemeClr>
                </a:solidFill>
                <a:latin typeface="方正卡通简体" pitchFamily="65" charset="-122"/>
                <a:ea typeface="方正卡通简体" pitchFamily="65" charset="-122"/>
              </a:defRPr>
            </a:lvl1pPr>
          </a:lstStyle>
          <a:p>
            <a:r>
              <a:rPr lang="en-US" altLang="zh-CN" sz="2800" dirty="0" smtClean="0">
                <a:solidFill>
                  <a:schemeClr val="accent2"/>
                </a:solidFill>
                <a:latin typeface="微软雅黑" panose="020B0503020204020204" pitchFamily="34" charset="-122"/>
                <a:ea typeface="微软雅黑" panose="020B0503020204020204" pitchFamily="34" charset="-122"/>
              </a:rPr>
              <a:t>9.3.6 </a:t>
            </a:r>
            <a:r>
              <a:rPr lang="zh-CN" altLang="en-US" sz="2800" dirty="0" smtClean="0">
                <a:solidFill>
                  <a:schemeClr val="accent2"/>
                </a:solidFill>
                <a:latin typeface="微软雅黑" panose="020B0503020204020204" pitchFamily="34" charset="-122"/>
                <a:ea typeface="微软雅黑" panose="020B0503020204020204" pitchFamily="34" charset="-122"/>
              </a:rPr>
              <a:t>能量潮指标</a:t>
            </a:r>
            <a:r>
              <a:rPr lang="en-US" altLang="zh-CN" sz="2800" dirty="0" smtClean="0">
                <a:solidFill>
                  <a:schemeClr val="accent2"/>
                </a:solidFill>
                <a:latin typeface="微软雅黑" panose="020B0503020204020204" pitchFamily="34" charset="-122"/>
                <a:ea typeface="微软雅黑" panose="020B0503020204020204" pitchFamily="34" charset="-122"/>
              </a:rPr>
              <a:t>OBV</a:t>
            </a:r>
            <a:endParaRPr lang="zh-CN" altLang="en-US" sz="2800" dirty="0">
              <a:solidFill>
                <a:schemeClr val="accent2"/>
              </a:solidFill>
              <a:latin typeface="微软雅黑" panose="020B0503020204020204" pitchFamily="34" charset="-122"/>
              <a:ea typeface="微软雅黑" panose="020B0503020204020204" pitchFamily="34" charset="-122"/>
            </a:endParaRPr>
          </a:p>
        </p:txBody>
      </p:sp>
      <p:sp>
        <p:nvSpPr>
          <p:cNvPr id="56" name="TextBox 55"/>
          <p:cNvSpPr txBox="1"/>
          <p:nvPr/>
        </p:nvSpPr>
        <p:spPr>
          <a:xfrm>
            <a:off x="140263" y="106179"/>
            <a:ext cx="1064260" cy="400103"/>
          </a:xfrm>
          <a:prstGeom prst="rect">
            <a:avLst/>
          </a:prstGeom>
          <a:noFill/>
        </p:spPr>
        <p:txBody>
          <a:bodyPr wrap="square" lIns="91434" tIns="45717" rIns="91434" bIns="45717" rtlCol="0">
            <a:spAutoFit/>
          </a:bodyPr>
          <a:lstStyle/>
          <a:p>
            <a:pPr algn="r"/>
            <a:r>
              <a:rPr lang="en-US" altLang="zh-CN" sz="2000" dirty="0">
                <a:solidFill>
                  <a:schemeClr val="accent2"/>
                </a:solidFill>
              </a:rPr>
              <a:t>Part</a:t>
            </a:r>
            <a:r>
              <a:rPr lang="en-US" altLang="zh-CN" dirty="0">
                <a:solidFill>
                  <a:schemeClr val="accent2"/>
                </a:solidFill>
              </a:rPr>
              <a:t> </a:t>
            </a:r>
            <a:r>
              <a:rPr lang="en-US" altLang="zh-CN" dirty="0" smtClean="0">
                <a:solidFill>
                  <a:schemeClr val="accent2"/>
                </a:solidFill>
              </a:rPr>
              <a:t>9</a:t>
            </a:r>
            <a:endParaRPr lang="zh-CN" altLang="en-US" dirty="0">
              <a:solidFill>
                <a:schemeClr val="accent2"/>
              </a:solidFill>
            </a:endParaRPr>
          </a:p>
        </p:txBody>
      </p:sp>
      <p:sp>
        <p:nvSpPr>
          <p:cNvPr id="3" name="内容占位符 2"/>
          <p:cNvSpPr>
            <a:spLocks noGrp="1"/>
          </p:cNvSpPr>
          <p:nvPr>
            <p:ph idx="1"/>
          </p:nvPr>
        </p:nvSpPr>
        <p:spPr>
          <a:xfrm>
            <a:off x="825625" y="692696"/>
            <a:ext cx="10601349" cy="5688631"/>
          </a:xfrm>
        </p:spPr>
        <p:txBody>
          <a:bodyPr/>
          <a:lstStyle/>
          <a:p>
            <a:pPr marL="0" indent="457200">
              <a:buNone/>
            </a:pPr>
            <a:r>
              <a:rPr lang="en-US" altLang="zh-CN" sz="1800" dirty="0">
                <a:latin typeface="宋体" panose="02010600030101010101" pitchFamily="2" charset="-122"/>
                <a:ea typeface="宋体" panose="02010600030101010101" pitchFamily="2" charset="-122"/>
              </a:rPr>
              <a:t>OBV</a:t>
            </a:r>
            <a:r>
              <a:rPr lang="zh-CN" altLang="zh-CN" sz="1800" dirty="0">
                <a:latin typeface="宋体" panose="02010600030101010101" pitchFamily="2" charset="-122"/>
                <a:ea typeface="宋体" panose="02010600030101010101" pitchFamily="2" charset="-122"/>
              </a:rPr>
              <a:t>指标又称为能量潮</a:t>
            </a:r>
            <a:r>
              <a:rPr lang="en-US" altLang="zh-CN" sz="1800" dirty="0">
                <a:latin typeface="宋体" panose="02010600030101010101" pitchFamily="2" charset="-122"/>
                <a:ea typeface="宋体" panose="02010600030101010101" pitchFamily="2" charset="-122"/>
              </a:rPr>
              <a:t>,</a:t>
            </a:r>
            <a:r>
              <a:rPr lang="zh-CN" altLang="zh-CN" sz="1800" dirty="0">
                <a:latin typeface="宋体" panose="02010600030101010101" pitchFamily="2" charset="-122"/>
                <a:ea typeface="宋体" panose="02010600030101010101" pitchFamily="2" charset="-122"/>
              </a:rPr>
              <a:t>也叫成交量净额指标</a:t>
            </a:r>
            <a:r>
              <a:rPr lang="en-US" altLang="zh-CN" sz="1800" dirty="0">
                <a:latin typeface="宋体" panose="02010600030101010101" pitchFamily="2" charset="-122"/>
                <a:ea typeface="宋体" panose="02010600030101010101" pitchFamily="2" charset="-122"/>
              </a:rPr>
              <a:t>,</a:t>
            </a:r>
            <a:r>
              <a:rPr lang="zh-CN" altLang="zh-CN" sz="1800" dirty="0">
                <a:latin typeface="宋体" panose="02010600030101010101" pitchFamily="2" charset="-122"/>
                <a:ea typeface="宋体" panose="02010600030101010101" pitchFamily="2" charset="-122"/>
              </a:rPr>
              <a:t>是通过累计每日的需求量和供给量并予以数字化</a:t>
            </a:r>
            <a:r>
              <a:rPr lang="en-US" altLang="zh-CN" sz="1800" dirty="0">
                <a:latin typeface="宋体" panose="02010600030101010101" pitchFamily="2" charset="-122"/>
                <a:ea typeface="宋体" panose="02010600030101010101" pitchFamily="2" charset="-122"/>
              </a:rPr>
              <a:t>,</a:t>
            </a:r>
            <a:r>
              <a:rPr lang="zh-CN" altLang="zh-CN" sz="1800" dirty="0">
                <a:latin typeface="宋体" panose="02010600030101010101" pitchFamily="2" charset="-122"/>
                <a:ea typeface="宋体" panose="02010600030101010101" pitchFamily="2" charset="-122"/>
              </a:rPr>
              <a:t>制成趋势线</a:t>
            </a:r>
            <a:r>
              <a:rPr lang="en-US" altLang="zh-CN" sz="1800" dirty="0">
                <a:latin typeface="宋体" panose="02010600030101010101" pitchFamily="2" charset="-122"/>
                <a:ea typeface="宋体" panose="02010600030101010101" pitchFamily="2" charset="-122"/>
              </a:rPr>
              <a:t>,</a:t>
            </a:r>
            <a:r>
              <a:rPr lang="zh-CN" altLang="zh-CN" sz="1800" dirty="0">
                <a:latin typeface="宋体" panose="02010600030101010101" pitchFamily="2" charset="-122"/>
                <a:ea typeface="宋体" panose="02010600030101010101" pitchFamily="2" charset="-122"/>
              </a:rPr>
              <a:t>然后配合证券价格趋势图</a:t>
            </a:r>
            <a:r>
              <a:rPr lang="en-US" altLang="zh-CN" sz="1800" dirty="0">
                <a:latin typeface="宋体" panose="02010600030101010101" pitchFamily="2" charset="-122"/>
                <a:ea typeface="宋体" panose="02010600030101010101" pitchFamily="2" charset="-122"/>
              </a:rPr>
              <a:t>,</a:t>
            </a:r>
            <a:r>
              <a:rPr lang="zh-CN" altLang="zh-CN" sz="1800" dirty="0">
                <a:latin typeface="宋体" panose="02010600030101010101" pitchFamily="2" charset="-122"/>
                <a:ea typeface="宋体" panose="02010600030101010101" pitchFamily="2" charset="-122"/>
              </a:rPr>
              <a:t>从价格变动与成交量增减的关系上</a:t>
            </a:r>
            <a:r>
              <a:rPr lang="en-US" altLang="zh-CN" sz="1800" dirty="0">
                <a:latin typeface="宋体" panose="02010600030101010101" pitchFamily="2" charset="-122"/>
                <a:ea typeface="宋体" panose="02010600030101010101" pitchFamily="2" charset="-122"/>
              </a:rPr>
              <a:t>,</a:t>
            </a:r>
            <a:r>
              <a:rPr lang="zh-CN" altLang="zh-CN" sz="1800" dirty="0">
                <a:latin typeface="宋体" panose="02010600030101010101" pitchFamily="2" charset="-122"/>
                <a:ea typeface="宋体" panose="02010600030101010101" pitchFamily="2" charset="-122"/>
              </a:rPr>
              <a:t>来推测市场气氛的一种技术指标。</a:t>
            </a:r>
            <a:endParaRPr lang="zh-CN" altLang="zh-CN" sz="1800" dirty="0">
              <a:latin typeface="宋体" panose="02010600030101010101" pitchFamily="2" charset="-122"/>
              <a:ea typeface="宋体" panose="02010600030101010101" pitchFamily="2" charset="-122"/>
            </a:endParaRPr>
          </a:p>
          <a:p>
            <a:pPr marL="0" indent="457200">
              <a:buNone/>
            </a:pPr>
            <a:r>
              <a:rPr lang="zh-CN" altLang="zh-CN" sz="1800" dirty="0">
                <a:latin typeface="宋体" panose="02010600030101010101" pitchFamily="2" charset="-122"/>
                <a:ea typeface="宋体" panose="02010600030101010101" pitchFamily="2" charset="-122"/>
              </a:rPr>
              <a:t>计算公式如下所示</a:t>
            </a:r>
            <a:r>
              <a:rPr lang="zh-CN" altLang="zh-CN" sz="1800" dirty="0" smtClean="0">
                <a:latin typeface="宋体" panose="02010600030101010101" pitchFamily="2" charset="-122"/>
                <a:ea typeface="宋体" panose="02010600030101010101" pitchFamily="2" charset="-122"/>
              </a:rPr>
              <a:t>：</a:t>
            </a:r>
            <a:endParaRPr lang="en-US" altLang="zh-CN" sz="1800" dirty="0" smtClean="0">
              <a:latin typeface="宋体" panose="02010600030101010101" pitchFamily="2" charset="-122"/>
              <a:ea typeface="宋体" panose="02010600030101010101" pitchFamily="2" charset="-122"/>
            </a:endParaRPr>
          </a:p>
          <a:p>
            <a:pPr marL="0" indent="0">
              <a:buNone/>
            </a:pPr>
            <a:r>
              <a:rPr lang="en-US" altLang="zh-CN" sz="1800" dirty="0" smtClean="0">
                <a:latin typeface="宋体" panose="02010600030101010101" pitchFamily="2" charset="-122"/>
                <a:ea typeface="宋体" panose="02010600030101010101" pitchFamily="2" charset="-122"/>
              </a:rPr>
              <a:t>               </a:t>
            </a:r>
            <a:endParaRPr lang="zh-CN" altLang="zh-CN" sz="1800" dirty="0">
              <a:latin typeface="宋体" panose="02010600030101010101" pitchFamily="2" charset="-122"/>
              <a:ea typeface="宋体" panose="02010600030101010101" pitchFamily="2" charset="-122"/>
            </a:endParaRPr>
          </a:p>
          <a:p>
            <a:pPr marL="0" indent="457200">
              <a:buNone/>
            </a:pPr>
            <a:r>
              <a:rPr lang="zh-CN" altLang="zh-CN" sz="1800" dirty="0">
                <a:latin typeface="宋体" panose="02010600030101010101" pitchFamily="2" charset="-122"/>
                <a:ea typeface="宋体" panose="02010600030101010101" pitchFamily="2" charset="-122"/>
              </a:rPr>
              <a:t>其中，</a:t>
            </a:r>
            <a:r>
              <a:rPr lang="en-US" altLang="zh-CN" sz="1800" dirty="0">
                <a:latin typeface="宋体" panose="02010600030101010101" pitchFamily="2" charset="-122"/>
                <a:ea typeface="宋体" panose="02010600030101010101" pitchFamily="2" charset="-122"/>
              </a:rPr>
              <a:t> </a:t>
            </a:r>
            <a:r>
              <a:rPr lang="en-US" altLang="zh-CN" sz="1800" dirty="0" smtClean="0">
                <a:latin typeface="宋体" panose="02010600030101010101" pitchFamily="2" charset="-122"/>
                <a:ea typeface="宋体" panose="02010600030101010101" pitchFamily="2" charset="-122"/>
              </a:rPr>
              <a:t> </a:t>
            </a:r>
            <a:r>
              <a:rPr lang="zh-CN" altLang="zh-CN" sz="1800" dirty="0" smtClean="0">
                <a:latin typeface="宋体" panose="02010600030101010101" pitchFamily="2" charset="-122"/>
                <a:ea typeface="宋体" panose="02010600030101010101" pitchFamily="2" charset="-122"/>
              </a:rPr>
              <a:t>是</a:t>
            </a:r>
            <a:r>
              <a:rPr lang="zh-CN" altLang="zh-CN" sz="1800" dirty="0">
                <a:latin typeface="宋体" panose="02010600030101010101" pitchFamily="2" charset="-122"/>
                <a:ea typeface="宋体" panose="02010600030101010101" pitchFamily="2" charset="-122"/>
              </a:rPr>
              <a:t>符号函数，其数值由下面的式子决定</a:t>
            </a:r>
            <a:r>
              <a:rPr lang="zh-CN" altLang="zh-CN" sz="1800" dirty="0" smtClean="0">
                <a:latin typeface="宋体" panose="02010600030101010101" pitchFamily="2" charset="-122"/>
                <a:ea typeface="宋体" panose="02010600030101010101" pitchFamily="2" charset="-122"/>
              </a:rPr>
              <a:t>：</a:t>
            </a:r>
            <a:endParaRPr lang="en-US" altLang="zh-CN" sz="1800" dirty="0" smtClean="0">
              <a:latin typeface="宋体" panose="02010600030101010101" pitchFamily="2" charset="-122"/>
              <a:ea typeface="宋体" panose="02010600030101010101" pitchFamily="2" charset="-122"/>
            </a:endParaRPr>
          </a:p>
          <a:p>
            <a:pPr marL="0" indent="0">
              <a:buNone/>
            </a:pPr>
            <a:endParaRPr lang="zh-CN" altLang="zh-CN" sz="1800" dirty="0">
              <a:latin typeface="宋体" panose="02010600030101010101" pitchFamily="2" charset="-122"/>
              <a:ea typeface="宋体" panose="02010600030101010101" pitchFamily="2" charset="-122"/>
            </a:endParaRPr>
          </a:p>
          <a:p>
            <a:pPr marL="0" indent="0">
              <a:buNone/>
            </a:pPr>
            <a:r>
              <a:rPr lang="en-US" altLang="zh-CN" sz="1800" dirty="0">
                <a:latin typeface="宋体" panose="02010600030101010101" pitchFamily="2" charset="-122"/>
                <a:ea typeface="宋体" panose="02010600030101010101" pitchFamily="2" charset="-122"/>
              </a:rPr>
              <a:t> </a:t>
            </a:r>
            <a:endParaRPr lang="zh-CN" altLang="zh-CN" sz="1800" dirty="0">
              <a:latin typeface="宋体" panose="02010600030101010101" pitchFamily="2" charset="-122"/>
              <a:ea typeface="宋体" panose="02010600030101010101" pitchFamily="2" charset="-122"/>
            </a:endParaRPr>
          </a:p>
          <a:p>
            <a:pPr marL="0" indent="457200">
              <a:buNone/>
            </a:pPr>
            <a:r>
              <a:rPr lang="zh-CN" altLang="zh-CN" sz="1800" dirty="0">
                <a:latin typeface="宋体" panose="02010600030101010101" pitchFamily="2" charset="-122"/>
                <a:ea typeface="宋体" panose="02010600030101010101" pitchFamily="2" charset="-122"/>
              </a:rPr>
              <a:t>算法如下：</a:t>
            </a:r>
            <a:endParaRPr lang="zh-CN" altLang="zh-CN" sz="1800" dirty="0">
              <a:latin typeface="宋体" panose="02010600030101010101" pitchFamily="2" charset="-122"/>
              <a:ea typeface="宋体" panose="02010600030101010101" pitchFamily="2" charset="-122"/>
            </a:endParaRPr>
          </a:p>
          <a:p>
            <a:pPr marL="0" indent="457200">
              <a:buNone/>
            </a:pPr>
            <a:r>
              <a:rPr lang="zh-CN" altLang="zh-CN" sz="1800" dirty="0">
                <a:latin typeface="宋体" panose="02010600030101010101" pitchFamily="2" charset="-122"/>
                <a:ea typeface="宋体" panose="02010600030101010101" pitchFamily="2" charset="-122"/>
              </a:rPr>
              <a:t>（</a:t>
            </a:r>
            <a:r>
              <a:rPr lang="en-US" altLang="zh-CN" sz="1800" dirty="0">
                <a:latin typeface="宋体" panose="02010600030101010101" pitchFamily="2" charset="-122"/>
                <a:ea typeface="宋体" panose="02010600030101010101" pitchFamily="2" charset="-122"/>
              </a:rPr>
              <a:t>1</a:t>
            </a:r>
            <a:r>
              <a:rPr lang="zh-CN" altLang="zh-CN" sz="1800" dirty="0">
                <a:latin typeface="宋体" panose="02010600030101010101" pitchFamily="2" charset="-122"/>
                <a:ea typeface="宋体" panose="02010600030101010101" pitchFamily="2" charset="-122"/>
              </a:rPr>
              <a:t>）记</a:t>
            </a:r>
            <a:r>
              <a:rPr lang="en-US" altLang="zh-CN" sz="1800" dirty="0">
                <a:latin typeface="宋体" panose="02010600030101010101" pitchFamily="2" charset="-122"/>
                <a:ea typeface="宋体" panose="02010600030101010101" pitchFamily="2" charset="-122"/>
              </a:rPr>
              <a:t>P,S</a:t>
            </a:r>
            <a:r>
              <a:rPr lang="zh-CN" altLang="zh-CN" sz="1800" dirty="0">
                <a:latin typeface="宋体" panose="02010600030101010101" pitchFamily="2" charset="-122"/>
                <a:ea typeface="宋体" panose="02010600030101010101" pitchFamily="2" charset="-122"/>
              </a:rPr>
              <a:t>分别为价格序列和成交量序列，预定义</a:t>
            </a:r>
            <a:r>
              <a:rPr lang="en-US" altLang="zh-CN" sz="1800" dirty="0" err="1">
                <a:latin typeface="宋体" panose="02010600030101010101" pitchFamily="2" charset="-122"/>
                <a:ea typeface="宋体" panose="02010600030101010101" pitchFamily="2" charset="-122"/>
              </a:rPr>
              <a:t>obv</a:t>
            </a:r>
            <a:r>
              <a:rPr lang="en-US" altLang="zh-CN" sz="1800" dirty="0">
                <a:latin typeface="宋体" panose="02010600030101010101" pitchFamily="2" charset="-122"/>
                <a:ea typeface="宋体" panose="02010600030101010101" pitchFamily="2" charset="-122"/>
              </a:rPr>
              <a:t>=</a:t>
            </a:r>
            <a:r>
              <a:rPr lang="en-US" altLang="zh-CN" sz="1800" dirty="0" err="1">
                <a:latin typeface="宋体" panose="02010600030101010101" pitchFamily="2" charset="-122"/>
                <a:ea typeface="宋体" panose="02010600030101010101" pitchFamily="2" charset="-122"/>
              </a:rPr>
              <a:t>np.zeros</a:t>
            </a:r>
            <a:r>
              <a:rPr lang="en-US" altLang="zh-CN" sz="1800" dirty="0">
                <a:latin typeface="宋体" panose="02010600030101010101" pitchFamily="2" charset="-122"/>
                <a:ea typeface="宋体" panose="02010600030101010101" pitchFamily="2" charset="-122"/>
              </a:rPr>
              <a:t>((</a:t>
            </a:r>
            <a:r>
              <a:rPr lang="en-US" altLang="zh-CN" sz="1800" dirty="0" err="1">
                <a:latin typeface="宋体" panose="02010600030101010101" pitchFamily="2" charset="-122"/>
                <a:ea typeface="宋体" panose="02010600030101010101" pitchFamily="2" charset="-122"/>
              </a:rPr>
              <a:t>len</a:t>
            </a:r>
            <a:r>
              <a:rPr lang="en-US" altLang="zh-CN" sz="1800" dirty="0">
                <a:latin typeface="宋体" panose="02010600030101010101" pitchFamily="2" charset="-122"/>
                <a:ea typeface="宋体" panose="02010600030101010101" pitchFamily="2" charset="-122"/>
              </a:rPr>
              <a:t>(P)))</a:t>
            </a:r>
            <a:endParaRPr lang="zh-CN" altLang="zh-CN" sz="1800" dirty="0">
              <a:latin typeface="宋体" panose="02010600030101010101" pitchFamily="2" charset="-122"/>
              <a:ea typeface="宋体" panose="02010600030101010101" pitchFamily="2" charset="-122"/>
            </a:endParaRPr>
          </a:p>
          <a:p>
            <a:pPr marL="0" indent="457200">
              <a:buNone/>
            </a:pPr>
            <a:r>
              <a:rPr lang="zh-CN" altLang="zh-CN" sz="1800" dirty="0">
                <a:latin typeface="宋体" panose="02010600030101010101" pitchFamily="2" charset="-122"/>
                <a:ea typeface="宋体" panose="02010600030101010101" pitchFamily="2" charset="-122"/>
              </a:rPr>
              <a:t>（</a:t>
            </a:r>
            <a:r>
              <a:rPr lang="en-US" altLang="zh-CN" sz="1800" dirty="0">
                <a:latin typeface="宋体" panose="02010600030101010101" pitchFamily="2" charset="-122"/>
                <a:ea typeface="宋体" panose="02010600030101010101" pitchFamily="2" charset="-122"/>
              </a:rPr>
              <a:t>2</a:t>
            </a:r>
            <a:r>
              <a:rPr lang="zh-CN" altLang="zh-CN" sz="1800" dirty="0">
                <a:latin typeface="宋体" panose="02010600030101010101" pitchFamily="2" charset="-122"/>
                <a:ea typeface="宋体" panose="02010600030101010101" pitchFamily="2" charset="-122"/>
              </a:rPr>
              <a:t>）</a:t>
            </a:r>
            <a:r>
              <a:rPr lang="en-US" altLang="zh-CN" sz="1800" dirty="0">
                <a:latin typeface="宋体" panose="02010600030101010101" pitchFamily="2" charset="-122"/>
                <a:ea typeface="宋体" panose="02010600030101010101" pitchFamily="2" charset="-122"/>
              </a:rPr>
              <a:t>for t = 1 to </a:t>
            </a:r>
            <a:r>
              <a:rPr lang="en-US" altLang="zh-CN" sz="1800" dirty="0" err="1">
                <a:latin typeface="宋体" panose="02010600030101010101" pitchFamily="2" charset="-122"/>
                <a:ea typeface="宋体" panose="02010600030101010101" pitchFamily="2" charset="-122"/>
              </a:rPr>
              <a:t>len</a:t>
            </a:r>
            <a:r>
              <a:rPr lang="en-US" altLang="zh-CN" sz="1800" dirty="0">
                <a:latin typeface="宋体" panose="02010600030101010101" pitchFamily="2" charset="-122"/>
                <a:ea typeface="宋体" panose="02010600030101010101" pitchFamily="2" charset="-122"/>
              </a:rPr>
              <a:t>(P)</a:t>
            </a:r>
            <a:endParaRPr lang="zh-CN" altLang="zh-CN" sz="1800" dirty="0">
              <a:latin typeface="宋体" panose="02010600030101010101" pitchFamily="2" charset="-122"/>
              <a:ea typeface="宋体" panose="02010600030101010101" pitchFamily="2" charset="-122"/>
            </a:endParaRPr>
          </a:p>
          <a:p>
            <a:pPr marL="0" indent="457200">
              <a:buNone/>
            </a:pPr>
            <a:r>
              <a:rPr lang="en-US" altLang="zh-CN" sz="1800" dirty="0">
                <a:latin typeface="宋体" panose="02010600030101010101" pitchFamily="2" charset="-122"/>
                <a:ea typeface="宋体" panose="02010600030101010101" pitchFamily="2" charset="-122"/>
              </a:rPr>
              <a:t>      if t=1</a:t>
            </a:r>
            <a:endParaRPr lang="zh-CN" altLang="zh-CN" sz="1800" dirty="0">
              <a:latin typeface="宋体" panose="02010600030101010101" pitchFamily="2" charset="-122"/>
              <a:ea typeface="宋体" panose="02010600030101010101" pitchFamily="2" charset="-122"/>
            </a:endParaRPr>
          </a:p>
          <a:p>
            <a:pPr marL="0" indent="457200">
              <a:buNone/>
            </a:pPr>
            <a:r>
              <a:rPr lang="en-US" altLang="zh-CN" sz="1800" dirty="0">
                <a:latin typeface="宋体" panose="02010600030101010101" pitchFamily="2" charset="-122"/>
                <a:ea typeface="宋体" panose="02010600030101010101" pitchFamily="2" charset="-122"/>
              </a:rPr>
              <a:t>        </a:t>
            </a:r>
            <a:r>
              <a:rPr lang="en-US" altLang="zh-CN" sz="1800" dirty="0" err="1">
                <a:latin typeface="宋体" panose="02010600030101010101" pitchFamily="2" charset="-122"/>
                <a:ea typeface="宋体" panose="02010600030101010101" pitchFamily="2" charset="-122"/>
              </a:rPr>
              <a:t>obv</a:t>
            </a:r>
            <a:r>
              <a:rPr lang="en-US" altLang="zh-CN" sz="1800" dirty="0">
                <a:latin typeface="宋体" panose="02010600030101010101" pitchFamily="2" charset="-122"/>
                <a:ea typeface="宋体" panose="02010600030101010101" pitchFamily="2" charset="-122"/>
              </a:rPr>
              <a:t>[t]=S[t]</a:t>
            </a:r>
            <a:endParaRPr lang="zh-CN" altLang="zh-CN" sz="1800" dirty="0">
              <a:latin typeface="宋体" panose="02010600030101010101" pitchFamily="2" charset="-122"/>
              <a:ea typeface="宋体" panose="02010600030101010101" pitchFamily="2" charset="-122"/>
            </a:endParaRPr>
          </a:p>
          <a:p>
            <a:pPr marL="0" indent="457200">
              <a:buNone/>
            </a:pPr>
            <a:r>
              <a:rPr lang="zh-CN" altLang="en-US" sz="1800" dirty="0" smtClean="0">
                <a:latin typeface="宋体" panose="02010600030101010101" pitchFamily="2" charset="-122"/>
                <a:ea typeface="宋体" panose="02010600030101010101" pitchFamily="2" charset="-122"/>
              </a:rPr>
              <a:t>　　　</a:t>
            </a:r>
            <a:r>
              <a:rPr lang="en-US" altLang="zh-CN" sz="1800" dirty="0" smtClean="0">
                <a:latin typeface="宋体" panose="02010600030101010101" pitchFamily="2" charset="-122"/>
                <a:ea typeface="宋体" panose="02010600030101010101" pitchFamily="2" charset="-122"/>
              </a:rPr>
              <a:t>if </a:t>
            </a:r>
            <a:r>
              <a:rPr lang="en-US" altLang="zh-CN" sz="1800" dirty="0">
                <a:latin typeface="宋体" panose="02010600030101010101" pitchFamily="2" charset="-122"/>
                <a:ea typeface="宋体" panose="02010600030101010101" pitchFamily="2" charset="-122"/>
              </a:rPr>
              <a:t>t&gt;1</a:t>
            </a:r>
            <a:endParaRPr lang="zh-CN" altLang="zh-CN" sz="1800" dirty="0">
              <a:latin typeface="宋体" panose="02010600030101010101" pitchFamily="2" charset="-122"/>
              <a:ea typeface="宋体" panose="02010600030101010101" pitchFamily="2" charset="-122"/>
            </a:endParaRPr>
          </a:p>
          <a:p>
            <a:pPr marL="0" indent="457200">
              <a:buNone/>
            </a:pPr>
            <a:r>
              <a:rPr lang="en-US" altLang="zh-CN" sz="1800" dirty="0">
                <a:latin typeface="宋体" panose="02010600030101010101" pitchFamily="2" charset="-122"/>
                <a:ea typeface="宋体" panose="02010600030101010101" pitchFamily="2" charset="-122"/>
              </a:rPr>
              <a:t>            if P[t]&gt;=P[t-1]</a:t>
            </a:r>
            <a:endParaRPr lang="zh-CN" altLang="zh-CN" sz="1800" dirty="0">
              <a:latin typeface="宋体" panose="02010600030101010101" pitchFamily="2" charset="-122"/>
              <a:ea typeface="宋体" panose="02010600030101010101" pitchFamily="2" charset="-122"/>
            </a:endParaRPr>
          </a:p>
          <a:p>
            <a:pPr marL="0" indent="457200">
              <a:buNone/>
            </a:pPr>
            <a:r>
              <a:rPr lang="en-US" altLang="zh-CN" sz="1800" dirty="0">
                <a:latin typeface="宋体" panose="02010600030101010101" pitchFamily="2" charset="-122"/>
                <a:ea typeface="宋体" panose="02010600030101010101" pitchFamily="2" charset="-122"/>
              </a:rPr>
              <a:t>                </a:t>
            </a:r>
            <a:r>
              <a:rPr lang="en-US" altLang="zh-CN" sz="1800" dirty="0" err="1">
                <a:latin typeface="宋体" panose="02010600030101010101" pitchFamily="2" charset="-122"/>
                <a:ea typeface="宋体" panose="02010600030101010101" pitchFamily="2" charset="-122"/>
              </a:rPr>
              <a:t>obv</a:t>
            </a:r>
            <a:r>
              <a:rPr lang="en-US" altLang="zh-CN" sz="1800" dirty="0">
                <a:latin typeface="宋体" panose="02010600030101010101" pitchFamily="2" charset="-122"/>
                <a:ea typeface="宋体" panose="02010600030101010101" pitchFamily="2" charset="-122"/>
              </a:rPr>
              <a:t>[t]=</a:t>
            </a:r>
            <a:r>
              <a:rPr lang="en-US" altLang="zh-CN" sz="1800" dirty="0" err="1">
                <a:latin typeface="宋体" panose="02010600030101010101" pitchFamily="2" charset="-122"/>
                <a:ea typeface="宋体" panose="02010600030101010101" pitchFamily="2" charset="-122"/>
              </a:rPr>
              <a:t>obv</a:t>
            </a:r>
            <a:r>
              <a:rPr lang="en-US" altLang="zh-CN" sz="1800" dirty="0">
                <a:latin typeface="宋体" panose="02010600030101010101" pitchFamily="2" charset="-122"/>
                <a:ea typeface="宋体" panose="02010600030101010101" pitchFamily="2" charset="-122"/>
              </a:rPr>
              <a:t>[t-1]+S[t]</a:t>
            </a:r>
            <a:endParaRPr lang="zh-CN" altLang="zh-CN" sz="1800" dirty="0">
              <a:latin typeface="宋体" panose="02010600030101010101" pitchFamily="2" charset="-122"/>
              <a:ea typeface="宋体" panose="02010600030101010101" pitchFamily="2" charset="-122"/>
            </a:endParaRPr>
          </a:p>
          <a:p>
            <a:pPr marL="0" indent="457200">
              <a:buNone/>
            </a:pPr>
            <a:r>
              <a:rPr lang="en-US" altLang="zh-CN" sz="1800" dirty="0">
                <a:latin typeface="宋体" panose="02010600030101010101" pitchFamily="2" charset="-122"/>
                <a:ea typeface="宋体" panose="02010600030101010101" pitchFamily="2" charset="-122"/>
              </a:rPr>
              <a:t>            if P[t]&lt;P[t-1</a:t>
            </a:r>
            <a:r>
              <a:rPr lang="en-US" altLang="zh-CN" sz="1800" dirty="0" smtClean="0">
                <a:latin typeface="宋体" panose="02010600030101010101" pitchFamily="2" charset="-122"/>
                <a:ea typeface="宋体" panose="02010600030101010101" pitchFamily="2" charset="-122"/>
              </a:rPr>
              <a:t>]:</a:t>
            </a:r>
            <a:endParaRPr lang="en-US" altLang="zh-CN" sz="1800" dirty="0">
              <a:latin typeface="宋体" panose="02010600030101010101" pitchFamily="2" charset="-122"/>
              <a:ea typeface="宋体" panose="02010600030101010101" pitchFamily="2" charset="-122"/>
            </a:endParaRPr>
          </a:p>
          <a:p>
            <a:pPr marL="0" indent="457200">
              <a:buNone/>
            </a:pPr>
            <a:r>
              <a:rPr lang="zh-CN" altLang="en-US" sz="1800" dirty="0">
                <a:latin typeface="宋体" panose="02010600030101010101" pitchFamily="2" charset="-122"/>
                <a:ea typeface="宋体" panose="02010600030101010101" pitchFamily="2" charset="-122"/>
              </a:rPr>
              <a:t>　</a:t>
            </a:r>
            <a:r>
              <a:rPr lang="zh-CN" altLang="en-US" sz="1800" dirty="0" smtClean="0">
                <a:latin typeface="宋体" panose="02010600030101010101" pitchFamily="2" charset="-122"/>
                <a:ea typeface="宋体" panose="02010600030101010101" pitchFamily="2" charset="-122"/>
              </a:rPr>
              <a:t>　　　　　</a:t>
            </a:r>
            <a:r>
              <a:rPr lang="en-US" altLang="zh-CN" sz="1800" dirty="0" smtClean="0"/>
              <a:t> </a:t>
            </a:r>
            <a:r>
              <a:rPr lang="en-US" altLang="zh-CN" sz="1800" dirty="0" err="1">
                <a:latin typeface="宋体" panose="02010600030101010101" pitchFamily="2" charset="-122"/>
                <a:ea typeface="宋体" panose="02010600030101010101" pitchFamily="2" charset="-122"/>
              </a:rPr>
              <a:t>obv</a:t>
            </a:r>
            <a:r>
              <a:rPr lang="en-US" altLang="zh-CN" sz="1800" dirty="0">
                <a:latin typeface="宋体" panose="02010600030101010101" pitchFamily="2" charset="-122"/>
                <a:ea typeface="宋体" panose="02010600030101010101" pitchFamily="2" charset="-122"/>
              </a:rPr>
              <a:t>[t]=</a:t>
            </a:r>
            <a:r>
              <a:rPr lang="en-US" altLang="zh-CN" sz="1800" dirty="0" err="1">
                <a:latin typeface="宋体" panose="02010600030101010101" pitchFamily="2" charset="-122"/>
                <a:ea typeface="宋体" panose="02010600030101010101" pitchFamily="2" charset="-122"/>
              </a:rPr>
              <a:t>obv</a:t>
            </a:r>
            <a:r>
              <a:rPr lang="en-US" altLang="zh-CN" sz="1800" dirty="0">
                <a:latin typeface="宋体" panose="02010600030101010101" pitchFamily="2" charset="-122"/>
                <a:ea typeface="宋体" panose="02010600030101010101" pitchFamily="2" charset="-122"/>
              </a:rPr>
              <a:t>[t-1]-S[t</a:t>
            </a:r>
            <a:r>
              <a:rPr lang="en-US" altLang="zh-CN" sz="1800" dirty="0" smtClean="0">
                <a:latin typeface="宋体" panose="02010600030101010101" pitchFamily="2" charset="-122"/>
                <a:ea typeface="宋体" panose="02010600030101010101" pitchFamily="2" charset="-122"/>
              </a:rPr>
              <a:t>]</a:t>
            </a:r>
            <a:endParaRPr lang="en-US" altLang="zh-CN" sz="1800" dirty="0" smtClean="0">
              <a:latin typeface="宋体" panose="02010600030101010101" pitchFamily="2" charset="-122"/>
              <a:ea typeface="宋体" panose="02010600030101010101" pitchFamily="2" charset="-122"/>
            </a:endParaRPr>
          </a:p>
          <a:p>
            <a:pPr marL="0" indent="457200">
              <a:buNone/>
            </a:pPr>
            <a:endParaRPr lang="zh-CN" altLang="zh-CN" sz="1800" dirty="0">
              <a:latin typeface="宋体" panose="02010600030101010101" pitchFamily="2" charset="-122"/>
              <a:ea typeface="宋体" panose="02010600030101010101" pitchFamily="2" charset="-122"/>
            </a:endParaRPr>
          </a:p>
          <a:p>
            <a:pPr marL="0" indent="0">
              <a:buNone/>
            </a:pPr>
            <a:endParaRPr lang="zh-CN" altLang="en-US" dirty="0"/>
          </a:p>
        </p:txBody>
      </p:sp>
      <p:pic>
        <p:nvPicPr>
          <p:cNvPr id="2050"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858021" y="1622692"/>
            <a:ext cx="3744416" cy="3120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051"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05067" y="2012842"/>
            <a:ext cx="426145" cy="2791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052"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827650" y="2294618"/>
            <a:ext cx="3672408" cy="7107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mc:AlternateContent xmlns:mc="http://schemas.openxmlformats.org/markup-compatibility/2006">
    <mc:Choice xmlns:p14="http://schemas.microsoft.com/office/powerpoint/2010/main" Requires="p14">
      <p:transition p14:dur="10" advTm="9437"/>
    </mc:Choice>
    <mc:Fallback>
      <p:transition advTm="9437"/>
    </mc:Fallback>
  </mc:AlternateContent>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 name="TextBox 54"/>
          <p:cNvSpPr txBox="1"/>
          <p:nvPr/>
        </p:nvSpPr>
        <p:spPr>
          <a:xfrm>
            <a:off x="1330765" y="44625"/>
            <a:ext cx="9520144" cy="523214"/>
          </a:xfrm>
          <a:prstGeom prst="rect">
            <a:avLst/>
          </a:prstGeom>
          <a:noFill/>
        </p:spPr>
        <p:txBody>
          <a:bodyPr wrap="square" lIns="91434" tIns="45717" rIns="91434" bIns="45717" rtlCol="0">
            <a:spAutoFit/>
          </a:bodyPr>
          <a:lstStyle>
            <a:defPPr>
              <a:defRPr lang="zh-CN"/>
            </a:defPPr>
            <a:lvl1pPr>
              <a:defRPr sz="3200">
                <a:solidFill>
                  <a:schemeClr val="tx1">
                    <a:lumMod val="75000"/>
                  </a:schemeClr>
                </a:solidFill>
                <a:latin typeface="方正卡通简体" pitchFamily="65" charset="-122"/>
                <a:ea typeface="方正卡通简体" pitchFamily="65" charset="-122"/>
              </a:defRPr>
            </a:lvl1pPr>
          </a:lstStyle>
          <a:p>
            <a:r>
              <a:rPr lang="en-US" altLang="zh-CN" sz="2800" dirty="0" smtClean="0">
                <a:solidFill>
                  <a:schemeClr val="accent2"/>
                </a:solidFill>
                <a:latin typeface="微软雅黑" panose="020B0503020204020204" pitchFamily="34" charset="-122"/>
                <a:ea typeface="微软雅黑" panose="020B0503020204020204" pitchFamily="34" charset="-122"/>
              </a:rPr>
              <a:t>9.3.7 </a:t>
            </a:r>
            <a:r>
              <a:rPr lang="zh-CN" altLang="en-US" sz="2800" dirty="0" smtClean="0">
                <a:solidFill>
                  <a:schemeClr val="accent2"/>
                </a:solidFill>
                <a:latin typeface="微软雅黑" panose="020B0503020204020204" pitchFamily="34" charset="-122"/>
                <a:ea typeface="微软雅黑" panose="020B0503020204020204" pitchFamily="34" charset="-122"/>
              </a:rPr>
              <a:t>涨跌趋势指标</a:t>
            </a:r>
            <a:endParaRPr lang="zh-CN" altLang="en-US" sz="2800" dirty="0">
              <a:solidFill>
                <a:schemeClr val="accent2"/>
              </a:solidFill>
              <a:latin typeface="微软雅黑" panose="020B0503020204020204" pitchFamily="34" charset="-122"/>
              <a:ea typeface="微软雅黑" panose="020B0503020204020204" pitchFamily="34" charset="-122"/>
            </a:endParaRPr>
          </a:p>
        </p:txBody>
      </p:sp>
      <p:sp>
        <p:nvSpPr>
          <p:cNvPr id="56" name="TextBox 55"/>
          <p:cNvSpPr txBox="1"/>
          <p:nvPr/>
        </p:nvSpPr>
        <p:spPr>
          <a:xfrm>
            <a:off x="140263" y="106179"/>
            <a:ext cx="1064260" cy="400103"/>
          </a:xfrm>
          <a:prstGeom prst="rect">
            <a:avLst/>
          </a:prstGeom>
          <a:noFill/>
        </p:spPr>
        <p:txBody>
          <a:bodyPr wrap="square" lIns="91434" tIns="45717" rIns="91434" bIns="45717" rtlCol="0">
            <a:spAutoFit/>
          </a:bodyPr>
          <a:lstStyle/>
          <a:p>
            <a:pPr algn="r"/>
            <a:r>
              <a:rPr lang="en-US" altLang="zh-CN" sz="2000" dirty="0">
                <a:solidFill>
                  <a:schemeClr val="accent2"/>
                </a:solidFill>
              </a:rPr>
              <a:t>Part</a:t>
            </a:r>
            <a:r>
              <a:rPr lang="en-US" altLang="zh-CN" dirty="0">
                <a:solidFill>
                  <a:schemeClr val="accent2"/>
                </a:solidFill>
              </a:rPr>
              <a:t> </a:t>
            </a:r>
            <a:r>
              <a:rPr lang="en-US" altLang="zh-CN" dirty="0" smtClean="0">
                <a:solidFill>
                  <a:schemeClr val="accent2"/>
                </a:solidFill>
              </a:rPr>
              <a:t>9</a:t>
            </a:r>
            <a:endParaRPr lang="zh-CN" altLang="en-US" dirty="0">
              <a:solidFill>
                <a:schemeClr val="accent2"/>
              </a:solidFill>
            </a:endParaRPr>
          </a:p>
        </p:txBody>
      </p:sp>
      <p:sp>
        <p:nvSpPr>
          <p:cNvPr id="3" name="内容占位符 2"/>
          <p:cNvSpPr>
            <a:spLocks noGrp="1"/>
          </p:cNvSpPr>
          <p:nvPr>
            <p:ph idx="1"/>
          </p:nvPr>
        </p:nvSpPr>
        <p:spPr>
          <a:xfrm>
            <a:off x="825625" y="980728"/>
            <a:ext cx="10601349" cy="5184576"/>
          </a:xfrm>
        </p:spPr>
        <p:txBody>
          <a:bodyPr/>
          <a:lstStyle/>
          <a:p>
            <a:pPr marL="0" indent="457200">
              <a:buNone/>
            </a:pPr>
            <a:r>
              <a:rPr lang="zh-CN" altLang="zh-CN" dirty="0"/>
              <a:t>股价趋势预测主要是通过建立</a:t>
            </a:r>
            <a:r>
              <a:rPr lang="zh-CN" altLang="zh-CN" dirty="0" smtClean="0"/>
              <a:t>预测模型</a:t>
            </a:r>
            <a:r>
              <a:rPr lang="zh-CN" altLang="en-US" dirty="0" smtClean="0"/>
              <a:t>　　　</a:t>
            </a:r>
            <a:r>
              <a:rPr lang="zh-CN" altLang="zh-CN" dirty="0" smtClean="0"/>
              <a:t>来</a:t>
            </a:r>
            <a:r>
              <a:rPr lang="zh-CN" altLang="zh-CN" dirty="0"/>
              <a:t>进行的，</a:t>
            </a:r>
            <a:r>
              <a:rPr lang="en-US" altLang="zh-CN" dirty="0"/>
              <a:t> </a:t>
            </a:r>
            <a:r>
              <a:rPr lang="zh-CN" altLang="zh-CN" dirty="0"/>
              <a:t>是自变量，</a:t>
            </a:r>
            <a:r>
              <a:rPr lang="en-US" altLang="zh-CN" dirty="0"/>
              <a:t> </a:t>
            </a:r>
            <a:r>
              <a:rPr lang="zh-CN" altLang="zh-CN" dirty="0"/>
              <a:t>是因变量。在本文中主要是将这些技术指标作为输入自变量</a:t>
            </a:r>
            <a:r>
              <a:rPr lang="en-US" altLang="zh-CN" dirty="0"/>
              <a:t> </a:t>
            </a:r>
            <a:r>
              <a:rPr lang="zh-CN" altLang="en-US" dirty="0"/>
              <a:t>　</a:t>
            </a:r>
            <a:r>
              <a:rPr lang="zh-CN" altLang="zh-CN" dirty="0" smtClean="0"/>
              <a:t>，</a:t>
            </a:r>
            <a:r>
              <a:rPr lang="zh-CN" altLang="zh-CN" dirty="0"/>
              <a:t>而</a:t>
            </a:r>
            <a:r>
              <a:rPr lang="zh-CN" altLang="zh-CN" dirty="0" smtClean="0"/>
              <a:t>因变量</a:t>
            </a:r>
            <a:r>
              <a:rPr lang="zh-CN" altLang="en-US" dirty="0" smtClean="0"/>
              <a:t>　</a:t>
            </a:r>
            <a:r>
              <a:rPr lang="en-US" altLang="zh-CN" dirty="0" smtClean="0"/>
              <a:t> </a:t>
            </a:r>
            <a:r>
              <a:rPr lang="zh-CN" altLang="zh-CN" dirty="0"/>
              <a:t>是根据股票每日的收盘价来确定的。下一日收盘价减去当日收盘价，若大于</a:t>
            </a:r>
            <a:r>
              <a:rPr lang="en-US" altLang="zh-CN" dirty="0"/>
              <a:t>0</a:t>
            </a:r>
            <a:r>
              <a:rPr lang="zh-CN" altLang="zh-CN" dirty="0"/>
              <a:t>，则下日股价呈现上涨趋势，记为</a:t>
            </a:r>
            <a:r>
              <a:rPr lang="en-US" altLang="zh-CN" dirty="0"/>
              <a:t>+1</a:t>
            </a:r>
            <a:r>
              <a:rPr lang="zh-CN" altLang="zh-CN" dirty="0"/>
              <a:t>类，反之则股价呈现下跌趋势，记为</a:t>
            </a:r>
            <a:r>
              <a:rPr lang="en-US" altLang="zh-CN" dirty="0"/>
              <a:t>-1</a:t>
            </a:r>
            <a:r>
              <a:rPr lang="zh-CN" altLang="zh-CN" dirty="0"/>
              <a:t>类。因变量</a:t>
            </a:r>
            <a:r>
              <a:rPr lang="en-US" altLang="zh-CN" dirty="0"/>
              <a:t>y</a:t>
            </a:r>
            <a:r>
              <a:rPr lang="zh-CN" altLang="zh-CN" dirty="0"/>
              <a:t>的计算方法如下：</a:t>
            </a:r>
            <a:endParaRPr lang="zh-CN" altLang="zh-CN" dirty="0"/>
          </a:p>
          <a:p>
            <a:pPr marL="0" indent="0">
              <a:buNone/>
            </a:pPr>
            <a:r>
              <a:rPr lang="zh-CN" altLang="zh-CN" dirty="0"/>
              <a:t>（</a:t>
            </a:r>
            <a:r>
              <a:rPr lang="en-US" altLang="zh-CN" dirty="0"/>
              <a:t>1</a:t>
            </a:r>
            <a:r>
              <a:rPr lang="zh-CN" altLang="zh-CN" dirty="0"/>
              <a:t>）预定义</a:t>
            </a:r>
            <a:r>
              <a:rPr lang="en-US" altLang="zh-CN" dirty="0"/>
              <a:t>y= </a:t>
            </a:r>
            <a:r>
              <a:rPr lang="en-US" altLang="zh-CN" dirty="0" err="1"/>
              <a:t>np.zeros</a:t>
            </a:r>
            <a:r>
              <a:rPr lang="en-US" altLang="zh-CN" dirty="0"/>
              <a:t>(</a:t>
            </a:r>
            <a:r>
              <a:rPr lang="en-US" altLang="zh-CN" dirty="0" err="1"/>
              <a:t>len</a:t>
            </a:r>
            <a:r>
              <a:rPr lang="en-US" altLang="zh-CN" dirty="0"/>
              <a:t>(P)),</a:t>
            </a:r>
            <a:r>
              <a:rPr lang="zh-CN" altLang="zh-CN" dirty="0"/>
              <a:t>其中</a:t>
            </a:r>
            <a:r>
              <a:rPr lang="en-US" altLang="zh-CN" dirty="0"/>
              <a:t>P</a:t>
            </a:r>
            <a:r>
              <a:rPr lang="zh-CN" altLang="zh-CN" dirty="0"/>
              <a:t>为价格序列</a:t>
            </a:r>
            <a:endParaRPr lang="zh-CN" altLang="zh-CN" dirty="0"/>
          </a:p>
          <a:p>
            <a:pPr marL="0" indent="0">
              <a:buNone/>
            </a:pPr>
            <a:r>
              <a:rPr lang="zh-CN" altLang="zh-CN" dirty="0"/>
              <a:t>（</a:t>
            </a:r>
            <a:r>
              <a:rPr lang="en-US" altLang="zh-CN" dirty="0"/>
              <a:t>2</a:t>
            </a:r>
            <a:r>
              <a:rPr lang="zh-CN" altLang="zh-CN" dirty="0"/>
              <a:t>）预定义标识变量</a:t>
            </a:r>
            <a:r>
              <a:rPr lang="en-US" altLang="zh-CN" dirty="0"/>
              <a:t>z=</a:t>
            </a:r>
            <a:r>
              <a:rPr lang="en-US" altLang="zh-CN" dirty="0" err="1"/>
              <a:t>np.zeros</a:t>
            </a:r>
            <a:r>
              <a:rPr lang="en-US" altLang="zh-CN" dirty="0"/>
              <a:t>(</a:t>
            </a:r>
            <a:r>
              <a:rPr lang="en-US" altLang="zh-CN" dirty="0" err="1"/>
              <a:t>len</a:t>
            </a:r>
            <a:r>
              <a:rPr lang="en-US" altLang="zh-CN" dirty="0"/>
              <a:t>(y)-1)</a:t>
            </a:r>
            <a:endParaRPr lang="zh-CN" altLang="zh-CN" dirty="0"/>
          </a:p>
          <a:p>
            <a:pPr marL="0" indent="0">
              <a:buNone/>
            </a:pPr>
            <a:r>
              <a:rPr lang="zh-CN" altLang="zh-CN" dirty="0"/>
              <a:t>（</a:t>
            </a:r>
            <a:r>
              <a:rPr lang="en-US" altLang="zh-CN" dirty="0"/>
              <a:t>3</a:t>
            </a:r>
            <a:r>
              <a:rPr lang="zh-CN" altLang="zh-CN" dirty="0"/>
              <a:t>）</a:t>
            </a:r>
            <a:r>
              <a:rPr lang="en-US" altLang="zh-CN" dirty="0"/>
              <a:t>for t = 1 to </a:t>
            </a:r>
            <a:r>
              <a:rPr lang="en-US" altLang="zh-CN" dirty="0" err="1"/>
              <a:t>len</a:t>
            </a:r>
            <a:r>
              <a:rPr lang="en-US" altLang="zh-CN" dirty="0"/>
              <a:t>(z)</a:t>
            </a:r>
            <a:endParaRPr lang="zh-CN" altLang="zh-CN" dirty="0"/>
          </a:p>
          <a:p>
            <a:pPr marL="0" indent="0">
              <a:buNone/>
            </a:pPr>
            <a:r>
              <a:rPr lang="en-US" altLang="zh-CN" dirty="0"/>
              <a:t>       </a:t>
            </a:r>
            <a:r>
              <a:rPr lang="zh-CN" altLang="en-US" dirty="0" smtClean="0"/>
              <a:t>　</a:t>
            </a:r>
            <a:r>
              <a:rPr lang="en-US" altLang="zh-CN" dirty="0" smtClean="0"/>
              <a:t>z[P[2:end</a:t>
            </a:r>
            <a:r>
              <a:rPr lang="en-US" altLang="zh-CN" dirty="0"/>
              <a:t>]-P[1:end-1]&gt;0]=1       </a:t>
            </a:r>
            <a:r>
              <a:rPr lang="zh-CN" altLang="zh-CN" dirty="0"/>
              <a:t>涨</a:t>
            </a:r>
            <a:endParaRPr lang="zh-CN" altLang="zh-CN" dirty="0"/>
          </a:p>
          <a:p>
            <a:pPr marL="0" indent="0">
              <a:buNone/>
            </a:pPr>
            <a:r>
              <a:rPr lang="en-US" altLang="zh-CN" dirty="0"/>
              <a:t>       </a:t>
            </a:r>
            <a:r>
              <a:rPr lang="zh-CN" altLang="en-US" dirty="0" smtClean="0"/>
              <a:t>　</a:t>
            </a:r>
            <a:r>
              <a:rPr lang="en-US" altLang="zh-CN" dirty="0" smtClean="0"/>
              <a:t>z[P[2:end</a:t>
            </a:r>
            <a:r>
              <a:rPr lang="en-US" altLang="zh-CN" dirty="0"/>
              <a:t>]-P[1:end-1]s==0]=0     </a:t>
            </a:r>
            <a:r>
              <a:rPr lang="zh-CN" altLang="zh-CN" dirty="0"/>
              <a:t>平</a:t>
            </a:r>
            <a:endParaRPr lang="zh-CN" altLang="zh-CN" dirty="0"/>
          </a:p>
          <a:p>
            <a:pPr marL="0" indent="0">
              <a:buNone/>
            </a:pPr>
            <a:r>
              <a:rPr lang="en-US" altLang="zh-CN" dirty="0"/>
              <a:t>       </a:t>
            </a:r>
            <a:r>
              <a:rPr lang="zh-CN" altLang="en-US" dirty="0" smtClean="0"/>
              <a:t>　</a:t>
            </a:r>
            <a:r>
              <a:rPr lang="en-US" altLang="zh-CN" dirty="0" smtClean="0"/>
              <a:t>z[P[2:end</a:t>
            </a:r>
            <a:r>
              <a:rPr lang="en-US" altLang="zh-CN" dirty="0"/>
              <a:t>]-P[1:end-1]&lt;0]=-1      </a:t>
            </a:r>
            <a:r>
              <a:rPr lang="zh-CN" altLang="zh-CN" dirty="0"/>
              <a:t>跌</a:t>
            </a:r>
            <a:endParaRPr lang="zh-CN" altLang="zh-CN" dirty="0"/>
          </a:p>
          <a:p>
            <a:pPr marL="0" indent="0">
              <a:buNone/>
            </a:pPr>
            <a:r>
              <a:rPr lang="en-US" altLang="zh-CN" dirty="0"/>
              <a:t>       </a:t>
            </a:r>
            <a:r>
              <a:rPr lang="zh-CN" altLang="en-US" dirty="0" smtClean="0"/>
              <a:t>　</a:t>
            </a:r>
            <a:r>
              <a:rPr lang="en-US" altLang="zh-CN" dirty="0" smtClean="0"/>
              <a:t>y[t+1</a:t>
            </a:r>
            <a:r>
              <a:rPr lang="en-US" altLang="zh-CN" dirty="0"/>
              <a:t>]=z[t]</a:t>
            </a:r>
            <a:endParaRPr lang="zh-CN" altLang="zh-CN" dirty="0"/>
          </a:p>
          <a:p>
            <a:pPr marL="0" indent="457200">
              <a:buNone/>
            </a:pPr>
            <a:r>
              <a:rPr lang="zh-CN" altLang="zh-CN" dirty="0"/>
              <a:t>最终将该问题转化为分类问题或者模式识别问题，相关的模型很多，比如支持向量机、逻辑回归、神经网络均能实现分类。</a:t>
            </a:r>
            <a:endParaRPr lang="zh-CN" altLang="zh-CN" dirty="0"/>
          </a:p>
          <a:p>
            <a:pPr marL="0" indent="0">
              <a:buNone/>
            </a:pPr>
            <a:endParaRPr lang="zh-CN" altLang="en-US" dirty="0"/>
          </a:p>
        </p:txBody>
      </p:sp>
      <p:pic>
        <p:nvPicPr>
          <p:cNvPr id="8194"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5694022" y="1057302"/>
            <a:ext cx="639216" cy="3050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8195"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538541" y="1017531"/>
            <a:ext cx="268218" cy="34485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7"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425804" y="1362381"/>
            <a:ext cx="268218" cy="34485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8196"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834685" y="1058958"/>
            <a:ext cx="318200" cy="33587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8197" name="Picture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153760" y="1362381"/>
            <a:ext cx="317500" cy="3349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mc:AlternateContent xmlns:mc="http://schemas.openxmlformats.org/markup-compatibility/2006">
    <mc:Choice xmlns:p14="http://schemas.microsoft.com/office/powerpoint/2010/main" Requires="p14">
      <p:transition p14:dur="10" advTm="9437"/>
    </mc:Choice>
    <mc:Fallback>
      <p:transition advTm="9437"/>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Effect transition="in" filter="fade">
                                      <p:cBhvr>
                                        <p:cTn id="21" dur="1000"/>
                                        <p:tgtEl>
                                          <p:spTgt spid="3">
                                            <p:txEl>
                                              <p:pRg st="2" end="2"/>
                                            </p:txEl>
                                          </p:spTgt>
                                        </p:tgtEl>
                                      </p:cBhvr>
                                    </p:animEffect>
                                    <p:anim calcmode="lin" valueType="num">
                                      <p:cBhvr>
                                        <p:cTn id="22"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3">
                                            <p:txEl>
                                              <p:pRg st="3" end="3"/>
                                            </p:txEl>
                                          </p:spTgt>
                                        </p:tgtEl>
                                        <p:attrNameLst>
                                          <p:attrName>style.visibility</p:attrName>
                                        </p:attrNameLst>
                                      </p:cBhvr>
                                      <p:to>
                                        <p:strVal val="visible"/>
                                      </p:to>
                                    </p:set>
                                    <p:animEffect transition="in" filter="fade">
                                      <p:cBhvr>
                                        <p:cTn id="28" dur="1000"/>
                                        <p:tgtEl>
                                          <p:spTgt spid="3">
                                            <p:txEl>
                                              <p:pRg st="3" end="3"/>
                                            </p:txEl>
                                          </p:spTgt>
                                        </p:tgtEl>
                                      </p:cBhvr>
                                    </p:animEffect>
                                    <p:anim calcmode="lin" valueType="num">
                                      <p:cBhvr>
                                        <p:cTn id="29"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3">
                                            <p:txEl>
                                              <p:pRg st="4" end="4"/>
                                            </p:txEl>
                                          </p:spTgt>
                                        </p:tgtEl>
                                        <p:attrNameLst>
                                          <p:attrName>style.visibility</p:attrName>
                                        </p:attrNameLst>
                                      </p:cBhvr>
                                      <p:to>
                                        <p:strVal val="visible"/>
                                      </p:to>
                                    </p:set>
                                    <p:animEffect transition="in" filter="fade">
                                      <p:cBhvr>
                                        <p:cTn id="35" dur="1000"/>
                                        <p:tgtEl>
                                          <p:spTgt spid="3">
                                            <p:txEl>
                                              <p:pRg st="4" end="4"/>
                                            </p:txEl>
                                          </p:spTgt>
                                        </p:tgtEl>
                                      </p:cBhvr>
                                    </p:animEffect>
                                    <p:anim calcmode="lin" valueType="num">
                                      <p:cBhvr>
                                        <p:cTn id="36"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37"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3">
                                            <p:txEl>
                                              <p:pRg st="5" end="5"/>
                                            </p:txEl>
                                          </p:spTgt>
                                        </p:tgtEl>
                                        <p:attrNameLst>
                                          <p:attrName>style.visibility</p:attrName>
                                        </p:attrNameLst>
                                      </p:cBhvr>
                                      <p:to>
                                        <p:strVal val="visible"/>
                                      </p:to>
                                    </p:set>
                                    <p:animEffect transition="in" filter="fade">
                                      <p:cBhvr>
                                        <p:cTn id="42" dur="1000"/>
                                        <p:tgtEl>
                                          <p:spTgt spid="3">
                                            <p:txEl>
                                              <p:pRg st="5" end="5"/>
                                            </p:txEl>
                                          </p:spTgt>
                                        </p:tgtEl>
                                      </p:cBhvr>
                                    </p:animEffect>
                                    <p:anim calcmode="lin" valueType="num">
                                      <p:cBhvr>
                                        <p:cTn id="43" dur="1000" fill="hold"/>
                                        <p:tgtEl>
                                          <p:spTgt spid="3">
                                            <p:txEl>
                                              <p:pRg st="5" end="5"/>
                                            </p:txEl>
                                          </p:spTgt>
                                        </p:tgtEl>
                                        <p:attrNameLst>
                                          <p:attrName>ppt_x</p:attrName>
                                        </p:attrNameLst>
                                      </p:cBhvr>
                                      <p:tavLst>
                                        <p:tav tm="0">
                                          <p:val>
                                            <p:strVal val="#ppt_x"/>
                                          </p:val>
                                        </p:tav>
                                        <p:tav tm="100000">
                                          <p:val>
                                            <p:strVal val="#ppt_x"/>
                                          </p:val>
                                        </p:tav>
                                      </p:tavLst>
                                    </p:anim>
                                    <p:anim calcmode="lin" valueType="num">
                                      <p:cBhvr>
                                        <p:cTn id="44" dur="1000" fill="hold"/>
                                        <p:tgtEl>
                                          <p:spTgt spid="3">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grpId="0" nodeType="clickEffect">
                                  <p:stCondLst>
                                    <p:cond delay="0"/>
                                  </p:stCondLst>
                                  <p:childTnLst>
                                    <p:set>
                                      <p:cBhvr>
                                        <p:cTn id="48" dur="1" fill="hold">
                                          <p:stCondLst>
                                            <p:cond delay="0"/>
                                          </p:stCondLst>
                                        </p:cTn>
                                        <p:tgtEl>
                                          <p:spTgt spid="3">
                                            <p:txEl>
                                              <p:pRg st="6" end="6"/>
                                            </p:txEl>
                                          </p:spTgt>
                                        </p:tgtEl>
                                        <p:attrNameLst>
                                          <p:attrName>style.visibility</p:attrName>
                                        </p:attrNameLst>
                                      </p:cBhvr>
                                      <p:to>
                                        <p:strVal val="visible"/>
                                      </p:to>
                                    </p:set>
                                    <p:animEffect transition="in" filter="fade">
                                      <p:cBhvr>
                                        <p:cTn id="49" dur="1000"/>
                                        <p:tgtEl>
                                          <p:spTgt spid="3">
                                            <p:txEl>
                                              <p:pRg st="6" end="6"/>
                                            </p:txEl>
                                          </p:spTgt>
                                        </p:tgtEl>
                                      </p:cBhvr>
                                    </p:animEffect>
                                    <p:anim calcmode="lin" valueType="num">
                                      <p:cBhvr>
                                        <p:cTn id="50" dur="1000" fill="hold"/>
                                        <p:tgtEl>
                                          <p:spTgt spid="3">
                                            <p:txEl>
                                              <p:pRg st="6" end="6"/>
                                            </p:txEl>
                                          </p:spTgt>
                                        </p:tgtEl>
                                        <p:attrNameLst>
                                          <p:attrName>ppt_x</p:attrName>
                                        </p:attrNameLst>
                                      </p:cBhvr>
                                      <p:tavLst>
                                        <p:tav tm="0">
                                          <p:val>
                                            <p:strVal val="#ppt_x"/>
                                          </p:val>
                                        </p:tav>
                                        <p:tav tm="100000">
                                          <p:val>
                                            <p:strVal val="#ppt_x"/>
                                          </p:val>
                                        </p:tav>
                                      </p:tavLst>
                                    </p:anim>
                                    <p:anim calcmode="lin" valueType="num">
                                      <p:cBhvr>
                                        <p:cTn id="51" dur="1000" fill="hold"/>
                                        <p:tgtEl>
                                          <p:spTgt spid="3">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54" presetID="42" presetClass="entr" presetSubtype="0" fill="hold" grpId="0" nodeType="clickEffect">
                                  <p:stCondLst>
                                    <p:cond delay="0"/>
                                  </p:stCondLst>
                                  <p:childTnLst>
                                    <p:set>
                                      <p:cBhvr>
                                        <p:cTn id="55" dur="1" fill="hold">
                                          <p:stCondLst>
                                            <p:cond delay="0"/>
                                          </p:stCondLst>
                                        </p:cTn>
                                        <p:tgtEl>
                                          <p:spTgt spid="3">
                                            <p:txEl>
                                              <p:pRg st="7" end="7"/>
                                            </p:txEl>
                                          </p:spTgt>
                                        </p:tgtEl>
                                        <p:attrNameLst>
                                          <p:attrName>style.visibility</p:attrName>
                                        </p:attrNameLst>
                                      </p:cBhvr>
                                      <p:to>
                                        <p:strVal val="visible"/>
                                      </p:to>
                                    </p:set>
                                    <p:animEffect transition="in" filter="fade">
                                      <p:cBhvr>
                                        <p:cTn id="56" dur="1000"/>
                                        <p:tgtEl>
                                          <p:spTgt spid="3">
                                            <p:txEl>
                                              <p:pRg st="7" end="7"/>
                                            </p:txEl>
                                          </p:spTgt>
                                        </p:tgtEl>
                                      </p:cBhvr>
                                    </p:animEffect>
                                    <p:anim calcmode="lin" valueType="num">
                                      <p:cBhvr>
                                        <p:cTn id="57" dur="1000" fill="hold"/>
                                        <p:tgtEl>
                                          <p:spTgt spid="3">
                                            <p:txEl>
                                              <p:pRg st="7" end="7"/>
                                            </p:txEl>
                                          </p:spTgt>
                                        </p:tgtEl>
                                        <p:attrNameLst>
                                          <p:attrName>ppt_x</p:attrName>
                                        </p:attrNameLst>
                                      </p:cBhvr>
                                      <p:tavLst>
                                        <p:tav tm="0">
                                          <p:val>
                                            <p:strVal val="#ppt_x"/>
                                          </p:val>
                                        </p:tav>
                                        <p:tav tm="100000">
                                          <p:val>
                                            <p:strVal val="#ppt_x"/>
                                          </p:val>
                                        </p:tav>
                                      </p:tavLst>
                                    </p:anim>
                                    <p:anim calcmode="lin" valueType="num">
                                      <p:cBhvr>
                                        <p:cTn id="58" dur="1000" fill="hold"/>
                                        <p:tgtEl>
                                          <p:spTgt spid="3">
                                            <p:txEl>
                                              <p:pRg st="7" end="7"/>
                                            </p:txEl>
                                          </p:spTgt>
                                        </p:tgtEl>
                                        <p:attrNameLst>
                                          <p:attrName>ppt_y</p:attrName>
                                        </p:attrNameLst>
                                      </p:cBhvr>
                                      <p:tavLst>
                                        <p:tav tm="0">
                                          <p:val>
                                            <p:strVal val="#ppt_y+.1"/>
                                          </p:val>
                                        </p:tav>
                                        <p:tav tm="100000">
                                          <p:val>
                                            <p:strVal val="#ppt_y"/>
                                          </p:val>
                                        </p:tav>
                                      </p:tavLst>
                                    </p:anim>
                                  </p:childTnLst>
                                </p:cTn>
                              </p:par>
                            </p:childTnLst>
                          </p:cTn>
                        </p:par>
                      </p:childTnLst>
                    </p:cTn>
                  </p:par>
                  <p:par>
                    <p:cTn id="59" fill="hold">
                      <p:stCondLst>
                        <p:cond delay="indefinite"/>
                      </p:stCondLst>
                      <p:childTnLst>
                        <p:par>
                          <p:cTn id="60" fill="hold">
                            <p:stCondLst>
                              <p:cond delay="0"/>
                            </p:stCondLst>
                            <p:childTnLst>
                              <p:par>
                                <p:cTn id="61" presetID="42" presetClass="entr" presetSubtype="0" fill="hold" grpId="0" nodeType="clickEffect">
                                  <p:stCondLst>
                                    <p:cond delay="0"/>
                                  </p:stCondLst>
                                  <p:childTnLst>
                                    <p:set>
                                      <p:cBhvr>
                                        <p:cTn id="62" dur="1" fill="hold">
                                          <p:stCondLst>
                                            <p:cond delay="0"/>
                                          </p:stCondLst>
                                        </p:cTn>
                                        <p:tgtEl>
                                          <p:spTgt spid="3">
                                            <p:txEl>
                                              <p:pRg st="8" end="8"/>
                                            </p:txEl>
                                          </p:spTgt>
                                        </p:tgtEl>
                                        <p:attrNameLst>
                                          <p:attrName>style.visibility</p:attrName>
                                        </p:attrNameLst>
                                      </p:cBhvr>
                                      <p:to>
                                        <p:strVal val="visible"/>
                                      </p:to>
                                    </p:set>
                                    <p:animEffect transition="in" filter="fade">
                                      <p:cBhvr>
                                        <p:cTn id="63" dur="1000"/>
                                        <p:tgtEl>
                                          <p:spTgt spid="3">
                                            <p:txEl>
                                              <p:pRg st="8" end="8"/>
                                            </p:txEl>
                                          </p:spTgt>
                                        </p:tgtEl>
                                      </p:cBhvr>
                                    </p:animEffect>
                                    <p:anim calcmode="lin" valueType="num">
                                      <p:cBhvr>
                                        <p:cTn id="64" dur="1000" fill="hold"/>
                                        <p:tgtEl>
                                          <p:spTgt spid="3">
                                            <p:txEl>
                                              <p:pRg st="8" end="8"/>
                                            </p:txEl>
                                          </p:spTgt>
                                        </p:tgtEl>
                                        <p:attrNameLst>
                                          <p:attrName>ppt_x</p:attrName>
                                        </p:attrNameLst>
                                      </p:cBhvr>
                                      <p:tavLst>
                                        <p:tav tm="0">
                                          <p:val>
                                            <p:strVal val="#ppt_x"/>
                                          </p:val>
                                        </p:tav>
                                        <p:tav tm="100000">
                                          <p:val>
                                            <p:strVal val="#ppt_x"/>
                                          </p:val>
                                        </p:tav>
                                      </p:tavLst>
                                    </p:anim>
                                    <p:anim calcmode="lin" valueType="num">
                                      <p:cBhvr>
                                        <p:cTn id="65" dur="1000" fill="hold"/>
                                        <p:tgtEl>
                                          <p:spTgt spid="3">
                                            <p:txEl>
                                              <p:pRg st="8" end="8"/>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 name="TextBox 54"/>
          <p:cNvSpPr txBox="1"/>
          <p:nvPr/>
        </p:nvSpPr>
        <p:spPr>
          <a:xfrm>
            <a:off x="1330765" y="44625"/>
            <a:ext cx="9520144" cy="523214"/>
          </a:xfrm>
          <a:prstGeom prst="rect">
            <a:avLst/>
          </a:prstGeom>
          <a:noFill/>
        </p:spPr>
        <p:txBody>
          <a:bodyPr wrap="square" lIns="91434" tIns="45717" rIns="91434" bIns="45717" rtlCol="0">
            <a:spAutoFit/>
          </a:bodyPr>
          <a:lstStyle>
            <a:defPPr>
              <a:defRPr lang="zh-CN"/>
            </a:defPPr>
            <a:lvl1pPr>
              <a:defRPr sz="3200">
                <a:solidFill>
                  <a:schemeClr val="tx1">
                    <a:lumMod val="75000"/>
                  </a:schemeClr>
                </a:solidFill>
                <a:latin typeface="方正卡通简体" pitchFamily="65" charset="-122"/>
                <a:ea typeface="方正卡通简体" pitchFamily="65" charset="-122"/>
              </a:defRPr>
            </a:lvl1pPr>
          </a:lstStyle>
          <a:p>
            <a:r>
              <a:rPr lang="en-US" altLang="zh-CN" sz="2800" dirty="0" smtClean="0">
                <a:solidFill>
                  <a:schemeClr val="accent2"/>
                </a:solidFill>
                <a:latin typeface="微软雅黑" panose="020B0503020204020204" pitchFamily="34" charset="-122"/>
                <a:ea typeface="微软雅黑" panose="020B0503020204020204" pitchFamily="34" charset="-122"/>
              </a:rPr>
              <a:t>9.3.8 </a:t>
            </a:r>
            <a:r>
              <a:rPr lang="zh-CN" altLang="en-US" sz="2800" dirty="0" smtClean="0">
                <a:solidFill>
                  <a:schemeClr val="accent2"/>
                </a:solidFill>
                <a:latin typeface="微软雅黑" panose="020B0503020204020204" pitchFamily="34" charset="-122"/>
                <a:ea typeface="微软雅黑" panose="020B0503020204020204" pitchFamily="34" charset="-122"/>
              </a:rPr>
              <a:t>计算</a:t>
            </a:r>
            <a:r>
              <a:rPr lang="zh-CN" altLang="en-US" sz="2800" dirty="0">
                <a:solidFill>
                  <a:schemeClr val="accent2"/>
                </a:solidFill>
                <a:latin typeface="微软雅黑" panose="020B0503020204020204" pitchFamily="34" charset="-122"/>
                <a:ea typeface="微软雅黑" panose="020B0503020204020204" pitchFamily="34" charset="-122"/>
              </a:rPr>
              <a:t>举例</a:t>
            </a:r>
            <a:endParaRPr lang="zh-CN" altLang="en-US" sz="2800" dirty="0">
              <a:solidFill>
                <a:schemeClr val="accent2"/>
              </a:solidFill>
              <a:latin typeface="微软雅黑" panose="020B0503020204020204" pitchFamily="34" charset="-122"/>
              <a:ea typeface="微软雅黑" panose="020B0503020204020204" pitchFamily="34" charset="-122"/>
            </a:endParaRPr>
          </a:p>
        </p:txBody>
      </p:sp>
      <p:sp>
        <p:nvSpPr>
          <p:cNvPr id="56" name="TextBox 55"/>
          <p:cNvSpPr txBox="1"/>
          <p:nvPr/>
        </p:nvSpPr>
        <p:spPr>
          <a:xfrm>
            <a:off x="140263" y="106179"/>
            <a:ext cx="1064260" cy="400103"/>
          </a:xfrm>
          <a:prstGeom prst="rect">
            <a:avLst/>
          </a:prstGeom>
          <a:noFill/>
        </p:spPr>
        <p:txBody>
          <a:bodyPr wrap="square" lIns="91434" tIns="45717" rIns="91434" bIns="45717" rtlCol="0">
            <a:spAutoFit/>
          </a:bodyPr>
          <a:lstStyle/>
          <a:p>
            <a:pPr algn="r"/>
            <a:r>
              <a:rPr lang="en-US" altLang="zh-CN" sz="2000" dirty="0">
                <a:solidFill>
                  <a:schemeClr val="accent2"/>
                </a:solidFill>
              </a:rPr>
              <a:t>Part</a:t>
            </a:r>
            <a:r>
              <a:rPr lang="en-US" altLang="zh-CN" dirty="0">
                <a:solidFill>
                  <a:schemeClr val="accent2"/>
                </a:solidFill>
              </a:rPr>
              <a:t> </a:t>
            </a:r>
            <a:r>
              <a:rPr lang="en-US" altLang="zh-CN" dirty="0" smtClean="0">
                <a:solidFill>
                  <a:schemeClr val="accent2"/>
                </a:solidFill>
              </a:rPr>
              <a:t>9</a:t>
            </a:r>
            <a:endParaRPr lang="zh-CN" altLang="en-US" dirty="0">
              <a:solidFill>
                <a:schemeClr val="accent2"/>
              </a:solidFill>
            </a:endParaRPr>
          </a:p>
        </p:txBody>
      </p:sp>
      <p:sp>
        <p:nvSpPr>
          <p:cNvPr id="3" name="内容占位符 2"/>
          <p:cNvSpPr>
            <a:spLocks noGrp="1"/>
          </p:cNvSpPr>
          <p:nvPr>
            <p:ph idx="1"/>
          </p:nvPr>
        </p:nvSpPr>
        <p:spPr>
          <a:xfrm>
            <a:off x="670963" y="764704"/>
            <a:ext cx="10601349" cy="4824536"/>
          </a:xfrm>
        </p:spPr>
        <p:txBody>
          <a:bodyPr/>
          <a:lstStyle/>
          <a:p>
            <a:pPr indent="457200" algn="just">
              <a:spcAft>
                <a:spcPts val="0"/>
              </a:spcAft>
              <a:buNone/>
            </a:pPr>
            <a:r>
              <a:rPr lang="zh-CN" altLang="zh-CN" kern="100" dirty="0">
                <a:latin typeface="Calibri" panose="020F0502020204030204"/>
                <a:ea typeface="宋体" panose="02010600030101010101" pitchFamily="2" charset="-122"/>
                <a:cs typeface="Times New Roman" panose="02020603050405020304"/>
              </a:rPr>
              <a:t>下面以上汽集团（股票代码：</a:t>
            </a:r>
            <a:r>
              <a:rPr lang="en-US" altLang="zh-CN" kern="100" dirty="0">
                <a:latin typeface="Calibri" panose="020F0502020204030204"/>
                <a:ea typeface="宋体" panose="02010600030101010101" pitchFamily="2" charset="-122"/>
                <a:cs typeface="Times New Roman" panose="02020603050405020304"/>
              </a:rPr>
              <a:t>600104</a:t>
            </a:r>
            <a:r>
              <a:rPr lang="zh-CN" altLang="zh-CN" kern="100" dirty="0">
                <a:latin typeface="Calibri" panose="020F0502020204030204"/>
                <a:ea typeface="宋体" panose="02010600030101010101" pitchFamily="2" charset="-122"/>
                <a:cs typeface="Times New Roman" panose="02020603050405020304"/>
              </a:rPr>
              <a:t>）为例计算其指标。其数据区间为：</a:t>
            </a:r>
            <a:r>
              <a:rPr lang="en-US" altLang="zh-CN" kern="100" dirty="0">
                <a:latin typeface="Calibri" panose="020F0502020204030204"/>
                <a:ea typeface="宋体" panose="02010600030101010101" pitchFamily="2" charset="-122"/>
                <a:cs typeface="Times New Roman" panose="02020603050405020304"/>
              </a:rPr>
              <a:t>2017</a:t>
            </a:r>
            <a:r>
              <a:rPr lang="zh-CN" altLang="zh-CN" kern="100" dirty="0">
                <a:latin typeface="Calibri" panose="020F0502020204030204"/>
                <a:ea typeface="宋体" panose="02010600030101010101" pitchFamily="2" charset="-122"/>
                <a:cs typeface="Times New Roman" panose="02020603050405020304"/>
              </a:rPr>
              <a:t>年</a:t>
            </a:r>
            <a:r>
              <a:rPr lang="en-US" altLang="zh-CN" kern="100" dirty="0">
                <a:latin typeface="Calibri" panose="020F0502020204030204"/>
                <a:ea typeface="宋体" panose="02010600030101010101" pitchFamily="2" charset="-122"/>
                <a:cs typeface="Times New Roman" panose="02020603050405020304"/>
              </a:rPr>
              <a:t>01</a:t>
            </a:r>
            <a:r>
              <a:rPr lang="zh-CN" altLang="zh-CN" kern="100" dirty="0">
                <a:latin typeface="Calibri" panose="020F0502020204030204"/>
                <a:ea typeface="宋体" panose="02010600030101010101" pitchFamily="2" charset="-122"/>
                <a:cs typeface="Times New Roman" panose="02020603050405020304"/>
              </a:rPr>
              <a:t>月</a:t>
            </a:r>
            <a:r>
              <a:rPr lang="en-US" altLang="zh-CN" kern="100" dirty="0">
                <a:latin typeface="Calibri" panose="020F0502020204030204"/>
                <a:ea typeface="宋体" panose="02010600030101010101" pitchFamily="2" charset="-122"/>
                <a:cs typeface="Times New Roman" panose="02020603050405020304"/>
              </a:rPr>
              <a:t>03</a:t>
            </a:r>
            <a:r>
              <a:rPr lang="zh-CN" altLang="zh-CN" kern="100" dirty="0">
                <a:latin typeface="Calibri" panose="020F0502020204030204"/>
                <a:ea typeface="宋体" panose="02010600030101010101" pitchFamily="2" charset="-122"/>
                <a:cs typeface="Times New Roman" panose="02020603050405020304"/>
              </a:rPr>
              <a:t>日</a:t>
            </a:r>
            <a:r>
              <a:rPr lang="en-US" altLang="zh-CN" kern="100" dirty="0">
                <a:latin typeface="Calibri" panose="020F0502020204030204"/>
                <a:ea typeface="宋体" panose="02010600030101010101" pitchFamily="2" charset="-122"/>
                <a:cs typeface="Times New Roman" panose="02020603050405020304"/>
              </a:rPr>
              <a:t>~2017</a:t>
            </a:r>
            <a:r>
              <a:rPr lang="zh-CN" altLang="zh-CN" kern="100" dirty="0">
                <a:latin typeface="Calibri" panose="020F0502020204030204"/>
                <a:ea typeface="宋体" panose="02010600030101010101" pitchFamily="2" charset="-122"/>
                <a:cs typeface="Times New Roman" panose="02020603050405020304"/>
              </a:rPr>
              <a:t>年</a:t>
            </a:r>
            <a:r>
              <a:rPr lang="en-US" altLang="zh-CN" kern="100" dirty="0">
                <a:latin typeface="Calibri" panose="020F0502020204030204"/>
                <a:ea typeface="宋体" panose="02010600030101010101" pitchFamily="2" charset="-122"/>
                <a:cs typeface="Times New Roman" panose="02020603050405020304"/>
              </a:rPr>
              <a:t>12</a:t>
            </a:r>
            <a:r>
              <a:rPr lang="zh-CN" altLang="zh-CN" kern="100" dirty="0">
                <a:latin typeface="Calibri" panose="020F0502020204030204"/>
                <a:ea typeface="宋体" panose="02010600030101010101" pitchFamily="2" charset="-122"/>
                <a:cs typeface="Times New Roman" panose="02020603050405020304"/>
              </a:rPr>
              <a:t>月</a:t>
            </a:r>
            <a:r>
              <a:rPr lang="en-US" altLang="zh-CN" kern="100" dirty="0">
                <a:latin typeface="Calibri" panose="020F0502020204030204"/>
                <a:ea typeface="宋体" panose="02010600030101010101" pitchFamily="2" charset="-122"/>
                <a:cs typeface="Times New Roman" panose="02020603050405020304"/>
              </a:rPr>
              <a:t>29</a:t>
            </a:r>
            <a:r>
              <a:rPr lang="zh-CN" altLang="zh-CN" kern="100" dirty="0">
                <a:latin typeface="Calibri" panose="020F0502020204030204"/>
                <a:ea typeface="宋体" panose="02010600030101010101" pitchFamily="2" charset="-122"/>
                <a:cs typeface="Times New Roman" panose="02020603050405020304"/>
              </a:rPr>
              <a:t>日，数据表结构及字段说明如下表</a:t>
            </a:r>
            <a:r>
              <a:rPr lang="en-US" altLang="zh-CN" kern="100" dirty="0">
                <a:latin typeface="Calibri" panose="020F0502020204030204"/>
                <a:ea typeface="宋体" panose="02010600030101010101" pitchFamily="2" charset="-122"/>
                <a:cs typeface="Times New Roman" panose="02020603050405020304"/>
              </a:rPr>
              <a:t>9-1</a:t>
            </a:r>
            <a:r>
              <a:rPr lang="zh-CN" altLang="zh-CN" kern="100" dirty="0">
                <a:latin typeface="Calibri" panose="020F0502020204030204"/>
                <a:ea typeface="宋体" panose="02010600030101010101" pitchFamily="2" charset="-122"/>
                <a:cs typeface="Times New Roman" panose="02020603050405020304"/>
              </a:rPr>
              <a:t>所示（详细数据见</a:t>
            </a:r>
            <a:r>
              <a:rPr lang="en-US" altLang="zh-CN" kern="100" dirty="0">
                <a:latin typeface="Calibri" panose="020F0502020204030204"/>
                <a:ea typeface="宋体" panose="02010600030101010101" pitchFamily="2" charset="-122"/>
                <a:cs typeface="Times New Roman" panose="02020603050405020304"/>
              </a:rPr>
              <a:t>data.xlsx</a:t>
            </a:r>
            <a:r>
              <a:rPr lang="zh-CN" altLang="zh-CN" kern="100" dirty="0">
                <a:latin typeface="Calibri" panose="020F0502020204030204"/>
                <a:ea typeface="宋体" panose="02010600030101010101" pitchFamily="2" charset="-122"/>
                <a:cs typeface="Times New Roman" panose="02020603050405020304"/>
              </a:rPr>
              <a:t>文件）。数据来源于国泰安</a:t>
            </a:r>
            <a:r>
              <a:rPr lang="en-US" altLang="zh-CN" kern="100" dirty="0">
                <a:latin typeface="Calibri" panose="020F0502020204030204"/>
                <a:ea typeface="宋体" panose="02010600030101010101" pitchFamily="2" charset="-122"/>
                <a:cs typeface="Times New Roman" panose="02020603050405020304"/>
              </a:rPr>
              <a:t>CSMAR</a:t>
            </a:r>
            <a:r>
              <a:rPr lang="zh-CN" altLang="zh-CN" kern="100" dirty="0">
                <a:latin typeface="Calibri" panose="020F0502020204030204"/>
                <a:ea typeface="宋体" panose="02010600030101010101" pitchFamily="2" charset="-122"/>
                <a:cs typeface="Times New Roman" panose="02020603050405020304"/>
              </a:rPr>
              <a:t>数据库</a:t>
            </a:r>
            <a:r>
              <a:rPr lang="zh-CN" altLang="zh-CN" kern="100" dirty="0" smtClean="0">
                <a:latin typeface="Calibri" panose="020F0502020204030204"/>
                <a:ea typeface="宋体" panose="02010600030101010101" pitchFamily="2" charset="-122"/>
                <a:cs typeface="Times New Roman" panose="02020603050405020304"/>
              </a:rPr>
              <a:t>。</a:t>
            </a:r>
            <a:endParaRPr lang="en-US" altLang="zh-CN" dirty="0" smtClean="0"/>
          </a:p>
          <a:p>
            <a:pPr indent="0" algn="ctr">
              <a:spcAft>
                <a:spcPts val="0"/>
              </a:spcAft>
              <a:buNone/>
            </a:pPr>
            <a:r>
              <a:rPr lang="zh-CN" altLang="zh-CN" sz="1600" dirty="0" smtClean="0"/>
              <a:t>表</a:t>
            </a:r>
            <a:r>
              <a:rPr lang="en-US" altLang="zh-CN" sz="1600" dirty="0"/>
              <a:t>9-1  </a:t>
            </a:r>
            <a:r>
              <a:rPr lang="zh-CN" altLang="zh-CN" sz="1600" dirty="0"/>
              <a:t>上汽集团</a:t>
            </a:r>
            <a:r>
              <a:rPr lang="en-US" altLang="zh-CN" sz="1600" dirty="0"/>
              <a:t>2017</a:t>
            </a:r>
            <a:r>
              <a:rPr lang="zh-CN" altLang="zh-CN" sz="1600" dirty="0"/>
              <a:t>年交易数据</a:t>
            </a:r>
            <a:endParaRPr lang="zh-CN" altLang="zh-CN" sz="1600" kern="100" dirty="0">
              <a:latin typeface="Calibri" panose="020F0502020204030204"/>
              <a:ea typeface="宋体" panose="02010600030101010101" pitchFamily="2" charset="-122"/>
              <a:cs typeface="Times New Roman" panose="02020603050405020304"/>
            </a:endParaRPr>
          </a:p>
          <a:p>
            <a:pPr marL="0" indent="0">
              <a:buNone/>
            </a:pPr>
            <a:endParaRPr lang="en-US" altLang="zh-CN" dirty="0" smtClean="0"/>
          </a:p>
          <a:p>
            <a:pPr marL="0" indent="0">
              <a:buNone/>
            </a:pPr>
            <a:endParaRPr lang="en-US" altLang="zh-CN" dirty="0"/>
          </a:p>
          <a:p>
            <a:pPr marL="0" indent="0">
              <a:buNone/>
            </a:pPr>
            <a:endParaRPr lang="en-US" altLang="zh-CN" dirty="0" smtClean="0"/>
          </a:p>
          <a:p>
            <a:pPr marL="0" indent="0">
              <a:buNone/>
            </a:pPr>
            <a:endParaRPr lang="en-US" altLang="zh-CN" dirty="0"/>
          </a:p>
          <a:p>
            <a:pPr marL="0" indent="0">
              <a:buNone/>
            </a:pPr>
            <a:endParaRPr lang="en-US" altLang="zh-CN" dirty="0" smtClean="0"/>
          </a:p>
          <a:p>
            <a:pPr marL="0" indent="0">
              <a:buNone/>
            </a:pPr>
            <a:endParaRPr lang="en-US" altLang="zh-CN" dirty="0"/>
          </a:p>
          <a:p>
            <a:pPr marL="0" indent="0">
              <a:buNone/>
            </a:pPr>
            <a:endParaRPr lang="en-US" altLang="zh-CN" dirty="0" smtClean="0"/>
          </a:p>
          <a:p>
            <a:pPr marL="0" indent="0">
              <a:buNone/>
            </a:pPr>
            <a:endParaRPr lang="en-US" altLang="zh-CN" dirty="0"/>
          </a:p>
          <a:p>
            <a:pPr marL="0" indent="0">
              <a:buNone/>
            </a:pPr>
            <a:endParaRPr lang="en-US" altLang="zh-CN" dirty="0" smtClean="0"/>
          </a:p>
          <a:p>
            <a:pPr marL="0" indent="0">
              <a:buNone/>
            </a:pPr>
            <a:endParaRPr lang="en-US" altLang="zh-CN" sz="1400" dirty="0" smtClean="0">
              <a:latin typeface="宋体" panose="02010600030101010101" pitchFamily="2" charset="-122"/>
              <a:ea typeface="宋体" panose="02010600030101010101" pitchFamily="2" charset="-122"/>
            </a:endParaRPr>
          </a:p>
          <a:p>
            <a:pPr marL="0" indent="0">
              <a:buNone/>
            </a:pPr>
            <a:endParaRPr lang="en-US" altLang="zh-CN" sz="1400" dirty="0">
              <a:latin typeface="宋体" panose="02010600030101010101" pitchFamily="2" charset="-122"/>
              <a:ea typeface="宋体" panose="02010600030101010101" pitchFamily="2" charset="-122"/>
            </a:endParaRPr>
          </a:p>
        </p:txBody>
      </p:sp>
      <p:graphicFrame>
        <p:nvGraphicFramePr>
          <p:cNvPr id="6" name="表格 5"/>
          <p:cNvGraphicFramePr>
            <a:graphicFrameLocks noGrp="1"/>
          </p:cNvGraphicFramePr>
          <p:nvPr/>
        </p:nvGraphicFramePr>
        <p:xfrm>
          <a:off x="1602529" y="2132856"/>
          <a:ext cx="8424937" cy="3270188"/>
        </p:xfrm>
        <a:graphic>
          <a:graphicData uri="http://schemas.openxmlformats.org/drawingml/2006/table">
            <a:tbl>
              <a:tblPr firstRow="1" firstCol="1" bandRow="1"/>
              <a:tblGrid>
                <a:gridCol w="910467"/>
                <a:gridCol w="1413510"/>
                <a:gridCol w="910467"/>
                <a:gridCol w="1205640"/>
                <a:gridCol w="1482108"/>
                <a:gridCol w="910467"/>
                <a:gridCol w="796139"/>
                <a:gridCol w="796139"/>
              </a:tblGrid>
              <a:tr h="526988">
                <a:tc>
                  <a:txBody>
                    <a:bodyPr/>
                    <a:lstStyle/>
                    <a:p>
                      <a:pPr algn="l">
                        <a:spcAft>
                          <a:spcPts val="0"/>
                        </a:spcAft>
                      </a:pPr>
                      <a:r>
                        <a:rPr lang="en-US" sz="2000" kern="0" dirty="0" err="1">
                          <a:solidFill>
                            <a:srgbClr val="000000"/>
                          </a:solidFill>
                          <a:effectLst/>
                          <a:latin typeface="宋体" panose="02010600030101010101" pitchFamily="2" charset="-122"/>
                          <a:ea typeface="宋体" panose="02010600030101010101" pitchFamily="2" charset="-122"/>
                          <a:cs typeface="宋体" panose="02010600030101010101" pitchFamily="2" charset="-122"/>
                        </a:rPr>
                        <a:t>Stkcd</a:t>
                      </a:r>
                      <a:endParaRPr lang="zh-CN" sz="2000" kern="100" dirty="0">
                        <a:effectLst/>
                        <a:latin typeface="Calibri" panose="020F0502020204030204"/>
                        <a:ea typeface="宋体" panose="02010600030101010101" pitchFamily="2" charset="-122"/>
                        <a:cs typeface="Times New Roman" panose="02020603050405020304"/>
                      </a:endParaRPr>
                    </a:p>
                  </a:txBody>
                  <a:tcPr marL="68580" marR="68580" marT="0" marB="0" anchor="b">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spcAft>
                          <a:spcPts val="0"/>
                        </a:spcAft>
                      </a:pPr>
                      <a:r>
                        <a:rPr lang="en-US" sz="2000" kern="0" dirty="0" err="1">
                          <a:solidFill>
                            <a:srgbClr val="000000"/>
                          </a:solidFill>
                          <a:effectLst/>
                          <a:latin typeface="宋体" panose="02010600030101010101" pitchFamily="2" charset="-122"/>
                          <a:ea typeface="宋体" panose="02010600030101010101" pitchFamily="2" charset="-122"/>
                          <a:cs typeface="宋体" panose="02010600030101010101" pitchFamily="2" charset="-122"/>
                        </a:rPr>
                        <a:t>Trddt</a:t>
                      </a:r>
                      <a:endParaRPr lang="zh-CN" sz="2000" kern="100" dirty="0">
                        <a:effectLst/>
                        <a:latin typeface="Calibri" panose="020F0502020204030204"/>
                        <a:ea typeface="宋体" panose="02010600030101010101" pitchFamily="2" charset="-122"/>
                        <a:cs typeface="Times New Roman" panose="02020603050405020304"/>
                      </a:endParaRPr>
                    </a:p>
                  </a:txBody>
                  <a:tcPr marL="68580" marR="68580" marT="0" marB="0" anchor="b">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spcAft>
                          <a:spcPts val="0"/>
                        </a:spcAft>
                      </a:pPr>
                      <a:r>
                        <a:rPr lang="en-US" sz="2000" kern="0">
                          <a:solidFill>
                            <a:srgbClr val="000000"/>
                          </a:solidFill>
                          <a:effectLst/>
                          <a:latin typeface="宋体" panose="02010600030101010101" pitchFamily="2" charset="-122"/>
                          <a:ea typeface="宋体" panose="02010600030101010101" pitchFamily="2" charset="-122"/>
                          <a:cs typeface="宋体" panose="02010600030101010101" pitchFamily="2" charset="-122"/>
                        </a:rPr>
                        <a:t>Clsprc</a:t>
                      </a:r>
                      <a:endParaRPr lang="zh-CN" sz="2000" kern="100">
                        <a:effectLst/>
                        <a:latin typeface="Calibri" panose="020F0502020204030204"/>
                        <a:ea typeface="宋体" panose="02010600030101010101" pitchFamily="2" charset="-122"/>
                        <a:cs typeface="Times New Roman" panose="02020603050405020304"/>
                      </a:endParaRPr>
                    </a:p>
                  </a:txBody>
                  <a:tcPr marL="68580" marR="68580" marT="0" marB="0" anchor="b">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spcAft>
                          <a:spcPts val="0"/>
                        </a:spcAft>
                      </a:pPr>
                      <a:r>
                        <a:rPr lang="en-US" sz="2000" kern="0" dirty="0" err="1">
                          <a:solidFill>
                            <a:srgbClr val="000000"/>
                          </a:solidFill>
                          <a:effectLst/>
                          <a:latin typeface="宋体" panose="02010600030101010101" pitchFamily="2" charset="-122"/>
                          <a:ea typeface="宋体" panose="02010600030101010101" pitchFamily="2" charset="-122"/>
                          <a:cs typeface="宋体" panose="02010600030101010101" pitchFamily="2" charset="-122"/>
                        </a:rPr>
                        <a:t>Dnshrtrd</a:t>
                      </a:r>
                      <a:endParaRPr lang="zh-CN" sz="2000" kern="100" dirty="0">
                        <a:effectLst/>
                        <a:latin typeface="Calibri" panose="020F0502020204030204"/>
                        <a:ea typeface="宋体" panose="02010600030101010101" pitchFamily="2" charset="-122"/>
                        <a:cs typeface="Times New Roman" panose="02020603050405020304"/>
                      </a:endParaRPr>
                    </a:p>
                  </a:txBody>
                  <a:tcPr marL="68580" marR="68580" marT="0" marB="0" anchor="b">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spcAft>
                          <a:spcPts val="0"/>
                        </a:spcAft>
                      </a:pPr>
                      <a:r>
                        <a:rPr lang="en-US" sz="2000" kern="0">
                          <a:solidFill>
                            <a:srgbClr val="000000"/>
                          </a:solidFill>
                          <a:effectLst/>
                          <a:latin typeface="宋体" panose="02010600030101010101" pitchFamily="2" charset="-122"/>
                          <a:ea typeface="宋体" panose="02010600030101010101" pitchFamily="2" charset="-122"/>
                          <a:cs typeface="宋体" panose="02010600030101010101" pitchFamily="2" charset="-122"/>
                        </a:rPr>
                        <a:t>Dnvaltrd</a:t>
                      </a:r>
                      <a:endParaRPr lang="zh-CN" sz="2000" kern="100">
                        <a:effectLst/>
                        <a:latin typeface="Calibri" panose="020F0502020204030204"/>
                        <a:ea typeface="宋体" panose="02010600030101010101" pitchFamily="2" charset="-122"/>
                        <a:cs typeface="Times New Roman" panose="02020603050405020304"/>
                      </a:endParaRPr>
                    </a:p>
                  </a:txBody>
                  <a:tcPr marL="68580" marR="68580" marT="0" marB="0" anchor="b">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spcAft>
                          <a:spcPts val="0"/>
                        </a:spcAft>
                      </a:pPr>
                      <a:r>
                        <a:rPr lang="en-US" sz="2000" kern="0">
                          <a:solidFill>
                            <a:srgbClr val="000000"/>
                          </a:solidFill>
                          <a:effectLst/>
                          <a:latin typeface="宋体" panose="02010600030101010101" pitchFamily="2" charset="-122"/>
                          <a:ea typeface="宋体" panose="02010600030101010101" pitchFamily="2" charset="-122"/>
                          <a:cs typeface="宋体" panose="02010600030101010101" pitchFamily="2" charset="-122"/>
                        </a:rPr>
                        <a:t>Opnprc</a:t>
                      </a:r>
                      <a:endParaRPr lang="zh-CN" sz="2000" kern="100">
                        <a:effectLst/>
                        <a:latin typeface="Calibri" panose="020F0502020204030204"/>
                        <a:ea typeface="宋体" panose="02010600030101010101" pitchFamily="2" charset="-122"/>
                        <a:cs typeface="Times New Roman" panose="02020603050405020304"/>
                      </a:endParaRPr>
                    </a:p>
                  </a:txBody>
                  <a:tcPr marL="68580" marR="68580" marT="0" marB="0" anchor="b">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spcAft>
                          <a:spcPts val="0"/>
                        </a:spcAft>
                      </a:pPr>
                      <a:r>
                        <a:rPr lang="en-US" sz="2000" kern="0">
                          <a:solidFill>
                            <a:srgbClr val="000000"/>
                          </a:solidFill>
                          <a:effectLst/>
                          <a:latin typeface="宋体" panose="02010600030101010101" pitchFamily="2" charset="-122"/>
                          <a:ea typeface="宋体" panose="02010600030101010101" pitchFamily="2" charset="-122"/>
                          <a:cs typeface="宋体" panose="02010600030101010101" pitchFamily="2" charset="-122"/>
                        </a:rPr>
                        <a:t>Hiprc</a:t>
                      </a:r>
                      <a:endParaRPr lang="zh-CN" sz="2000" kern="100">
                        <a:effectLst/>
                        <a:latin typeface="Calibri" panose="020F0502020204030204"/>
                        <a:ea typeface="宋体" panose="02010600030101010101" pitchFamily="2" charset="-122"/>
                        <a:cs typeface="Times New Roman" panose="02020603050405020304"/>
                      </a:endParaRPr>
                    </a:p>
                  </a:txBody>
                  <a:tcPr marL="68580" marR="68580" marT="0" marB="0" anchor="b">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spcAft>
                          <a:spcPts val="0"/>
                        </a:spcAft>
                      </a:pPr>
                      <a:r>
                        <a:rPr lang="en-US" sz="2000" kern="0">
                          <a:solidFill>
                            <a:srgbClr val="000000"/>
                          </a:solidFill>
                          <a:effectLst/>
                          <a:latin typeface="宋体" panose="02010600030101010101" pitchFamily="2" charset="-122"/>
                          <a:ea typeface="宋体" panose="02010600030101010101" pitchFamily="2" charset="-122"/>
                          <a:cs typeface="宋体" panose="02010600030101010101" pitchFamily="2" charset="-122"/>
                        </a:rPr>
                        <a:t>Loprc</a:t>
                      </a:r>
                      <a:endParaRPr lang="zh-CN" sz="2000" kern="100">
                        <a:effectLst/>
                        <a:latin typeface="Calibri" panose="020F0502020204030204"/>
                        <a:ea typeface="宋体" panose="02010600030101010101" pitchFamily="2" charset="-122"/>
                        <a:cs typeface="Times New Roman" panose="02020603050405020304"/>
                      </a:endParaRPr>
                    </a:p>
                  </a:txBody>
                  <a:tcPr marL="68580" marR="68580" marT="0" marB="0" anchor="b">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69482">
                <a:tc>
                  <a:txBody>
                    <a:bodyPr/>
                    <a:lstStyle/>
                    <a:p>
                      <a:pPr algn="just">
                        <a:spcAft>
                          <a:spcPts val="0"/>
                        </a:spcAft>
                      </a:pPr>
                      <a:r>
                        <a:rPr lang="en-US" sz="2000" kern="100">
                          <a:solidFill>
                            <a:srgbClr val="000000"/>
                          </a:solidFill>
                          <a:effectLst/>
                          <a:latin typeface="宋体" panose="02010600030101010101" pitchFamily="2" charset="-122"/>
                          <a:ea typeface="宋体" panose="02010600030101010101" pitchFamily="2" charset="-122"/>
                          <a:cs typeface="Times New Roman" panose="02020603050405020304"/>
                        </a:rPr>
                        <a:t>600104</a:t>
                      </a:r>
                      <a:endParaRPr lang="zh-CN" sz="2000" kern="100">
                        <a:effectLst/>
                        <a:latin typeface="Calibri" panose="020F0502020204030204"/>
                        <a:ea typeface="宋体" panose="02010600030101010101" pitchFamily="2" charset="-122"/>
                        <a:cs typeface="Times New Roman" panose="02020603050405020304"/>
                      </a:endParaRPr>
                    </a:p>
                  </a:txBody>
                  <a:tcPr marL="68580" marR="68580" marT="0" marB="0" anchor="b">
                    <a:lnL>
                      <a:noFill/>
                    </a:lnL>
                    <a:lnR>
                      <a:noFill/>
                    </a:lnR>
                    <a:lnT w="12700" cap="flat" cmpd="sng" algn="ctr">
                      <a:solidFill>
                        <a:srgbClr val="000000"/>
                      </a:solidFill>
                      <a:prstDash val="solid"/>
                      <a:round/>
                      <a:headEnd type="none" w="med" len="med"/>
                      <a:tailEnd type="none" w="med" len="med"/>
                    </a:lnT>
                    <a:lnB>
                      <a:noFill/>
                    </a:lnB>
                  </a:tcPr>
                </a:tc>
                <a:tc>
                  <a:txBody>
                    <a:bodyPr/>
                    <a:lstStyle/>
                    <a:p>
                      <a:pPr algn="just">
                        <a:spcAft>
                          <a:spcPts val="0"/>
                        </a:spcAft>
                      </a:pPr>
                      <a:r>
                        <a:rPr lang="en-US" sz="2000" kern="100" dirty="0">
                          <a:solidFill>
                            <a:srgbClr val="000000"/>
                          </a:solidFill>
                          <a:effectLst/>
                          <a:latin typeface="宋体" panose="02010600030101010101" pitchFamily="2" charset="-122"/>
                          <a:ea typeface="宋体" panose="02010600030101010101" pitchFamily="2" charset="-122"/>
                          <a:cs typeface="Times New Roman" panose="02020603050405020304"/>
                        </a:rPr>
                        <a:t>2017-01-03</a:t>
                      </a:r>
                      <a:endParaRPr lang="zh-CN" sz="2000" kern="100" dirty="0">
                        <a:effectLst/>
                        <a:latin typeface="Calibri" panose="020F0502020204030204"/>
                        <a:ea typeface="宋体" panose="02010600030101010101" pitchFamily="2" charset="-122"/>
                        <a:cs typeface="Times New Roman" panose="02020603050405020304"/>
                      </a:endParaRPr>
                    </a:p>
                  </a:txBody>
                  <a:tcPr marL="68580" marR="68580" marT="0" marB="0" anchor="b">
                    <a:lnL>
                      <a:noFill/>
                    </a:lnL>
                    <a:lnR>
                      <a:noFill/>
                    </a:lnR>
                    <a:lnT w="12700" cap="flat" cmpd="sng" algn="ctr">
                      <a:solidFill>
                        <a:srgbClr val="000000"/>
                      </a:solidFill>
                      <a:prstDash val="solid"/>
                      <a:round/>
                      <a:headEnd type="none" w="med" len="med"/>
                      <a:tailEnd type="none" w="med" len="med"/>
                    </a:lnT>
                    <a:lnB>
                      <a:noFill/>
                    </a:lnB>
                  </a:tcPr>
                </a:tc>
                <a:tc>
                  <a:txBody>
                    <a:bodyPr/>
                    <a:lstStyle/>
                    <a:p>
                      <a:pPr algn="r">
                        <a:spcAft>
                          <a:spcPts val="0"/>
                        </a:spcAft>
                      </a:pPr>
                      <a:r>
                        <a:rPr lang="en-US" sz="2000" kern="100">
                          <a:solidFill>
                            <a:srgbClr val="000000"/>
                          </a:solidFill>
                          <a:effectLst/>
                          <a:latin typeface="宋体" panose="02010600030101010101" pitchFamily="2" charset="-122"/>
                          <a:ea typeface="宋体" panose="02010600030101010101" pitchFamily="2" charset="-122"/>
                          <a:cs typeface="Times New Roman" panose="02020603050405020304"/>
                        </a:rPr>
                        <a:t>23.89</a:t>
                      </a:r>
                      <a:endParaRPr lang="zh-CN" sz="2000" kern="100">
                        <a:effectLst/>
                        <a:latin typeface="Calibri" panose="020F0502020204030204"/>
                        <a:ea typeface="宋体" panose="02010600030101010101" pitchFamily="2" charset="-122"/>
                        <a:cs typeface="Times New Roman" panose="02020603050405020304"/>
                      </a:endParaRPr>
                    </a:p>
                  </a:txBody>
                  <a:tcPr marL="68580" marR="68580" marT="0" marB="0" anchor="b">
                    <a:lnL>
                      <a:noFill/>
                    </a:lnL>
                    <a:lnR>
                      <a:noFill/>
                    </a:lnR>
                    <a:lnT w="12700" cap="flat" cmpd="sng" algn="ctr">
                      <a:solidFill>
                        <a:srgbClr val="000000"/>
                      </a:solidFill>
                      <a:prstDash val="solid"/>
                      <a:round/>
                      <a:headEnd type="none" w="med" len="med"/>
                      <a:tailEnd type="none" w="med" len="med"/>
                    </a:lnT>
                    <a:lnB>
                      <a:noFill/>
                    </a:lnB>
                  </a:tcPr>
                </a:tc>
                <a:tc>
                  <a:txBody>
                    <a:bodyPr/>
                    <a:lstStyle/>
                    <a:p>
                      <a:pPr algn="r">
                        <a:spcAft>
                          <a:spcPts val="0"/>
                        </a:spcAft>
                      </a:pPr>
                      <a:r>
                        <a:rPr lang="en-US" sz="2000" kern="100">
                          <a:solidFill>
                            <a:srgbClr val="000000"/>
                          </a:solidFill>
                          <a:effectLst/>
                          <a:latin typeface="宋体" panose="02010600030101010101" pitchFamily="2" charset="-122"/>
                          <a:ea typeface="宋体" panose="02010600030101010101" pitchFamily="2" charset="-122"/>
                          <a:cs typeface="Times New Roman" panose="02020603050405020304"/>
                        </a:rPr>
                        <a:t>36855607</a:t>
                      </a:r>
                      <a:endParaRPr lang="zh-CN" sz="2000" kern="100">
                        <a:effectLst/>
                        <a:latin typeface="Calibri" panose="020F0502020204030204"/>
                        <a:ea typeface="宋体" panose="02010600030101010101" pitchFamily="2" charset="-122"/>
                        <a:cs typeface="Times New Roman" panose="02020603050405020304"/>
                      </a:endParaRPr>
                    </a:p>
                  </a:txBody>
                  <a:tcPr marL="68580" marR="68580" marT="0" marB="0" anchor="b">
                    <a:lnL>
                      <a:noFill/>
                    </a:lnL>
                    <a:lnR>
                      <a:noFill/>
                    </a:lnR>
                    <a:lnT w="12700" cap="flat" cmpd="sng" algn="ctr">
                      <a:solidFill>
                        <a:srgbClr val="000000"/>
                      </a:solidFill>
                      <a:prstDash val="solid"/>
                      <a:round/>
                      <a:headEnd type="none" w="med" len="med"/>
                      <a:tailEnd type="none" w="med" len="med"/>
                    </a:lnT>
                    <a:lnB>
                      <a:noFill/>
                    </a:lnB>
                  </a:tcPr>
                </a:tc>
                <a:tc>
                  <a:txBody>
                    <a:bodyPr/>
                    <a:lstStyle/>
                    <a:p>
                      <a:pPr algn="r">
                        <a:spcAft>
                          <a:spcPts val="0"/>
                        </a:spcAft>
                      </a:pPr>
                      <a:r>
                        <a:rPr lang="en-US" sz="2000" kern="100">
                          <a:solidFill>
                            <a:srgbClr val="000000"/>
                          </a:solidFill>
                          <a:effectLst/>
                          <a:latin typeface="宋体" panose="02010600030101010101" pitchFamily="2" charset="-122"/>
                          <a:ea typeface="宋体" panose="02010600030101010101" pitchFamily="2" charset="-122"/>
                          <a:cs typeface="Times New Roman" panose="02020603050405020304"/>
                        </a:rPr>
                        <a:t>882589992</a:t>
                      </a:r>
                      <a:endParaRPr lang="zh-CN" sz="2000" kern="100">
                        <a:effectLst/>
                        <a:latin typeface="Calibri" panose="020F0502020204030204"/>
                        <a:ea typeface="宋体" panose="02010600030101010101" pitchFamily="2" charset="-122"/>
                        <a:cs typeface="Times New Roman" panose="02020603050405020304"/>
                      </a:endParaRPr>
                    </a:p>
                  </a:txBody>
                  <a:tcPr marL="68580" marR="68580" marT="0" marB="0" anchor="b">
                    <a:lnL>
                      <a:noFill/>
                    </a:lnL>
                    <a:lnR>
                      <a:noFill/>
                    </a:lnR>
                    <a:lnT w="12700" cap="flat" cmpd="sng" algn="ctr">
                      <a:solidFill>
                        <a:srgbClr val="000000"/>
                      </a:solidFill>
                      <a:prstDash val="solid"/>
                      <a:round/>
                      <a:headEnd type="none" w="med" len="med"/>
                      <a:tailEnd type="none" w="med" len="med"/>
                    </a:lnT>
                    <a:lnB>
                      <a:noFill/>
                    </a:lnB>
                  </a:tcPr>
                </a:tc>
                <a:tc>
                  <a:txBody>
                    <a:bodyPr/>
                    <a:lstStyle/>
                    <a:p>
                      <a:pPr algn="r">
                        <a:spcAft>
                          <a:spcPts val="0"/>
                        </a:spcAft>
                      </a:pPr>
                      <a:r>
                        <a:rPr lang="en-US" sz="2000" kern="100">
                          <a:solidFill>
                            <a:srgbClr val="000000"/>
                          </a:solidFill>
                          <a:effectLst/>
                          <a:latin typeface="宋体" panose="02010600030101010101" pitchFamily="2" charset="-122"/>
                          <a:ea typeface="宋体" panose="02010600030101010101" pitchFamily="2" charset="-122"/>
                          <a:cs typeface="Times New Roman" panose="02020603050405020304"/>
                        </a:rPr>
                        <a:t>23.57</a:t>
                      </a:r>
                      <a:endParaRPr lang="zh-CN" sz="2000" kern="100">
                        <a:effectLst/>
                        <a:latin typeface="Calibri" panose="020F0502020204030204"/>
                        <a:ea typeface="宋体" panose="02010600030101010101" pitchFamily="2" charset="-122"/>
                        <a:cs typeface="Times New Roman" panose="02020603050405020304"/>
                      </a:endParaRPr>
                    </a:p>
                  </a:txBody>
                  <a:tcPr marL="68580" marR="68580" marT="0" marB="0" anchor="b">
                    <a:lnL>
                      <a:noFill/>
                    </a:lnL>
                    <a:lnR>
                      <a:noFill/>
                    </a:lnR>
                    <a:lnT w="12700" cap="flat" cmpd="sng" algn="ctr">
                      <a:solidFill>
                        <a:srgbClr val="000000"/>
                      </a:solidFill>
                      <a:prstDash val="solid"/>
                      <a:round/>
                      <a:headEnd type="none" w="med" len="med"/>
                      <a:tailEnd type="none" w="med" len="med"/>
                    </a:lnT>
                    <a:lnB>
                      <a:noFill/>
                    </a:lnB>
                  </a:tcPr>
                </a:tc>
                <a:tc>
                  <a:txBody>
                    <a:bodyPr/>
                    <a:lstStyle/>
                    <a:p>
                      <a:pPr algn="r">
                        <a:spcAft>
                          <a:spcPts val="0"/>
                        </a:spcAft>
                      </a:pPr>
                      <a:r>
                        <a:rPr lang="en-US" sz="2000" kern="100">
                          <a:solidFill>
                            <a:srgbClr val="000000"/>
                          </a:solidFill>
                          <a:effectLst/>
                          <a:latin typeface="宋体" panose="02010600030101010101" pitchFamily="2" charset="-122"/>
                          <a:ea typeface="宋体" panose="02010600030101010101" pitchFamily="2" charset="-122"/>
                          <a:cs typeface="Times New Roman" panose="02020603050405020304"/>
                        </a:rPr>
                        <a:t>24.3</a:t>
                      </a:r>
                      <a:endParaRPr lang="zh-CN" sz="2000" kern="100">
                        <a:effectLst/>
                        <a:latin typeface="Calibri" panose="020F0502020204030204"/>
                        <a:ea typeface="宋体" panose="02010600030101010101" pitchFamily="2" charset="-122"/>
                        <a:cs typeface="Times New Roman" panose="02020603050405020304"/>
                      </a:endParaRPr>
                    </a:p>
                  </a:txBody>
                  <a:tcPr marL="68580" marR="68580" marT="0" marB="0" anchor="b">
                    <a:lnL>
                      <a:noFill/>
                    </a:lnL>
                    <a:lnR>
                      <a:noFill/>
                    </a:lnR>
                    <a:lnT w="12700" cap="flat" cmpd="sng" algn="ctr">
                      <a:solidFill>
                        <a:srgbClr val="000000"/>
                      </a:solidFill>
                      <a:prstDash val="solid"/>
                      <a:round/>
                      <a:headEnd type="none" w="med" len="med"/>
                      <a:tailEnd type="none" w="med" len="med"/>
                    </a:lnT>
                    <a:lnB>
                      <a:noFill/>
                    </a:lnB>
                  </a:tcPr>
                </a:tc>
                <a:tc>
                  <a:txBody>
                    <a:bodyPr/>
                    <a:lstStyle/>
                    <a:p>
                      <a:pPr algn="r">
                        <a:spcAft>
                          <a:spcPts val="0"/>
                        </a:spcAft>
                      </a:pPr>
                      <a:r>
                        <a:rPr lang="en-US" sz="2000" kern="100">
                          <a:solidFill>
                            <a:srgbClr val="000000"/>
                          </a:solidFill>
                          <a:effectLst/>
                          <a:latin typeface="宋体" panose="02010600030101010101" pitchFamily="2" charset="-122"/>
                          <a:ea typeface="宋体" panose="02010600030101010101" pitchFamily="2" charset="-122"/>
                          <a:cs typeface="Times New Roman" panose="02020603050405020304"/>
                        </a:rPr>
                        <a:t>23.57</a:t>
                      </a:r>
                      <a:endParaRPr lang="zh-CN" sz="2000" kern="100">
                        <a:effectLst/>
                        <a:latin typeface="Calibri" panose="020F0502020204030204"/>
                        <a:ea typeface="宋体" panose="02010600030101010101" pitchFamily="2" charset="-122"/>
                        <a:cs typeface="Times New Roman" panose="02020603050405020304"/>
                      </a:endParaRPr>
                    </a:p>
                  </a:txBody>
                  <a:tcPr marL="68580" marR="68580" marT="0" marB="0" anchor="b">
                    <a:lnL>
                      <a:noFill/>
                    </a:lnL>
                    <a:lnR>
                      <a:noFill/>
                    </a:lnR>
                    <a:lnT w="12700" cap="flat" cmpd="sng" algn="ctr">
                      <a:solidFill>
                        <a:srgbClr val="000000"/>
                      </a:solidFill>
                      <a:prstDash val="solid"/>
                      <a:round/>
                      <a:headEnd type="none" w="med" len="med"/>
                      <a:tailEnd type="none" w="med" len="med"/>
                    </a:lnT>
                    <a:lnB>
                      <a:noFill/>
                    </a:lnB>
                  </a:tcPr>
                </a:tc>
              </a:tr>
              <a:tr h="269482">
                <a:tc>
                  <a:txBody>
                    <a:bodyPr/>
                    <a:lstStyle/>
                    <a:p>
                      <a:pPr algn="just">
                        <a:spcAft>
                          <a:spcPts val="0"/>
                        </a:spcAft>
                      </a:pPr>
                      <a:r>
                        <a:rPr lang="en-US" sz="2000" kern="100">
                          <a:solidFill>
                            <a:srgbClr val="000000"/>
                          </a:solidFill>
                          <a:effectLst/>
                          <a:latin typeface="宋体" panose="02010600030101010101" pitchFamily="2" charset="-122"/>
                          <a:ea typeface="宋体" panose="02010600030101010101" pitchFamily="2" charset="-122"/>
                          <a:cs typeface="Times New Roman" panose="02020603050405020304"/>
                        </a:rPr>
                        <a:t>600104</a:t>
                      </a:r>
                      <a:endParaRPr lang="zh-CN" sz="2000" kern="100">
                        <a:effectLst/>
                        <a:latin typeface="Calibri" panose="020F0502020204030204"/>
                        <a:ea typeface="宋体" panose="02010600030101010101" pitchFamily="2" charset="-122"/>
                        <a:cs typeface="Times New Roman" panose="02020603050405020304"/>
                      </a:endParaRPr>
                    </a:p>
                  </a:txBody>
                  <a:tcPr marL="68580" marR="68580" marT="0" marB="0" anchor="b">
                    <a:lnL>
                      <a:noFill/>
                    </a:lnL>
                    <a:lnR>
                      <a:noFill/>
                    </a:lnR>
                    <a:lnT>
                      <a:noFill/>
                    </a:lnT>
                    <a:lnB>
                      <a:noFill/>
                    </a:lnB>
                  </a:tcPr>
                </a:tc>
                <a:tc>
                  <a:txBody>
                    <a:bodyPr/>
                    <a:lstStyle/>
                    <a:p>
                      <a:pPr algn="just">
                        <a:spcAft>
                          <a:spcPts val="0"/>
                        </a:spcAft>
                      </a:pPr>
                      <a:r>
                        <a:rPr lang="en-US" sz="2000" kern="100" dirty="0">
                          <a:solidFill>
                            <a:srgbClr val="000000"/>
                          </a:solidFill>
                          <a:effectLst/>
                          <a:latin typeface="宋体" panose="02010600030101010101" pitchFamily="2" charset="-122"/>
                          <a:ea typeface="宋体" panose="02010600030101010101" pitchFamily="2" charset="-122"/>
                          <a:cs typeface="Times New Roman" panose="02020603050405020304"/>
                        </a:rPr>
                        <a:t>2017-01-04</a:t>
                      </a:r>
                      <a:endParaRPr lang="zh-CN" sz="2000" kern="100" dirty="0">
                        <a:effectLst/>
                        <a:latin typeface="Calibri" panose="020F0502020204030204"/>
                        <a:ea typeface="宋体" panose="02010600030101010101" pitchFamily="2" charset="-122"/>
                        <a:cs typeface="Times New Roman" panose="02020603050405020304"/>
                      </a:endParaRPr>
                    </a:p>
                  </a:txBody>
                  <a:tcPr marL="68580" marR="68580" marT="0" marB="0" anchor="b">
                    <a:lnL>
                      <a:noFill/>
                    </a:lnL>
                    <a:lnR>
                      <a:noFill/>
                    </a:lnR>
                    <a:lnT>
                      <a:noFill/>
                    </a:lnT>
                    <a:lnB>
                      <a:noFill/>
                    </a:lnB>
                  </a:tcPr>
                </a:tc>
                <a:tc>
                  <a:txBody>
                    <a:bodyPr/>
                    <a:lstStyle/>
                    <a:p>
                      <a:pPr algn="r">
                        <a:spcAft>
                          <a:spcPts val="0"/>
                        </a:spcAft>
                      </a:pPr>
                      <a:r>
                        <a:rPr lang="en-US" sz="2000" kern="100">
                          <a:solidFill>
                            <a:srgbClr val="000000"/>
                          </a:solidFill>
                          <a:effectLst/>
                          <a:latin typeface="宋体" panose="02010600030101010101" pitchFamily="2" charset="-122"/>
                          <a:ea typeface="宋体" panose="02010600030101010101" pitchFamily="2" charset="-122"/>
                          <a:cs typeface="Times New Roman" panose="02020603050405020304"/>
                        </a:rPr>
                        <a:t>24.29</a:t>
                      </a:r>
                      <a:endParaRPr lang="zh-CN" sz="2000" kern="100">
                        <a:effectLst/>
                        <a:latin typeface="Calibri" panose="020F0502020204030204"/>
                        <a:ea typeface="宋体" panose="02010600030101010101" pitchFamily="2" charset="-122"/>
                        <a:cs typeface="Times New Roman" panose="02020603050405020304"/>
                      </a:endParaRPr>
                    </a:p>
                  </a:txBody>
                  <a:tcPr marL="68580" marR="68580" marT="0" marB="0" anchor="b">
                    <a:lnL>
                      <a:noFill/>
                    </a:lnL>
                    <a:lnR>
                      <a:noFill/>
                    </a:lnR>
                    <a:lnT>
                      <a:noFill/>
                    </a:lnT>
                    <a:lnB>
                      <a:noFill/>
                    </a:lnB>
                  </a:tcPr>
                </a:tc>
                <a:tc>
                  <a:txBody>
                    <a:bodyPr/>
                    <a:lstStyle/>
                    <a:p>
                      <a:pPr algn="r">
                        <a:spcAft>
                          <a:spcPts val="0"/>
                        </a:spcAft>
                      </a:pPr>
                      <a:r>
                        <a:rPr lang="en-US" sz="2000" kern="100">
                          <a:solidFill>
                            <a:srgbClr val="000000"/>
                          </a:solidFill>
                          <a:effectLst/>
                          <a:latin typeface="宋体" panose="02010600030101010101" pitchFamily="2" charset="-122"/>
                          <a:ea typeface="宋体" panose="02010600030101010101" pitchFamily="2" charset="-122"/>
                          <a:cs typeface="Times New Roman" panose="02020603050405020304"/>
                        </a:rPr>
                        <a:t>33531997</a:t>
                      </a:r>
                      <a:endParaRPr lang="zh-CN" sz="2000" kern="100">
                        <a:effectLst/>
                        <a:latin typeface="Calibri" panose="020F0502020204030204"/>
                        <a:ea typeface="宋体" panose="02010600030101010101" pitchFamily="2" charset="-122"/>
                        <a:cs typeface="Times New Roman" panose="02020603050405020304"/>
                      </a:endParaRPr>
                    </a:p>
                  </a:txBody>
                  <a:tcPr marL="68580" marR="68580" marT="0" marB="0" anchor="b">
                    <a:lnL>
                      <a:noFill/>
                    </a:lnL>
                    <a:lnR>
                      <a:noFill/>
                    </a:lnR>
                    <a:lnT>
                      <a:noFill/>
                    </a:lnT>
                    <a:lnB>
                      <a:noFill/>
                    </a:lnB>
                  </a:tcPr>
                </a:tc>
                <a:tc>
                  <a:txBody>
                    <a:bodyPr/>
                    <a:lstStyle/>
                    <a:p>
                      <a:pPr algn="r">
                        <a:spcAft>
                          <a:spcPts val="0"/>
                        </a:spcAft>
                      </a:pPr>
                      <a:r>
                        <a:rPr lang="en-US" sz="2000" kern="100">
                          <a:solidFill>
                            <a:srgbClr val="000000"/>
                          </a:solidFill>
                          <a:effectLst/>
                          <a:latin typeface="宋体" panose="02010600030101010101" pitchFamily="2" charset="-122"/>
                          <a:ea typeface="宋体" panose="02010600030101010101" pitchFamily="2" charset="-122"/>
                          <a:cs typeface="Times New Roman" panose="02020603050405020304"/>
                        </a:rPr>
                        <a:t>814803312</a:t>
                      </a:r>
                      <a:endParaRPr lang="zh-CN" sz="2000" kern="100">
                        <a:effectLst/>
                        <a:latin typeface="Calibri" panose="020F0502020204030204"/>
                        <a:ea typeface="宋体" panose="02010600030101010101" pitchFamily="2" charset="-122"/>
                        <a:cs typeface="Times New Roman" panose="02020603050405020304"/>
                      </a:endParaRPr>
                    </a:p>
                  </a:txBody>
                  <a:tcPr marL="68580" marR="68580" marT="0" marB="0" anchor="b">
                    <a:lnL>
                      <a:noFill/>
                    </a:lnL>
                    <a:lnR>
                      <a:noFill/>
                    </a:lnR>
                    <a:lnT>
                      <a:noFill/>
                    </a:lnT>
                    <a:lnB>
                      <a:noFill/>
                    </a:lnB>
                  </a:tcPr>
                </a:tc>
                <a:tc>
                  <a:txBody>
                    <a:bodyPr/>
                    <a:lstStyle/>
                    <a:p>
                      <a:pPr algn="r">
                        <a:spcAft>
                          <a:spcPts val="0"/>
                        </a:spcAft>
                      </a:pPr>
                      <a:r>
                        <a:rPr lang="en-US" sz="2000" kern="100">
                          <a:solidFill>
                            <a:srgbClr val="000000"/>
                          </a:solidFill>
                          <a:effectLst/>
                          <a:latin typeface="宋体" panose="02010600030101010101" pitchFamily="2" charset="-122"/>
                          <a:ea typeface="宋体" panose="02010600030101010101" pitchFamily="2" charset="-122"/>
                          <a:cs typeface="Times New Roman" panose="02020603050405020304"/>
                        </a:rPr>
                        <a:t>23.97</a:t>
                      </a:r>
                      <a:endParaRPr lang="zh-CN" sz="2000" kern="100">
                        <a:effectLst/>
                        <a:latin typeface="Calibri" panose="020F0502020204030204"/>
                        <a:ea typeface="宋体" panose="02010600030101010101" pitchFamily="2" charset="-122"/>
                        <a:cs typeface="Times New Roman" panose="02020603050405020304"/>
                      </a:endParaRPr>
                    </a:p>
                  </a:txBody>
                  <a:tcPr marL="68580" marR="68580" marT="0" marB="0" anchor="b">
                    <a:lnL>
                      <a:noFill/>
                    </a:lnL>
                    <a:lnR>
                      <a:noFill/>
                    </a:lnR>
                    <a:lnT>
                      <a:noFill/>
                    </a:lnT>
                    <a:lnB>
                      <a:noFill/>
                    </a:lnB>
                  </a:tcPr>
                </a:tc>
                <a:tc>
                  <a:txBody>
                    <a:bodyPr/>
                    <a:lstStyle/>
                    <a:p>
                      <a:pPr algn="r">
                        <a:spcAft>
                          <a:spcPts val="0"/>
                        </a:spcAft>
                      </a:pPr>
                      <a:r>
                        <a:rPr lang="en-US" sz="2000" kern="100">
                          <a:solidFill>
                            <a:srgbClr val="000000"/>
                          </a:solidFill>
                          <a:effectLst/>
                          <a:latin typeface="宋体" panose="02010600030101010101" pitchFamily="2" charset="-122"/>
                          <a:ea typeface="宋体" panose="02010600030101010101" pitchFamily="2" charset="-122"/>
                          <a:cs typeface="Times New Roman" panose="02020603050405020304"/>
                        </a:rPr>
                        <a:t>24.5</a:t>
                      </a:r>
                      <a:endParaRPr lang="zh-CN" sz="2000" kern="100">
                        <a:effectLst/>
                        <a:latin typeface="Calibri" panose="020F0502020204030204"/>
                        <a:ea typeface="宋体" panose="02010600030101010101" pitchFamily="2" charset="-122"/>
                        <a:cs typeface="Times New Roman" panose="02020603050405020304"/>
                      </a:endParaRPr>
                    </a:p>
                  </a:txBody>
                  <a:tcPr marL="68580" marR="68580" marT="0" marB="0" anchor="b">
                    <a:lnL>
                      <a:noFill/>
                    </a:lnL>
                    <a:lnR>
                      <a:noFill/>
                    </a:lnR>
                    <a:lnT>
                      <a:noFill/>
                    </a:lnT>
                    <a:lnB>
                      <a:noFill/>
                    </a:lnB>
                  </a:tcPr>
                </a:tc>
                <a:tc>
                  <a:txBody>
                    <a:bodyPr/>
                    <a:lstStyle/>
                    <a:p>
                      <a:pPr algn="r">
                        <a:spcAft>
                          <a:spcPts val="0"/>
                        </a:spcAft>
                      </a:pPr>
                      <a:r>
                        <a:rPr lang="en-US" sz="2000" kern="100">
                          <a:solidFill>
                            <a:srgbClr val="000000"/>
                          </a:solidFill>
                          <a:effectLst/>
                          <a:latin typeface="宋体" panose="02010600030101010101" pitchFamily="2" charset="-122"/>
                          <a:ea typeface="宋体" panose="02010600030101010101" pitchFamily="2" charset="-122"/>
                          <a:cs typeface="Times New Roman" panose="02020603050405020304"/>
                        </a:rPr>
                        <a:t>23.89</a:t>
                      </a:r>
                      <a:endParaRPr lang="zh-CN" sz="2000" kern="100">
                        <a:effectLst/>
                        <a:latin typeface="Calibri" panose="020F0502020204030204"/>
                        <a:ea typeface="宋体" panose="02010600030101010101" pitchFamily="2" charset="-122"/>
                        <a:cs typeface="Times New Roman" panose="02020603050405020304"/>
                      </a:endParaRPr>
                    </a:p>
                  </a:txBody>
                  <a:tcPr marL="68580" marR="68580" marT="0" marB="0" anchor="b">
                    <a:lnL>
                      <a:noFill/>
                    </a:lnL>
                    <a:lnR>
                      <a:noFill/>
                    </a:lnR>
                    <a:lnT>
                      <a:noFill/>
                    </a:lnT>
                    <a:lnB>
                      <a:noFill/>
                    </a:lnB>
                  </a:tcPr>
                </a:tc>
              </a:tr>
              <a:tr h="269482">
                <a:tc>
                  <a:txBody>
                    <a:bodyPr/>
                    <a:lstStyle/>
                    <a:p>
                      <a:pPr algn="just">
                        <a:spcAft>
                          <a:spcPts val="0"/>
                        </a:spcAft>
                      </a:pPr>
                      <a:r>
                        <a:rPr lang="en-US" sz="2000" kern="100">
                          <a:solidFill>
                            <a:srgbClr val="000000"/>
                          </a:solidFill>
                          <a:effectLst/>
                          <a:latin typeface="宋体" panose="02010600030101010101" pitchFamily="2" charset="-122"/>
                          <a:ea typeface="宋体" panose="02010600030101010101" pitchFamily="2" charset="-122"/>
                          <a:cs typeface="Times New Roman" panose="02020603050405020304"/>
                        </a:rPr>
                        <a:t>600104</a:t>
                      </a:r>
                      <a:endParaRPr lang="zh-CN" sz="2000" kern="100">
                        <a:effectLst/>
                        <a:latin typeface="Calibri" panose="020F0502020204030204"/>
                        <a:ea typeface="宋体" panose="02010600030101010101" pitchFamily="2" charset="-122"/>
                        <a:cs typeface="Times New Roman" panose="02020603050405020304"/>
                      </a:endParaRPr>
                    </a:p>
                  </a:txBody>
                  <a:tcPr marL="68580" marR="68580" marT="0" marB="0" anchor="b">
                    <a:lnL>
                      <a:noFill/>
                    </a:lnL>
                    <a:lnR>
                      <a:noFill/>
                    </a:lnR>
                    <a:lnT>
                      <a:noFill/>
                    </a:lnT>
                    <a:lnB>
                      <a:noFill/>
                    </a:lnB>
                  </a:tcPr>
                </a:tc>
                <a:tc>
                  <a:txBody>
                    <a:bodyPr/>
                    <a:lstStyle/>
                    <a:p>
                      <a:pPr algn="just">
                        <a:spcAft>
                          <a:spcPts val="0"/>
                        </a:spcAft>
                      </a:pPr>
                      <a:r>
                        <a:rPr lang="en-US" sz="2000" kern="100" dirty="0">
                          <a:solidFill>
                            <a:srgbClr val="000000"/>
                          </a:solidFill>
                          <a:effectLst/>
                          <a:latin typeface="宋体" panose="02010600030101010101" pitchFamily="2" charset="-122"/>
                          <a:ea typeface="宋体" panose="02010600030101010101" pitchFamily="2" charset="-122"/>
                          <a:cs typeface="Times New Roman" panose="02020603050405020304"/>
                        </a:rPr>
                        <a:t>2017-01-05</a:t>
                      </a:r>
                      <a:endParaRPr lang="zh-CN" sz="2000" kern="100" dirty="0">
                        <a:effectLst/>
                        <a:latin typeface="Calibri" panose="020F0502020204030204"/>
                        <a:ea typeface="宋体" panose="02010600030101010101" pitchFamily="2" charset="-122"/>
                        <a:cs typeface="Times New Roman" panose="02020603050405020304"/>
                      </a:endParaRPr>
                    </a:p>
                  </a:txBody>
                  <a:tcPr marL="68580" marR="68580" marT="0" marB="0" anchor="b">
                    <a:lnL>
                      <a:noFill/>
                    </a:lnL>
                    <a:lnR>
                      <a:noFill/>
                    </a:lnR>
                    <a:lnT>
                      <a:noFill/>
                    </a:lnT>
                    <a:lnB>
                      <a:noFill/>
                    </a:lnB>
                  </a:tcPr>
                </a:tc>
                <a:tc>
                  <a:txBody>
                    <a:bodyPr/>
                    <a:lstStyle/>
                    <a:p>
                      <a:pPr algn="r">
                        <a:spcAft>
                          <a:spcPts val="0"/>
                        </a:spcAft>
                      </a:pPr>
                      <a:r>
                        <a:rPr lang="en-US" sz="2000" kern="100">
                          <a:solidFill>
                            <a:srgbClr val="000000"/>
                          </a:solidFill>
                          <a:effectLst/>
                          <a:latin typeface="宋体" panose="02010600030101010101" pitchFamily="2" charset="-122"/>
                          <a:ea typeface="宋体" panose="02010600030101010101" pitchFamily="2" charset="-122"/>
                          <a:cs typeface="Times New Roman" panose="02020603050405020304"/>
                        </a:rPr>
                        <a:t>24.05</a:t>
                      </a:r>
                      <a:endParaRPr lang="zh-CN" sz="2000" kern="100">
                        <a:effectLst/>
                        <a:latin typeface="Calibri" panose="020F0502020204030204"/>
                        <a:ea typeface="宋体" panose="02010600030101010101" pitchFamily="2" charset="-122"/>
                        <a:cs typeface="Times New Roman" panose="02020603050405020304"/>
                      </a:endParaRPr>
                    </a:p>
                  </a:txBody>
                  <a:tcPr marL="68580" marR="68580" marT="0" marB="0" anchor="b">
                    <a:lnL>
                      <a:noFill/>
                    </a:lnL>
                    <a:lnR>
                      <a:noFill/>
                    </a:lnR>
                    <a:lnT>
                      <a:noFill/>
                    </a:lnT>
                    <a:lnB>
                      <a:noFill/>
                    </a:lnB>
                  </a:tcPr>
                </a:tc>
                <a:tc>
                  <a:txBody>
                    <a:bodyPr/>
                    <a:lstStyle/>
                    <a:p>
                      <a:pPr algn="r">
                        <a:spcAft>
                          <a:spcPts val="0"/>
                        </a:spcAft>
                      </a:pPr>
                      <a:r>
                        <a:rPr lang="en-US" sz="2000" kern="100">
                          <a:solidFill>
                            <a:srgbClr val="000000"/>
                          </a:solidFill>
                          <a:effectLst/>
                          <a:latin typeface="宋体" panose="02010600030101010101" pitchFamily="2" charset="-122"/>
                          <a:ea typeface="宋体" panose="02010600030101010101" pitchFamily="2" charset="-122"/>
                          <a:cs typeface="Times New Roman" panose="02020603050405020304"/>
                        </a:rPr>
                        <a:t>20859375</a:t>
                      </a:r>
                      <a:endParaRPr lang="zh-CN" sz="2000" kern="100">
                        <a:effectLst/>
                        <a:latin typeface="Calibri" panose="020F0502020204030204"/>
                        <a:ea typeface="宋体" panose="02010600030101010101" pitchFamily="2" charset="-122"/>
                        <a:cs typeface="Times New Roman" panose="02020603050405020304"/>
                      </a:endParaRPr>
                    </a:p>
                  </a:txBody>
                  <a:tcPr marL="68580" marR="68580" marT="0" marB="0" anchor="b">
                    <a:lnL>
                      <a:noFill/>
                    </a:lnL>
                    <a:lnR>
                      <a:noFill/>
                    </a:lnR>
                    <a:lnT>
                      <a:noFill/>
                    </a:lnT>
                    <a:lnB>
                      <a:noFill/>
                    </a:lnB>
                  </a:tcPr>
                </a:tc>
                <a:tc>
                  <a:txBody>
                    <a:bodyPr/>
                    <a:lstStyle/>
                    <a:p>
                      <a:pPr algn="r">
                        <a:spcAft>
                          <a:spcPts val="0"/>
                        </a:spcAft>
                      </a:pPr>
                      <a:r>
                        <a:rPr lang="en-US" sz="2000" kern="100">
                          <a:solidFill>
                            <a:srgbClr val="000000"/>
                          </a:solidFill>
                          <a:effectLst/>
                          <a:latin typeface="宋体" panose="02010600030101010101" pitchFamily="2" charset="-122"/>
                          <a:ea typeface="宋体" panose="02010600030101010101" pitchFamily="2" charset="-122"/>
                          <a:cs typeface="Times New Roman" panose="02020603050405020304"/>
                        </a:rPr>
                        <a:t>502227857</a:t>
                      </a:r>
                      <a:endParaRPr lang="zh-CN" sz="2000" kern="100">
                        <a:effectLst/>
                        <a:latin typeface="Calibri" panose="020F0502020204030204"/>
                        <a:ea typeface="宋体" panose="02010600030101010101" pitchFamily="2" charset="-122"/>
                        <a:cs typeface="Times New Roman" panose="02020603050405020304"/>
                      </a:endParaRPr>
                    </a:p>
                  </a:txBody>
                  <a:tcPr marL="68580" marR="68580" marT="0" marB="0" anchor="b">
                    <a:lnL>
                      <a:noFill/>
                    </a:lnL>
                    <a:lnR>
                      <a:noFill/>
                    </a:lnR>
                    <a:lnT>
                      <a:noFill/>
                    </a:lnT>
                    <a:lnB>
                      <a:noFill/>
                    </a:lnB>
                  </a:tcPr>
                </a:tc>
                <a:tc>
                  <a:txBody>
                    <a:bodyPr/>
                    <a:lstStyle/>
                    <a:p>
                      <a:pPr algn="r">
                        <a:spcAft>
                          <a:spcPts val="0"/>
                        </a:spcAft>
                      </a:pPr>
                      <a:r>
                        <a:rPr lang="en-US" sz="2000" kern="100">
                          <a:solidFill>
                            <a:srgbClr val="000000"/>
                          </a:solidFill>
                          <a:effectLst/>
                          <a:latin typeface="宋体" panose="02010600030101010101" pitchFamily="2" charset="-122"/>
                          <a:ea typeface="宋体" panose="02010600030101010101" pitchFamily="2" charset="-122"/>
                          <a:cs typeface="Times New Roman" panose="02020603050405020304"/>
                        </a:rPr>
                        <a:t>24.38</a:t>
                      </a:r>
                      <a:endParaRPr lang="zh-CN" sz="2000" kern="100">
                        <a:effectLst/>
                        <a:latin typeface="Calibri" panose="020F0502020204030204"/>
                        <a:ea typeface="宋体" panose="02010600030101010101" pitchFamily="2" charset="-122"/>
                        <a:cs typeface="Times New Roman" panose="02020603050405020304"/>
                      </a:endParaRPr>
                    </a:p>
                  </a:txBody>
                  <a:tcPr marL="68580" marR="68580" marT="0" marB="0" anchor="b">
                    <a:lnL>
                      <a:noFill/>
                    </a:lnL>
                    <a:lnR>
                      <a:noFill/>
                    </a:lnR>
                    <a:lnT>
                      <a:noFill/>
                    </a:lnT>
                    <a:lnB>
                      <a:noFill/>
                    </a:lnB>
                  </a:tcPr>
                </a:tc>
                <a:tc>
                  <a:txBody>
                    <a:bodyPr/>
                    <a:lstStyle/>
                    <a:p>
                      <a:pPr algn="r">
                        <a:spcAft>
                          <a:spcPts val="0"/>
                        </a:spcAft>
                      </a:pPr>
                      <a:r>
                        <a:rPr lang="en-US" sz="2000" kern="100">
                          <a:solidFill>
                            <a:srgbClr val="000000"/>
                          </a:solidFill>
                          <a:effectLst/>
                          <a:latin typeface="宋体" panose="02010600030101010101" pitchFamily="2" charset="-122"/>
                          <a:ea typeface="宋体" panose="02010600030101010101" pitchFamily="2" charset="-122"/>
                          <a:cs typeface="Times New Roman" panose="02020603050405020304"/>
                        </a:rPr>
                        <a:t>24.38</a:t>
                      </a:r>
                      <a:endParaRPr lang="zh-CN" sz="2000" kern="100">
                        <a:effectLst/>
                        <a:latin typeface="Calibri" panose="020F0502020204030204"/>
                        <a:ea typeface="宋体" panose="02010600030101010101" pitchFamily="2" charset="-122"/>
                        <a:cs typeface="Times New Roman" panose="02020603050405020304"/>
                      </a:endParaRPr>
                    </a:p>
                  </a:txBody>
                  <a:tcPr marL="68580" marR="68580" marT="0" marB="0" anchor="b">
                    <a:lnL>
                      <a:noFill/>
                    </a:lnL>
                    <a:lnR>
                      <a:noFill/>
                    </a:lnR>
                    <a:lnT>
                      <a:noFill/>
                    </a:lnT>
                    <a:lnB>
                      <a:noFill/>
                    </a:lnB>
                  </a:tcPr>
                </a:tc>
                <a:tc>
                  <a:txBody>
                    <a:bodyPr/>
                    <a:lstStyle/>
                    <a:p>
                      <a:pPr algn="r">
                        <a:spcAft>
                          <a:spcPts val="0"/>
                        </a:spcAft>
                      </a:pPr>
                      <a:r>
                        <a:rPr lang="en-US" sz="2000" kern="100">
                          <a:solidFill>
                            <a:srgbClr val="000000"/>
                          </a:solidFill>
                          <a:effectLst/>
                          <a:latin typeface="宋体" panose="02010600030101010101" pitchFamily="2" charset="-122"/>
                          <a:ea typeface="宋体" panose="02010600030101010101" pitchFamily="2" charset="-122"/>
                          <a:cs typeface="Times New Roman" panose="02020603050405020304"/>
                        </a:rPr>
                        <a:t>23.95</a:t>
                      </a:r>
                      <a:endParaRPr lang="zh-CN" sz="2000" kern="100">
                        <a:effectLst/>
                        <a:latin typeface="Calibri" panose="020F0502020204030204"/>
                        <a:ea typeface="宋体" panose="02010600030101010101" pitchFamily="2" charset="-122"/>
                        <a:cs typeface="Times New Roman" panose="02020603050405020304"/>
                      </a:endParaRPr>
                    </a:p>
                  </a:txBody>
                  <a:tcPr marL="68580" marR="68580" marT="0" marB="0" anchor="b">
                    <a:lnL>
                      <a:noFill/>
                    </a:lnL>
                    <a:lnR>
                      <a:noFill/>
                    </a:lnR>
                    <a:lnT>
                      <a:noFill/>
                    </a:lnT>
                    <a:lnB>
                      <a:noFill/>
                    </a:lnB>
                  </a:tcPr>
                </a:tc>
              </a:tr>
              <a:tr h="269482">
                <a:tc>
                  <a:txBody>
                    <a:bodyPr/>
                    <a:lstStyle/>
                    <a:p>
                      <a:pPr algn="just">
                        <a:spcAft>
                          <a:spcPts val="0"/>
                        </a:spcAft>
                      </a:pPr>
                      <a:r>
                        <a:rPr lang="en-US" sz="2000" kern="100">
                          <a:solidFill>
                            <a:srgbClr val="000000"/>
                          </a:solidFill>
                          <a:effectLst/>
                          <a:latin typeface="宋体" panose="02010600030101010101" pitchFamily="2" charset="-122"/>
                          <a:ea typeface="宋体" panose="02010600030101010101" pitchFamily="2" charset="-122"/>
                          <a:cs typeface="Times New Roman" panose="02020603050405020304"/>
                        </a:rPr>
                        <a:t>600104</a:t>
                      </a:r>
                      <a:endParaRPr lang="zh-CN" sz="2000" kern="100">
                        <a:effectLst/>
                        <a:latin typeface="Calibri" panose="020F0502020204030204"/>
                        <a:ea typeface="宋体" panose="02010600030101010101" pitchFamily="2" charset="-122"/>
                        <a:cs typeface="Times New Roman" panose="02020603050405020304"/>
                      </a:endParaRPr>
                    </a:p>
                  </a:txBody>
                  <a:tcPr marL="68580" marR="68580" marT="0" marB="0" anchor="b">
                    <a:lnL>
                      <a:noFill/>
                    </a:lnL>
                    <a:lnR>
                      <a:noFill/>
                    </a:lnR>
                    <a:lnT>
                      <a:noFill/>
                    </a:lnT>
                    <a:lnB>
                      <a:noFill/>
                    </a:lnB>
                  </a:tcPr>
                </a:tc>
                <a:tc>
                  <a:txBody>
                    <a:bodyPr/>
                    <a:lstStyle/>
                    <a:p>
                      <a:pPr algn="just">
                        <a:spcAft>
                          <a:spcPts val="0"/>
                        </a:spcAft>
                      </a:pPr>
                      <a:r>
                        <a:rPr lang="en-US" sz="2000" kern="100">
                          <a:solidFill>
                            <a:srgbClr val="000000"/>
                          </a:solidFill>
                          <a:effectLst/>
                          <a:latin typeface="宋体" panose="02010600030101010101" pitchFamily="2" charset="-122"/>
                          <a:ea typeface="宋体" panose="02010600030101010101" pitchFamily="2" charset="-122"/>
                          <a:cs typeface="Times New Roman" panose="02020603050405020304"/>
                        </a:rPr>
                        <a:t>2017-01-06</a:t>
                      </a:r>
                      <a:endParaRPr lang="zh-CN" sz="2000" kern="100">
                        <a:effectLst/>
                        <a:latin typeface="Calibri" panose="020F0502020204030204"/>
                        <a:ea typeface="宋体" panose="02010600030101010101" pitchFamily="2" charset="-122"/>
                        <a:cs typeface="Times New Roman" panose="02020603050405020304"/>
                      </a:endParaRPr>
                    </a:p>
                  </a:txBody>
                  <a:tcPr marL="68580" marR="68580" marT="0" marB="0" anchor="b">
                    <a:lnL>
                      <a:noFill/>
                    </a:lnL>
                    <a:lnR>
                      <a:noFill/>
                    </a:lnR>
                    <a:lnT>
                      <a:noFill/>
                    </a:lnT>
                    <a:lnB>
                      <a:noFill/>
                    </a:lnB>
                  </a:tcPr>
                </a:tc>
                <a:tc>
                  <a:txBody>
                    <a:bodyPr/>
                    <a:lstStyle/>
                    <a:p>
                      <a:pPr algn="r">
                        <a:spcAft>
                          <a:spcPts val="0"/>
                        </a:spcAft>
                      </a:pPr>
                      <a:r>
                        <a:rPr lang="en-US" sz="2000" kern="100">
                          <a:solidFill>
                            <a:srgbClr val="000000"/>
                          </a:solidFill>
                          <a:effectLst/>
                          <a:latin typeface="宋体" panose="02010600030101010101" pitchFamily="2" charset="-122"/>
                          <a:ea typeface="宋体" panose="02010600030101010101" pitchFamily="2" charset="-122"/>
                          <a:cs typeface="Times New Roman" panose="02020603050405020304"/>
                        </a:rPr>
                        <a:t>23.91</a:t>
                      </a:r>
                      <a:endParaRPr lang="zh-CN" sz="2000" kern="100">
                        <a:effectLst/>
                        <a:latin typeface="Calibri" panose="020F0502020204030204"/>
                        <a:ea typeface="宋体" panose="02010600030101010101" pitchFamily="2" charset="-122"/>
                        <a:cs typeface="Times New Roman" panose="02020603050405020304"/>
                      </a:endParaRPr>
                    </a:p>
                  </a:txBody>
                  <a:tcPr marL="68580" marR="68580" marT="0" marB="0" anchor="b">
                    <a:lnL>
                      <a:noFill/>
                    </a:lnL>
                    <a:lnR>
                      <a:noFill/>
                    </a:lnR>
                    <a:lnT>
                      <a:noFill/>
                    </a:lnT>
                    <a:lnB>
                      <a:noFill/>
                    </a:lnB>
                  </a:tcPr>
                </a:tc>
                <a:tc>
                  <a:txBody>
                    <a:bodyPr/>
                    <a:lstStyle/>
                    <a:p>
                      <a:pPr algn="r">
                        <a:spcAft>
                          <a:spcPts val="0"/>
                        </a:spcAft>
                      </a:pPr>
                      <a:r>
                        <a:rPr lang="en-US" sz="2000" kern="100">
                          <a:solidFill>
                            <a:srgbClr val="000000"/>
                          </a:solidFill>
                          <a:effectLst/>
                          <a:latin typeface="宋体" panose="02010600030101010101" pitchFamily="2" charset="-122"/>
                          <a:ea typeface="宋体" panose="02010600030101010101" pitchFamily="2" charset="-122"/>
                          <a:cs typeface="Times New Roman" panose="02020603050405020304"/>
                        </a:rPr>
                        <a:t>22979601</a:t>
                      </a:r>
                      <a:endParaRPr lang="zh-CN" sz="2000" kern="100">
                        <a:effectLst/>
                        <a:latin typeface="Calibri" panose="020F0502020204030204"/>
                        <a:ea typeface="宋体" panose="02010600030101010101" pitchFamily="2" charset="-122"/>
                        <a:cs typeface="Times New Roman" panose="02020603050405020304"/>
                      </a:endParaRPr>
                    </a:p>
                  </a:txBody>
                  <a:tcPr marL="68580" marR="68580" marT="0" marB="0" anchor="b">
                    <a:lnL>
                      <a:noFill/>
                    </a:lnL>
                    <a:lnR>
                      <a:noFill/>
                    </a:lnR>
                    <a:lnT>
                      <a:noFill/>
                    </a:lnT>
                    <a:lnB>
                      <a:noFill/>
                    </a:lnB>
                  </a:tcPr>
                </a:tc>
                <a:tc>
                  <a:txBody>
                    <a:bodyPr/>
                    <a:lstStyle/>
                    <a:p>
                      <a:pPr algn="r">
                        <a:spcAft>
                          <a:spcPts val="0"/>
                        </a:spcAft>
                      </a:pPr>
                      <a:r>
                        <a:rPr lang="en-US" sz="2000" kern="100">
                          <a:solidFill>
                            <a:srgbClr val="000000"/>
                          </a:solidFill>
                          <a:effectLst/>
                          <a:latin typeface="宋体" panose="02010600030101010101" pitchFamily="2" charset="-122"/>
                          <a:ea typeface="宋体" panose="02010600030101010101" pitchFamily="2" charset="-122"/>
                          <a:cs typeface="Times New Roman" panose="02020603050405020304"/>
                        </a:rPr>
                        <a:t>551372417</a:t>
                      </a:r>
                      <a:endParaRPr lang="zh-CN" sz="2000" kern="100">
                        <a:effectLst/>
                        <a:latin typeface="Calibri" panose="020F0502020204030204"/>
                        <a:ea typeface="宋体" panose="02010600030101010101" pitchFamily="2" charset="-122"/>
                        <a:cs typeface="Times New Roman" panose="02020603050405020304"/>
                      </a:endParaRPr>
                    </a:p>
                  </a:txBody>
                  <a:tcPr marL="68580" marR="68580" marT="0" marB="0" anchor="b">
                    <a:lnL>
                      <a:noFill/>
                    </a:lnL>
                    <a:lnR>
                      <a:noFill/>
                    </a:lnR>
                    <a:lnT>
                      <a:noFill/>
                    </a:lnT>
                    <a:lnB>
                      <a:noFill/>
                    </a:lnB>
                  </a:tcPr>
                </a:tc>
                <a:tc>
                  <a:txBody>
                    <a:bodyPr/>
                    <a:lstStyle/>
                    <a:p>
                      <a:pPr algn="r">
                        <a:spcAft>
                          <a:spcPts val="0"/>
                        </a:spcAft>
                      </a:pPr>
                      <a:r>
                        <a:rPr lang="en-US" sz="2000" kern="100">
                          <a:solidFill>
                            <a:srgbClr val="000000"/>
                          </a:solidFill>
                          <a:effectLst/>
                          <a:latin typeface="宋体" panose="02010600030101010101" pitchFamily="2" charset="-122"/>
                          <a:ea typeface="宋体" panose="02010600030101010101" pitchFamily="2" charset="-122"/>
                          <a:cs typeface="Times New Roman" panose="02020603050405020304"/>
                        </a:rPr>
                        <a:t>24.04</a:t>
                      </a:r>
                      <a:endParaRPr lang="zh-CN" sz="2000" kern="100">
                        <a:effectLst/>
                        <a:latin typeface="Calibri" panose="020F0502020204030204"/>
                        <a:ea typeface="宋体" panose="02010600030101010101" pitchFamily="2" charset="-122"/>
                        <a:cs typeface="Times New Roman" panose="02020603050405020304"/>
                      </a:endParaRPr>
                    </a:p>
                  </a:txBody>
                  <a:tcPr marL="68580" marR="68580" marT="0" marB="0" anchor="b">
                    <a:lnL>
                      <a:noFill/>
                    </a:lnL>
                    <a:lnR>
                      <a:noFill/>
                    </a:lnR>
                    <a:lnT>
                      <a:noFill/>
                    </a:lnT>
                    <a:lnB>
                      <a:noFill/>
                    </a:lnB>
                  </a:tcPr>
                </a:tc>
                <a:tc>
                  <a:txBody>
                    <a:bodyPr/>
                    <a:lstStyle/>
                    <a:p>
                      <a:pPr algn="r">
                        <a:spcAft>
                          <a:spcPts val="0"/>
                        </a:spcAft>
                      </a:pPr>
                      <a:r>
                        <a:rPr lang="en-US" sz="2000" kern="100">
                          <a:solidFill>
                            <a:srgbClr val="000000"/>
                          </a:solidFill>
                          <a:effectLst/>
                          <a:latin typeface="宋体" panose="02010600030101010101" pitchFamily="2" charset="-122"/>
                          <a:ea typeface="宋体" panose="02010600030101010101" pitchFamily="2" charset="-122"/>
                          <a:cs typeface="Times New Roman" panose="02020603050405020304"/>
                        </a:rPr>
                        <a:t>24.16</a:t>
                      </a:r>
                      <a:endParaRPr lang="zh-CN" sz="2000" kern="100">
                        <a:effectLst/>
                        <a:latin typeface="Calibri" panose="020F0502020204030204"/>
                        <a:ea typeface="宋体" panose="02010600030101010101" pitchFamily="2" charset="-122"/>
                        <a:cs typeface="Times New Roman" panose="02020603050405020304"/>
                      </a:endParaRPr>
                    </a:p>
                  </a:txBody>
                  <a:tcPr marL="68580" marR="68580" marT="0" marB="0" anchor="b">
                    <a:lnL>
                      <a:noFill/>
                    </a:lnL>
                    <a:lnR>
                      <a:noFill/>
                    </a:lnR>
                    <a:lnT>
                      <a:noFill/>
                    </a:lnT>
                    <a:lnB>
                      <a:noFill/>
                    </a:lnB>
                  </a:tcPr>
                </a:tc>
                <a:tc>
                  <a:txBody>
                    <a:bodyPr/>
                    <a:lstStyle/>
                    <a:p>
                      <a:pPr algn="r">
                        <a:spcAft>
                          <a:spcPts val="0"/>
                        </a:spcAft>
                      </a:pPr>
                      <a:r>
                        <a:rPr lang="en-US" sz="2000" kern="100">
                          <a:solidFill>
                            <a:srgbClr val="000000"/>
                          </a:solidFill>
                          <a:effectLst/>
                          <a:latin typeface="宋体" panose="02010600030101010101" pitchFamily="2" charset="-122"/>
                          <a:ea typeface="宋体" panose="02010600030101010101" pitchFamily="2" charset="-122"/>
                          <a:cs typeface="Times New Roman" panose="02020603050405020304"/>
                        </a:rPr>
                        <a:t>23.78</a:t>
                      </a:r>
                      <a:endParaRPr lang="zh-CN" sz="2000" kern="100">
                        <a:effectLst/>
                        <a:latin typeface="Calibri" panose="020F0502020204030204"/>
                        <a:ea typeface="宋体" panose="02010600030101010101" pitchFamily="2" charset="-122"/>
                        <a:cs typeface="Times New Roman" panose="02020603050405020304"/>
                      </a:endParaRPr>
                    </a:p>
                  </a:txBody>
                  <a:tcPr marL="68580" marR="68580" marT="0" marB="0" anchor="b">
                    <a:lnL>
                      <a:noFill/>
                    </a:lnL>
                    <a:lnR>
                      <a:noFill/>
                    </a:lnR>
                    <a:lnT>
                      <a:noFill/>
                    </a:lnT>
                    <a:lnB>
                      <a:noFill/>
                    </a:lnB>
                  </a:tcPr>
                </a:tc>
              </a:tr>
              <a:tr h="269482">
                <a:tc>
                  <a:txBody>
                    <a:bodyPr/>
                    <a:lstStyle/>
                    <a:p>
                      <a:pPr algn="just">
                        <a:spcAft>
                          <a:spcPts val="0"/>
                        </a:spcAft>
                      </a:pPr>
                      <a:r>
                        <a:rPr lang="en-US" sz="2000" kern="100">
                          <a:solidFill>
                            <a:srgbClr val="000000"/>
                          </a:solidFill>
                          <a:effectLst/>
                          <a:latin typeface="宋体" panose="02010600030101010101" pitchFamily="2" charset="-122"/>
                          <a:ea typeface="宋体" panose="02010600030101010101" pitchFamily="2" charset="-122"/>
                          <a:cs typeface="Times New Roman" panose="02020603050405020304"/>
                        </a:rPr>
                        <a:t>600104</a:t>
                      </a:r>
                      <a:endParaRPr lang="zh-CN" sz="2000" kern="100">
                        <a:effectLst/>
                        <a:latin typeface="Calibri" panose="020F0502020204030204"/>
                        <a:ea typeface="宋体" panose="02010600030101010101" pitchFamily="2" charset="-122"/>
                        <a:cs typeface="Times New Roman" panose="02020603050405020304"/>
                      </a:endParaRPr>
                    </a:p>
                  </a:txBody>
                  <a:tcPr marL="68580" marR="68580" marT="0" marB="0" anchor="b">
                    <a:lnL>
                      <a:noFill/>
                    </a:lnL>
                    <a:lnR>
                      <a:noFill/>
                    </a:lnR>
                    <a:lnT>
                      <a:noFill/>
                    </a:lnT>
                    <a:lnB>
                      <a:noFill/>
                    </a:lnB>
                  </a:tcPr>
                </a:tc>
                <a:tc>
                  <a:txBody>
                    <a:bodyPr/>
                    <a:lstStyle/>
                    <a:p>
                      <a:pPr algn="just">
                        <a:spcAft>
                          <a:spcPts val="0"/>
                        </a:spcAft>
                      </a:pPr>
                      <a:r>
                        <a:rPr lang="en-US" sz="2000" kern="100" dirty="0">
                          <a:solidFill>
                            <a:srgbClr val="000000"/>
                          </a:solidFill>
                          <a:effectLst/>
                          <a:latin typeface="宋体" panose="02010600030101010101" pitchFamily="2" charset="-122"/>
                          <a:ea typeface="宋体" panose="02010600030101010101" pitchFamily="2" charset="-122"/>
                          <a:cs typeface="Times New Roman" panose="02020603050405020304"/>
                        </a:rPr>
                        <a:t>2017-01-09</a:t>
                      </a:r>
                      <a:endParaRPr lang="zh-CN" sz="2000" kern="100" dirty="0">
                        <a:effectLst/>
                        <a:latin typeface="Calibri" panose="020F0502020204030204"/>
                        <a:ea typeface="宋体" panose="02010600030101010101" pitchFamily="2" charset="-122"/>
                        <a:cs typeface="Times New Roman" panose="02020603050405020304"/>
                      </a:endParaRPr>
                    </a:p>
                  </a:txBody>
                  <a:tcPr marL="68580" marR="68580" marT="0" marB="0" anchor="b">
                    <a:lnL>
                      <a:noFill/>
                    </a:lnL>
                    <a:lnR>
                      <a:noFill/>
                    </a:lnR>
                    <a:lnT>
                      <a:noFill/>
                    </a:lnT>
                    <a:lnB>
                      <a:noFill/>
                    </a:lnB>
                  </a:tcPr>
                </a:tc>
                <a:tc>
                  <a:txBody>
                    <a:bodyPr/>
                    <a:lstStyle/>
                    <a:p>
                      <a:pPr algn="r">
                        <a:spcAft>
                          <a:spcPts val="0"/>
                        </a:spcAft>
                      </a:pPr>
                      <a:r>
                        <a:rPr lang="en-US" sz="2000" kern="100">
                          <a:solidFill>
                            <a:srgbClr val="000000"/>
                          </a:solidFill>
                          <a:effectLst/>
                          <a:latin typeface="宋体" panose="02010600030101010101" pitchFamily="2" charset="-122"/>
                          <a:ea typeface="宋体" panose="02010600030101010101" pitchFamily="2" charset="-122"/>
                          <a:cs typeface="Times New Roman" panose="02020603050405020304"/>
                        </a:rPr>
                        <a:t>24.16</a:t>
                      </a:r>
                      <a:endParaRPr lang="zh-CN" sz="2000" kern="100">
                        <a:effectLst/>
                        <a:latin typeface="Calibri" panose="020F0502020204030204"/>
                        <a:ea typeface="宋体" panose="02010600030101010101" pitchFamily="2" charset="-122"/>
                        <a:cs typeface="Times New Roman" panose="02020603050405020304"/>
                      </a:endParaRPr>
                    </a:p>
                  </a:txBody>
                  <a:tcPr marL="68580" marR="68580" marT="0" marB="0" anchor="b">
                    <a:lnL>
                      <a:noFill/>
                    </a:lnL>
                    <a:lnR>
                      <a:noFill/>
                    </a:lnR>
                    <a:lnT>
                      <a:noFill/>
                    </a:lnT>
                    <a:lnB>
                      <a:noFill/>
                    </a:lnB>
                  </a:tcPr>
                </a:tc>
                <a:tc>
                  <a:txBody>
                    <a:bodyPr/>
                    <a:lstStyle/>
                    <a:p>
                      <a:pPr algn="r">
                        <a:spcAft>
                          <a:spcPts val="0"/>
                        </a:spcAft>
                      </a:pPr>
                      <a:r>
                        <a:rPr lang="en-US" sz="2000" kern="100">
                          <a:solidFill>
                            <a:srgbClr val="000000"/>
                          </a:solidFill>
                          <a:effectLst/>
                          <a:latin typeface="宋体" panose="02010600030101010101" pitchFamily="2" charset="-122"/>
                          <a:ea typeface="宋体" panose="02010600030101010101" pitchFamily="2" charset="-122"/>
                          <a:cs typeface="Times New Roman" panose="02020603050405020304"/>
                        </a:rPr>
                        <a:t>25868370</a:t>
                      </a:r>
                      <a:endParaRPr lang="zh-CN" sz="2000" kern="100">
                        <a:effectLst/>
                        <a:latin typeface="Calibri" panose="020F0502020204030204"/>
                        <a:ea typeface="宋体" panose="02010600030101010101" pitchFamily="2" charset="-122"/>
                        <a:cs typeface="Times New Roman" panose="02020603050405020304"/>
                      </a:endParaRPr>
                    </a:p>
                  </a:txBody>
                  <a:tcPr marL="68580" marR="68580" marT="0" marB="0" anchor="b">
                    <a:lnL>
                      <a:noFill/>
                    </a:lnL>
                    <a:lnR>
                      <a:noFill/>
                    </a:lnR>
                    <a:lnT>
                      <a:noFill/>
                    </a:lnT>
                    <a:lnB>
                      <a:noFill/>
                    </a:lnB>
                  </a:tcPr>
                </a:tc>
                <a:tc>
                  <a:txBody>
                    <a:bodyPr/>
                    <a:lstStyle/>
                    <a:p>
                      <a:pPr algn="r">
                        <a:spcAft>
                          <a:spcPts val="0"/>
                        </a:spcAft>
                      </a:pPr>
                      <a:r>
                        <a:rPr lang="en-US" sz="2000" kern="100">
                          <a:solidFill>
                            <a:srgbClr val="000000"/>
                          </a:solidFill>
                          <a:effectLst/>
                          <a:latin typeface="宋体" panose="02010600030101010101" pitchFamily="2" charset="-122"/>
                          <a:ea typeface="宋体" panose="02010600030101010101" pitchFamily="2" charset="-122"/>
                          <a:cs typeface="Times New Roman" panose="02020603050405020304"/>
                        </a:rPr>
                        <a:t>623068715</a:t>
                      </a:r>
                      <a:endParaRPr lang="zh-CN" sz="2000" kern="100">
                        <a:effectLst/>
                        <a:latin typeface="Calibri" panose="020F0502020204030204"/>
                        <a:ea typeface="宋体" panose="02010600030101010101" pitchFamily="2" charset="-122"/>
                        <a:cs typeface="Times New Roman" panose="02020603050405020304"/>
                      </a:endParaRPr>
                    </a:p>
                  </a:txBody>
                  <a:tcPr marL="68580" marR="68580" marT="0" marB="0" anchor="b">
                    <a:lnL>
                      <a:noFill/>
                    </a:lnL>
                    <a:lnR>
                      <a:noFill/>
                    </a:lnR>
                    <a:lnT>
                      <a:noFill/>
                    </a:lnT>
                    <a:lnB>
                      <a:noFill/>
                    </a:lnB>
                  </a:tcPr>
                </a:tc>
                <a:tc>
                  <a:txBody>
                    <a:bodyPr/>
                    <a:lstStyle/>
                    <a:p>
                      <a:pPr algn="r">
                        <a:spcAft>
                          <a:spcPts val="0"/>
                        </a:spcAft>
                      </a:pPr>
                      <a:r>
                        <a:rPr lang="en-US" sz="2000" kern="100">
                          <a:solidFill>
                            <a:srgbClr val="000000"/>
                          </a:solidFill>
                          <a:effectLst/>
                          <a:latin typeface="宋体" panose="02010600030101010101" pitchFamily="2" charset="-122"/>
                          <a:ea typeface="宋体" panose="02010600030101010101" pitchFamily="2" charset="-122"/>
                          <a:cs typeface="Times New Roman" panose="02020603050405020304"/>
                        </a:rPr>
                        <a:t>23.93</a:t>
                      </a:r>
                      <a:endParaRPr lang="zh-CN" sz="2000" kern="100">
                        <a:effectLst/>
                        <a:latin typeface="Calibri" panose="020F0502020204030204"/>
                        <a:ea typeface="宋体" panose="02010600030101010101" pitchFamily="2" charset="-122"/>
                        <a:cs typeface="Times New Roman" panose="02020603050405020304"/>
                      </a:endParaRPr>
                    </a:p>
                  </a:txBody>
                  <a:tcPr marL="68580" marR="68580" marT="0" marB="0" anchor="b">
                    <a:lnL>
                      <a:noFill/>
                    </a:lnL>
                    <a:lnR>
                      <a:noFill/>
                    </a:lnR>
                    <a:lnT>
                      <a:noFill/>
                    </a:lnT>
                    <a:lnB>
                      <a:noFill/>
                    </a:lnB>
                  </a:tcPr>
                </a:tc>
                <a:tc>
                  <a:txBody>
                    <a:bodyPr/>
                    <a:lstStyle/>
                    <a:p>
                      <a:pPr algn="r">
                        <a:spcAft>
                          <a:spcPts val="0"/>
                        </a:spcAft>
                      </a:pPr>
                      <a:r>
                        <a:rPr lang="en-US" sz="2000" kern="100">
                          <a:solidFill>
                            <a:srgbClr val="000000"/>
                          </a:solidFill>
                          <a:effectLst/>
                          <a:latin typeface="宋体" panose="02010600030101010101" pitchFamily="2" charset="-122"/>
                          <a:ea typeface="宋体" panose="02010600030101010101" pitchFamily="2" charset="-122"/>
                          <a:cs typeface="Times New Roman" panose="02020603050405020304"/>
                        </a:rPr>
                        <a:t>24.22</a:t>
                      </a:r>
                      <a:endParaRPr lang="zh-CN" sz="2000" kern="100">
                        <a:effectLst/>
                        <a:latin typeface="Calibri" panose="020F0502020204030204"/>
                        <a:ea typeface="宋体" panose="02010600030101010101" pitchFamily="2" charset="-122"/>
                        <a:cs typeface="Times New Roman" panose="02020603050405020304"/>
                      </a:endParaRPr>
                    </a:p>
                  </a:txBody>
                  <a:tcPr marL="68580" marR="68580" marT="0" marB="0" anchor="b">
                    <a:lnL>
                      <a:noFill/>
                    </a:lnL>
                    <a:lnR>
                      <a:noFill/>
                    </a:lnR>
                    <a:lnT>
                      <a:noFill/>
                    </a:lnT>
                    <a:lnB>
                      <a:noFill/>
                    </a:lnB>
                  </a:tcPr>
                </a:tc>
                <a:tc>
                  <a:txBody>
                    <a:bodyPr/>
                    <a:lstStyle/>
                    <a:p>
                      <a:pPr algn="r">
                        <a:spcAft>
                          <a:spcPts val="0"/>
                        </a:spcAft>
                      </a:pPr>
                      <a:r>
                        <a:rPr lang="en-US" sz="2000" kern="100">
                          <a:solidFill>
                            <a:srgbClr val="000000"/>
                          </a:solidFill>
                          <a:effectLst/>
                          <a:latin typeface="宋体" panose="02010600030101010101" pitchFamily="2" charset="-122"/>
                          <a:ea typeface="宋体" panose="02010600030101010101" pitchFamily="2" charset="-122"/>
                          <a:cs typeface="Times New Roman" panose="02020603050405020304"/>
                        </a:rPr>
                        <a:t>23.92</a:t>
                      </a:r>
                      <a:endParaRPr lang="zh-CN" sz="2000" kern="100">
                        <a:effectLst/>
                        <a:latin typeface="Calibri" panose="020F0502020204030204"/>
                        <a:ea typeface="宋体" panose="02010600030101010101" pitchFamily="2" charset="-122"/>
                        <a:cs typeface="Times New Roman" panose="02020603050405020304"/>
                      </a:endParaRPr>
                    </a:p>
                  </a:txBody>
                  <a:tcPr marL="68580" marR="68580" marT="0" marB="0" anchor="b">
                    <a:lnL>
                      <a:noFill/>
                    </a:lnL>
                    <a:lnR>
                      <a:noFill/>
                    </a:lnR>
                    <a:lnT>
                      <a:noFill/>
                    </a:lnT>
                    <a:lnB>
                      <a:noFill/>
                    </a:lnB>
                  </a:tcPr>
                </a:tc>
              </a:tr>
              <a:tr h="269482">
                <a:tc>
                  <a:txBody>
                    <a:bodyPr/>
                    <a:lstStyle/>
                    <a:p>
                      <a:pPr algn="just">
                        <a:spcAft>
                          <a:spcPts val="0"/>
                        </a:spcAft>
                      </a:pPr>
                      <a:r>
                        <a:rPr lang="en-US" sz="2000" kern="100">
                          <a:solidFill>
                            <a:srgbClr val="000000"/>
                          </a:solidFill>
                          <a:effectLst/>
                          <a:latin typeface="宋体" panose="02010600030101010101" pitchFamily="2" charset="-122"/>
                          <a:ea typeface="宋体" panose="02010600030101010101" pitchFamily="2" charset="-122"/>
                          <a:cs typeface="Times New Roman" panose="02020603050405020304"/>
                        </a:rPr>
                        <a:t>600104</a:t>
                      </a:r>
                      <a:endParaRPr lang="zh-CN" sz="2000" kern="100">
                        <a:effectLst/>
                        <a:latin typeface="Calibri" panose="020F0502020204030204"/>
                        <a:ea typeface="宋体" panose="02010600030101010101" pitchFamily="2" charset="-122"/>
                        <a:cs typeface="Times New Roman" panose="02020603050405020304"/>
                      </a:endParaRPr>
                    </a:p>
                  </a:txBody>
                  <a:tcPr marL="68580" marR="68580" marT="0" marB="0" anchor="b">
                    <a:lnL>
                      <a:noFill/>
                    </a:lnL>
                    <a:lnR>
                      <a:noFill/>
                    </a:lnR>
                    <a:lnT>
                      <a:noFill/>
                    </a:lnT>
                    <a:lnB>
                      <a:noFill/>
                    </a:lnB>
                  </a:tcPr>
                </a:tc>
                <a:tc>
                  <a:txBody>
                    <a:bodyPr/>
                    <a:lstStyle/>
                    <a:p>
                      <a:pPr algn="just">
                        <a:spcAft>
                          <a:spcPts val="0"/>
                        </a:spcAft>
                      </a:pPr>
                      <a:r>
                        <a:rPr lang="en-US" sz="2000" kern="100">
                          <a:solidFill>
                            <a:srgbClr val="000000"/>
                          </a:solidFill>
                          <a:effectLst/>
                          <a:latin typeface="宋体" panose="02010600030101010101" pitchFamily="2" charset="-122"/>
                          <a:ea typeface="宋体" panose="02010600030101010101" pitchFamily="2" charset="-122"/>
                          <a:cs typeface="Times New Roman" panose="02020603050405020304"/>
                        </a:rPr>
                        <a:t>2017-01-10</a:t>
                      </a:r>
                      <a:endParaRPr lang="zh-CN" sz="2000" kern="100">
                        <a:effectLst/>
                        <a:latin typeface="Calibri" panose="020F0502020204030204"/>
                        <a:ea typeface="宋体" panose="02010600030101010101" pitchFamily="2" charset="-122"/>
                        <a:cs typeface="Times New Roman" panose="02020603050405020304"/>
                      </a:endParaRPr>
                    </a:p>
                  </a:txBody>
                  <a:tcPr marL="68580" marR="68580" marT="0" marB="0" anchor="b">
                    <a:lnL>
                      <a:noFill/>
                    </a:lnL>
                    <a:lnR>
                      <a:noFill/>
                    </a:lnR>
                    <a:lnT>
                      <a:noFill/>
                    </a:lnT>
                    <a:lnB>
                      <a:noFill/>
                    </a:lnB>
                  </a:tcPr>
                </a:tc>
                <a:tc>
                  <a:txBody>
                    <a:bodyPr/>
                    <a:lstStyle/>
                    <a:p>
                      <a:pPr algn="r">
                        <a:spcAft>
                          <a:spcPts val="0"/>
                        </a:spcAft>
                      </a:pPr>
                      <a:r>
                        <a:rPr lang="en-US" sz="2000" kern="100">
                          <a:solidFill>
                            <a:srgbClr val="000000"/>
                          </a:solidFill>
                          <a:effectLst/>
                          <a:latin typeface="宋体" panose="02010600030101010101" pitchFamily="2" charset="-122"/>
                          <a:ea typeface="宋体" panose="02010600030101010101" pitchFamily="2" charset="-122"/>
                          <a:cs typeface="Times New Roman" panose="02020603050405020304"/>
                        </a:rPr>
                        <a:t>24.01</a:t>
                      </a:r>
                      <a:endParaRPr lang="zh-CN" sz="2000" kern="100">
                        <a:effectLst/>
                        <a:latin typeface="Calibri" panose="020F0502020204030204"/>
                        <a:ea typeface="宋体" panose="02010600030101010101" pitchFamily="2" charset="-122"/>
                        <a:cs typeface="Times New Roman" panose="02020603050405020304"/>
                      </a:endParaRPr>
                    </a:p>
                  </a:txBody>
                  <a:tcPr marL="68580" marR="68580" marT="0" marB="0" anchor="b">
                    <a:lnL>
                      <a:noFill/>
                    </a:lnL>
                    <a:lnR>
                      <a:noFill/>
                    </a:lnR>
                    <a:lnT>
                      <a:noFill/>
                    </a:lnT>
                    <a:lnB>
                      <a:noFill/>
                    </a:lnB>
                  </a:tcPr>
                </a:tc>
                <a:tc>
                  <a:txBody>
                    <a:bodyPr/>
                    <a:lstStyle/>
                    <a:p>
                      <a:pPr algn="r">
                        <a:spcAft>
                          <a:spcPts val="0"/>
                        </a:spcAft>
                      </a:pPr>
                      <a:r>
                        <a:rPr lang="en-US" sz="2000" kern="100">
                          <a:solidFill>
                            <a:srgbClr val="000000"/>
                          </a:solidFill>
                          <a:effectLst/>
                          <a:latin typeface="宋体" panose="02010600030101010101" pitchFamily="2" charset="-122"/>
                          <a:ea typeface="宋体" panose="02010600030101010101" pitchFamily="2" charset="-122"/>
                          <a:cs typeface="Times New Roman" panose="02020603050405020304"/>
                        </a:rPr>
                        <a:t>17337268</a:t>
                      </a:r>
                      <a:endParaRPr lang="zh-CN" sz="2000" kern="100">
                        <a:effectLst/>
                        <a:latin typeface="Calibri" panose="020F0502020204030204"/>
                        <a:ea typeface="宋体" panose="02010600030101010101" pitchFamily="2" charset="-122"/>
                        <a:cs typeface="Times New Roman" panose="02020603050405020304"/>
                      </a:endParaRPr>
                    </a:p>
                  </a:txBody>
                  <a:tcPr marL="68580" marR="68580" marT="0" marB="0" anchor="b">
                    <a:lnL>
                      <a:noFill/>
                    </a:lnL>
                    <a:lnR>
                      <a:noFill/>
                    </a:lnR>
                    <a:lnT>
                      <a:noFill/>
                    </a:lnT>
                    <a:lnB>
                      <a:noFill/>
                    </a:lnB>
                  </a:tcPr>
                </a:tc>
                <a:tc>
                  <a:txBody>
                    <a:bodyPr/>
                    <a:lstStyle/>
                    <a:p>
                      <a:pPr algn="r">
                        <a:spcAft>
                          <a:spcPts val="0"/>
                        </a:spcAft>
                      </a:pPr>
                      <a:r>
                        <a:rPr lang="en-US" sz="2000" kern="100">
                          <a:solidFill>
                            <a:srgbClr val="000000"/>
                          </a:solidFill>
                          <a:effectLst/>
                          <a:latin typeface="宋体" panose="02010600030101010101" pitchFamily="2" charset="-122"/>
                          <a:ea typeface="宋体" panose="02010600030101010101" pitchFamily="2" charset="-122"/>
                          <a:cs typeface="Times New Roman" panose="02020603050405020304"/>
                        </a:rPr>
                        <a:t>417192336</a:t>
                      </a:r>
                      <a:endParaRPr lang="zh-CN" sz="2000" kern="100">
                        <a:effectLst/>
                        <a:latin typeface="Calibri" panose="020F0502020204030204"/>
                        <a:ea typeface="宋体" panose="02010600030101010101" pitchFamily="2" charset="-122"/>
                        <a:cs typeface="Times New Roman" panose="02020603050405020304"/>
                      </a:endParaRPr>
                    </a:p>
                  </a:txBody>
                  <a:tcPr marL="68580" marR="68580" marT="0" marB="0" anchor="b">
                    <a:lnL>
                      <a:noFill/>
                    </a:lnL>
                    <a:lnR>
                      <a:noFill/>
                    </a:lnR>
                    <a:lnT>
                      <a:noFill/>
                    </a:lnT>
                    <a:lnB>
                      <a:noFill/>
                    </a:lnB>
                  </a:tcPr>
                </a:tc>
                <a:tc>
                  <a:txBody>
                    <a:bodyPr/>
                    <a:lstStyle/>
                    <a:p>
                      <a:pPr algn="r">
                        <a:spcAft>
                          <a:spcPts val="0"/>
                        </a:spcAft>
                      </a:pPr>
                      <a:r>
                        <a:rPr lang="en-US" sz="2000" kern="100">
                          <a:solidFill>
                            <a:srgbClr val="000000"/>
                          </a:solidFill>
                          <a:effectLst/>
                          <a:latin typeface="宋体" panose="02010600030101010101" pitchFamily="2" charset="-122"/>
                          <a:ea typeface="宋体" panose="02010600030101010101" pitchFamily="2" charset="-122"/>
                          <a:cs typeface="Times New Roman" panose="02020603050405020304"/>
                        </a:rPr>
                        <a:t>24.15</a:t>
                      </a:r>
                      <a:endParaRPr lang="zh-CN" sz="2000" kern="100">
                        <a:effectLst/>
                        <a:latin typeface="Calibri" panose="020F0502020204030204"/>
                        <a:ea typeface="宋体" panose="02010600030101010101" pitchFamily="2" charset="-122"/>
                        <a:cs typeface="Times New Roman" panose="02020603050405020304"/>
                      </a:endParaRPr>
                    </a:p>
                  </a:txBody>
                  <a:tcPr marL="68580" marR="68580" marT="0" marB="0" anchor="b">
                    <a:lnL>
                      <a:noFill/>
                    </a:lnL>
                    <a:lnR>
                      <a:noFill/>
                    </a:lnR>
                    <a:lnT>
                      <a:noFill/>
                    </a:lnT>
                    <a:lnB>
                      <a:noFill/>
                    </a:lnB>
                  </a:tcPr>
                </a:tc>
                <a:tc>
                  <a:txBody>
                    <a:bodyPr/>
                    <a:lstStyle/>
                    <a:p>
                      <a:pPr algn="r">
                        <a:spcAft>
                          <a:spcPts val="0"/>
                        </a:spcAft>
                      </a:pPr>
                      <a:r>
                        <a:rPr lang="en-US" sz="2000" kern="100">
                          <a:solidFill>
                            <a:srgbClr val="000000"/>
                          </a:solidFill>
                          <a:effectLst/>
                          <a:latin typeface="宋体" panose="02010600030101010101" pitchFamily="2" charset="-122"/>
                          <a:ea typeface="宋体" panose="02010600030101010101" pitchFamily="2" charset="-122"/>
                          <a:cs typeface="Times New Roman" panose="02020603050405020304"/>
                        </a:rPr>
                        <a:t>24.2</a:t>
                      </a:r>
                      <a:endParaRPr lang="zh-CN" sz="2000" kern="100">
                        <a:effectLst/>
                        <a:latin typeface="Calibri" panose="020F0502020204030204"/>
                        <a:ea typeface="宋体" panose="02010600030101010101" pitchFamily="2" charset="-122"/>
                        <a:cs typeface="Times New Roman" panose="02020603050405020304"/>
                      </a:endParaRPr>
                    </a:p>
                  </a:txBody>
                  <a:tcPr marL="68580" marR="68580" marT="0" marB="0" anchor="b">
                    <a:lnL>
                      <a:noFill/>
                    </a:lnL>
                    <a:lnR>
                      <a:noFill/>
                    </a:lnR>
                    <a:lnT>
                      <a:noFill/>
                    </a:lnT>
                    <a:lnB>
                      <a:noFill/>
                    </a:lnB>
                  </a:tcPr>
                </a:tc>
                <a:tc>
                  <a:txBody>
                    <a:bodyPr/>
                    <a:lstStyle/>
                    <a:p>
                      <a:pPr algn="r">
                        <a:spcAft>
                          <a:spcPts val="0"/>
                        </a:spcAft>
                      </a:pPr>
                      <a:r>
                        <a:rPr lang="en-US" sz="2000" kern="100">
                          <a:solidFill>
                            <a:srgbClr val="000000"/>
                          </a:solidFill>
                          <a:effectLst/>
                          <a:latin typeface="宋体" panose="02010600030101010101" pitchFamily="2" charset="-122"/>
                          <a:ea typeface="宋体" panose="02010600030101010101" pitchFamily="2" charset="-122"/>
                          <a:cs typeface="Times New Roman" panose="02020603050405020304"/>
                        </a:rPr>
                        <a:t>23.97</a:t>
                      </a:r>
                      <a:endParaRPr lang="zh-CN" sz="2000" kern="100">
                        <a:effectLst/>
                        <a:latin typeface="Calibri" panose="020F0502020204030204"/>
                        <a:ea typeface="宋体" panose="02010600030101010101" pitchFamily="2" charset="-122"/>
                        <a:cs typeface="Times New Roman" panose="02020603050405020304"/>
                      </a:endParaRPr>
                    </a:p>
                  </a:txBody>
                  <a:tcPr marL="68580" marR="68580" marT="0" marB="0" anchor="b">
                    <a:lnL>
                      <a:noFill/>
                    </a:lnL>
                    <a:lnR>
                      <a:noFill/>
                    </a:lnR>
                    <a:lnT>
                      <a:noFill/>
                    </a:lnT>
                    <a:lnB>
                      <a:noFill/>
                    </a:lnB>
                  </a:tcPr>
                </a:tc>
              </a:tr>
              <a:tr h="269482">
                <a:tc>
                  <a:txBody>
                    <a:bodyPr/>
                    <a:lstStyle/>
                    <a:p>
                      <a:pPr algn="just">
                        <a:spcAft>
                          <a:spcPts val="0"/>
                        </a:spcAft>
                      </a:pPr>
                      <a:r>
                        <a:rPr lang="en-US" sz="2000" kern="100">
                          <a:solidFill>
                            <a:srgbClr val="000000"/>
                          </a:solidFill>
                          <a:effectLst/>
                          <a:latin typeface="宋体" panose="02010600030101010101" pitchFamily="2" charset="-122"/>
                          <a:ea typeface="宋体" panose="02010600030101010101" pitchFamily="2" charset="-122"/>
                          <a:cs typeface="Times New Roman" panose="02020603050405020304"/>
                        </a:rPr>
                        <a:t>600104</a:t>
                      </a:r>
                      <a:endParaRPr lang="zh-CN" sz="2000" kern="100">
                        <a:effectLst/>
                        <a:latin typeface="Calibri" panose="020F0502020204030204"/>
                        <a:ea typeface="宋体" panose="02010600030101010101" pitchFamily="2" charset="-122"/>
                        <a:cs typeface="Times New Roman" panose="02020603050405020304"/>
                      </a:endParaRPr>
                    </a:p>
                  </a:txBody>
                  <a:tcPr marL="68580" marR="68580" marT="0" marB="0" anchor="b">
                    <a:lnL>
                      <a:noFill/>
                    </a:lnL>
                    <a:lnR>
                      <a:noFill/>
                    </a:lnR>
                    <a:lnT>
                      <a:noFill/>
                    </a:lnT>
                    <a:lnB>
                      <a:noFill/>
                    </a:lnB>
                  </a:tcPr>
                </a:tc>
                <a:tc>
                  <a:txBody>
                    <a:bodyPr/>
                    <a:lstStyle/>
                    <a:p>
                      <a:pPr algn="just">
                        <a:spcAft>
                          <a:spcPts val="0"/>
                        </a:spcAft>
                      </a:pPr>
                      <a:r>
                        <a:rPr lang="en-US" sz="2000" kern="100">
                          <a:solidFill>
                            <a:srgbClr val="000000"/>
                          </a:solidFill>
                          <a:effectLst/>
                          <a:latin typeface="宋体" panose="02010600030101010101" pitchFamily="2" charset="-122"/>
                          <a:ea typeface="宋体" panose="02010600030101010101" pitchFamily="2" charset="-122"/>
                          <a:cs typeface="Times New Roman" panose="02020603050405020304"/>
                        </a:rPr>
                        <a:t>2017-01-11</a:t>
                      </a:r>
                      <a:endParaRPr lang="zh-CN" sz="2000" kern="100">
                        <a:effectLst/>
                        <a:latin typeface="Calibri" panose="020F0502020204030204"/>
                        <a:ea typeface="宋体" panose="02010600030101010101" pitchFamily="2" charset="-122"/>
                        <a:cs typeface="Times New Roman" panose="02020603050405020304"/>
                      </a:endParaRPr>
                    </a:p>
                  </a:txBody>
                  <a:tcPr marL="68580" marR="68580" marT="0" marB="0" anchor="b">
                    <a:lnL>
                      <a:noFill/>
                    </a:lnL>
                    <a:lnR>
                      <a:noFill/>
                    </a:lnR>
                    <a:lnT>
                      <a:noFill/>
                    </a:lnT>
                    <a:lnB>
                      <a:noFill/>
                    </a:lnB>
                  </a:tcPr>
                </a:tc>
                <a:tc>
                  <a:txBody>
                    <a:bodyPr/>
                    <a:lstStyle/>
                    <a:p>
                      <a:pPr algn="r">
                        <a:spcAft>
                          <a:spcPts val="0"/>
                        </a:spcAft>
                      </a:pPr>
                      <a:r>
                        <a:rPr lang="en-US" sz="2000" kern="100">
                          <a:solidFill>
                            <a:srgbClr val="000000"/>
                          </a:solidFill>
                          <a:effectLst/>
                          <a:latin typeface="宋体" panose="02010600030101010101" pitchFamily="2" charset="-122"/>
                          <a:ea typeface="宋体" panose="02010600030101010101" pitchFamily="2" charset="-122"/>
                          <a:cs typeface="Times New Roman" panose="02020603050405020304"/>
                        </a:rPr>
                        <a:t>23.85</a:t>
                      </a:r>
                      <a:endParaRPr lang="zh-CN" sz="2000" kern="100">
                        <a:effectLst/>
                        <a:latin typeface="Calibri" panose="020F0502020204030204"/>
                        <a:ea typeface="宋体" panose="02010600030101010101" pitchFamily="2" charset="-122"/>
                        <a:cs typeface="Times New Roman" panose="02020603050405020304"/>
                      </a:endParaRPr>
                    </a:p>
                  </a:txBody>
                  <a:tcPr marL="68580" marR="68580" marT="0" marB="0" anchor="b">
                    <a:lnL>
                      <a:noFill/>
                    </a:lnL>
                    <a:lnR>
                      <a:noFill/>
                    </a:lnR>
                    <a:lnT>
                      <a:noFill/>
                    </a:lnT>
                    <a:lnB>
                      <a:noFill/>
                    </a:lnB>
                  </a:tcPr>
                </a:tc>
                <a:tc>
                  <a:txBody>
                    <a:bodyPr/>
                    <a:lstStyle/>
                    <a:p>
                      <a:pPr algn="r">
                        <a:spcAft>
                          <a:spcPts val="0"/>
                        </a:spcAft>
                      </a:pPr>
                      <a:r>
                        <a:rPr lang="en-US" sz="2000" kern="100">
                          <a:solidFill>
                            <a:srgbClr val="000000"/>
                          </a:solidFill>
                          <a:effectLst/>
                          <a:latin typeface="宋体" panose="02010600030101010101" pitchFamily="2" charset="-122"/>
                          <a:ea typeface="宋体" panose="02010600030101010101" pitchFamily="2" charset="-122"/>
                          <a:cs typeface="Times New Roman" panose="02020603050405020304"/>
                        </a:rPr>
                        <a:t>18335784</a:t>
                      </a:r>
                      <a:endParaRPr lang="zh-CN" sz="2000" kern="100">
                        <a:effectLst/>
                        <a:latin typeface="Calibri" panose="020F0502020204030204"/>
                        <a:ea typeface="宋体" panose="02010600030101010101" pitchFamily="2" charset="-122"/>
                        <a:cs typeface="Times New Roman" panose="02020603050405020304"/>
                      </a:endParaRPr>
                    </a:p>
                  </a:txBody>
                  <a:tcPr marL="68580" marR="68580" marT="0" marB="0" anchor="b">
                    <a:lnL>
                      <a:noFill/>
                    </a:lnL>
                    <a:lnR>
                      <a:noFill/>
                    </a:lnR>
                    <a:lnT>
                      <a:noFill/>
                    </a:lnT>
                    <a:lnB>
                      <a:noFill/>
                    </a:lnB>
                  </a:tcPr>
                </a:tc>
                <a:tc>
                  <a:txBody>
                    <a:bodyPr/>
                    <a:lstStyle/>
                    <a:p>
                      <a:pPr algn="r">
                        <a:spcAft>
                          <a:spcPts val="0"/>
                        </a:spcAft>
                      </a:pPr>
                      <a:r>
                        <a:rPr lang="en-US" sz="2000" kern="100">
                          <a:solidFill>
                            <a:srgbClr val="000000"/>
                          </a:solidFill>
                          <a:effectLst/>
                          <a:latin typeface="宋体" panose="02010600030101010101" pitchFamily="2" charset="-122"/>
                          <a:ea typeface="宋体" panose="02010600030101010101" pitchFamily="2" charset="-122"/>
                          <a:cs typeface="Times New Roman" panose="02020603050405020304"/>
                        </a:rPr>
                        <a:t>439116835</a:t>
                      </a:r>
                      <a:endParaRPr lang="zh-CN" sz="2000" kern="100">
                        <a:effectLst/>
                        <a:latin typeface="Calibri" panose="020F0502020204030204"/>
                        <a:ea typeface="宋体" panose="02010600030101010101" pitchFamily="2" charset="-122"/>
                        <a:cs typeface="Times New Roman" panose="02020603050405020304"/>
                      </a:endParaRPr>
                    </a:p>
                  </a:txBody>
                  <a:tcPr marL="68580" marR="68580" marT="0" marB="0" anchor="b">
                    <a:lnL>
                      <a:noFill/>
                    </a:lnL>
                    <a:lnR>
                      <a:noFill/>
                    </a:lnR>
                    <a:lnT>
                      <a:noFill/>
                    </a:lnT>
                    <a:lnB>
                      <a:noFill/>
                    </a:lnB>
                  </a:tcPr>
                </a:tc>
                <a:tc>
                  <a:txBody>
                    <a:bodyPr/>
                    <a:lstStyle/>
                    <a:p>
                      <a:pPr algn="r">
                        <a:spcAft>
                          <a:spcPts val="0"/>
                        </a:spcAft>
                      </a:pPr>
                      <a:r>
                        <a:rPr lang="en-US" sz="2000" kern="100">
                          <a:solidFill>
                            <a:srgbClr val="000000"/>
                          </a:solidFill>
                          <a:effectLst/>
                          <a:latin typeface="宋体" panose="02010600030101010101" pitchFamily="2" charset="-122"/>
                          <a:ea typeface="宋体" panose="02010600030101010101" pitchFamily="2" charset="-122"/>
                          <a:cs typeface="Times New Roman" panose="02020603050405020304"/>
                        </a:rPr>
                        <a:t>24.06</a:t>
                      </a:r>
                      <a:endParaRPr lang="zh-CN" sz="2000" kern="100">
                        <a:effectLst/>
                        <a:latin typeface="Calibri" panose="020F0502020204030204"/>
                        <a:ea typeface="宋体" panose="02010600030101010101" pitchFamily="2" charset="-122"/>
                        <a:cs typeface="Times New Roman" panose="02020603050405020304"/>
                      </a:endParaRPr>
                    </a:p>
                  </a:txBody>
                  <a:tcPr marL="68580" marR="68580" marT="0" marB="0" anchor="b">
                    <a:lnL>
                      <a:noFill/>
                    </a:lnL>
                    <a:lnR>
                      <a:noFill/>
                    </a:lnR>
                    <a:lnT>
                      <a:noFill/>
                    </a:lnT>
                    <a:lnB>
                      <a:noFill/>
                    </a:lnB>
                  </a:tcPr>
                </a:tc>
                <a:tc>
                  <a:txBody>
                    <a:bodyPr/>
                    <a:lstStyle/>
                    <a:p>
                      <a:pPr algn="r">
                        <a:spcAft>
                          <a:spcPts val="0"/>
                        </a:spcAft>
                      </a:pPr>
                      <a:r>
                        <a:rPr lang="en-US" sz="2000" kern="100">
                          <a:solidFill>
                            <a:srgbClr val="000000"/>
                          </a:solidFill>
                          <a:effectLst/>
                          <a:latin typeface="宋体" panose="02010600030101010101" pitchFamily="2" charset="-122"/>
                          <a:ea typeface="宋体" panose="02010600030101010101" pitchFamily="2" charset="-122"/>
                          <a:cs typeface="Times New Roman" panose="02020603050405020304"/>
                        </a:rPr>
                        <a:t>24.07</a:t>
                      </a:r>
                      <a:endParaRPr lang="zh-CN" sz="2000" kern="100">
                        <a:effectLst/>
                        <a:latin typeface="Calibri" panose="020F0502020204030204"/>
                        <a:ea typeface="宋体" panose="02010600030101010101" pitchFamily="2" charset="-122"/>
                        <a:cs typeface="Times New Roman" panose="02020603050405020304"/>
                      </a:endParaRPr>
                    </a:p>
                  </a:txBody>
                  <a:tcPr marL="68580" marR="68580" marT="0" marB="0" anchor="b">
                    <a:lnL>
                      <a:noFill/>
                    </a:lnL>
                    <a:lnR>
                      <a:noFill/>
                    </a:lnR>
                    <a:lnT>
                      <a:noFill/>
                    </a:lnT>
                    <a:lnB>
                      <a:noFill/>
                    </a:lnB>
                  </a:tcPr>
                </a:tc>
                <a:tc>
                  <a:txBody>
                    <a:bodyPr/>
                    <a:lstStyle/>
                    <a:p>
                      <a:pPr algn="r">
                        <a:spcAft>
                          <a:spcPts val="0"/>
                        </a:spcAft>
                      </a:pPr>
                      <a:r>
                        <a:rPr lang="en-US" sz="2000" kern="100">
                          <a:solidFill>
                            <a:srgbClr val="000000"/>
                          </a:solidFill>
                          <a:effectLst/>
                          <a:latin typeface="宋体" panose="02010600030101010101" pitchFamily="2" charset="-122"/>
                          <a:ea typeface="宋体" panose="02010600030101010101" pitchFamily="2" charset="-122"/>
                          <a:cs typeface="Times New Roman" panose="02020603050405020304"/>
                        </a:rPr>
                        <a:t>23.77</a:t>
                      </a:r>
                      <a:endParaRPr lang="zh-CN" sz="2000" kern="100">
                        <a:effectLst/>
                        <a:latin typeface="Calibri" panose="020F0502020204030204"/>
                        <a:ea typeface="宋体" panose="02010600030101010101" pitchFamily="2" charset="-122"/>
                        <a:cs typeface="Times New Roman" panose="02020603050405020304"/>
                      </a:endParaRPr>
                    </a:p>
                  </a:txBody>
                  <a:tcPr marL="68580" marR="68580" marT="0" marB="0" anchor="b">
                    <a:lnL>
                      <a:noFill/>
                    </a:lnL>
                    <a:lnR>
                      <a:noFill/>
                    </a:lnR>
                    <a:lnT>
                      <a:noFill/>
                    </a:lnT>
                    <a:lnB>
                      <a:noFill/>
                    </a:lnB>
                  </a:tcPr>
                </a:tc>
              </a:tr>
              <a:tr h="269482">
                <a:tc>
                  <a:txBody>
                    <a:bodyPr/>
                    <a:lstStyle/>
                    <a:p>
                      <a:pPr algn="just">
                        <a:spcAft>
                          <a:spcPts val="0"/>
                        </a:spcAft>
                      </a:pPr>
                      <a:r>
                        <a:rPr lang="en-US" sz="2000" kern="100">
                          <a:solidFill>
                            <a:srgbClr val="000000"/>
                          </a:solidFill>
                          <a:effectLst/>
                          <a:latin typeface="宋体" panose="02010600030101010101" pitchFamily="2" charset="-122"/>
                          <a:ea typeface="宋体" panose="02010600030101010101" pitchFamily="2" charset="-122"/>
                          <a:cs typeface="Times New Roman" panose="02020603050405020304"/>
                        </a:rPr>
                        <a:t>600104</a:t>
                      </a:r>
                      <a:endParaRPr lang="zh-CN" sz="2000" kern="100">
                        <a:effectLst/>
                        <a:latin typeface="Calibri" panose="020F0502020204030204"/>
                        <a:ea typeface="宋体" panose="02010600030101010101" pitchFamily="2" charset="-122"/>
                        <a:cs typeface="Times New Roman" panose="02020603050405020304"/>
                      </a:endParaRPr>
                    </a:p>
                  </a:txBody>
                  <a:tcPr marL="68580" marR="68580" marT="0" marB="0" anchor="b">
                    <a:lnL>
                      <a:noFill/>
                    </a:lnL>
                    <a:lnR>
                      <a:noFill/>
                    </a:lnR>
                    <a:lnT>
                      <a:noFill/>
                    </a:lnT>
                    <a:lnB>
                      <a:noFill/>
                    </a:lnB>
                  </a:tcPr>
                </a:tc>
                <a:tc>
                  <a:txBody>
                    <a:bodyPr/>
                    <a:lstStyle/>
                    <a:p>
                      <a:pPr algn="just">
                        <a:spcAft>
                          <a:spcPts val="0"/>
                        </a:spcAft>
                      </a:pPr>
                      <a:r>
                        <a:rPr lang="en-US" sz="2000" kern="100">
                          <a:solidFill>
                            <a:srgbClr val="000000"/>
                          </a:solidFill>
                          <a:effectLst/>
                          <a:latin typeface="宋体" panose="02010600030101010101" pitchFamily="2" charset="-122"/>
                          <a:ea typeface="宋体" panose="02010600030101010101" pitchFamily="2" charset="-122"/>
                          <a:cs typeface="Times New Roman" panose="02020603050405020304"/>
                        </a:rPr>
                        <a:t>2017-01-12</a:t>
                      </a:r>
                      <a:endParaRPr lang="zh-CN" sz="2000" kern="100">
                        <a:effectLst/>
                        <a:latin typeface="Calibri" panose="020F0502020204030204"/>
                        <a:ea typeface="宋体" panose="02010600030101010101" pitchFamily="2" charset="-122"/>
                        <a:cs typeface="Times New Roman" panose="02020603050405020304"/>
                      </a:endParaRPr>
                    </a:p>
                  </a:txBody>
                  <a:tcPr marL="68580" marR="68580" marT="0" marB="0" anchor="b">
                    <a:lnL>
                      <a:noFill/>
                    </a:lnL>
                    <a:lnR>
                      <a:noFill/>
                    </a:lnR>
                    <a:lnT>
                      <a:noFill/>
                    </a:lnT>
                    <a:lnB>
                      <a:noFill/>
                    </a:lnB>
                  </a:tcPr>
                </a:tc>
                <a:tc>
                  <a:txBody>
                    <a:bodyPr/>
                    <a:lstStyle/>
                    <a:p>
                      <a:pPr algn="r">
                        <a:spcAft>
                          <a:spcPts val="0"/>
                        </a:spcAft>
                      </a:pPr>
                      <a:r>
                        <a:rPr lang="en-US" sz="2000" kern="100">
                          <a:solidFill>
                            <a:srgbClr val="000000"/>
                          </a:solidFill>
                          <a:effectLst/>
                          <a:latin typeface="宋体" panose="02010600030101010101" pitchFamily="2" charset="-122"/>
                          <a:ea typeface="宋体" panose="02010600030101010101" pitchFamily="2" charset="-122"/>
                          <a:cs typeface="Times New Roman" panose="02020603050405020304"/>
                        </a:rPr>
                        <a:t>23.95</a:t>
                      </a:r>
                      <a:endParaRPr lang="zh-CN" sz="2000" kern="100">
                        <a:effectLst/>
                        <a:latin typeface="Calibri" panose="020F0502020204030204"/>
                        <a:ea typeface="宋体" panose="02010600030101010101" pitchFamily="2" charset="-122"/>
                        <a:cs typeface="Times New Roman" panose="02020603050405020304"/>
                      </a:endParaRPr>
                    </a:p>
                  </a:txBody>
                  <a:tcPr marL="68580" marR="68580" marT="0" marB="0" anchor="b">
                    <a:lnL>
                      <a:noFill/>
                    </a:lnL>
                    <a:lnR>
                      <a:noFill/>
                    </a:lnR>
                    <a:lnT>
                      <a:noFill/>
                    </a:lnT>
                    <a:lnB>
                      <a:noFill/>
                    </a:lnB>
                  </a:tcPr>
                </a:tc>
                <a:tc>
                  <a:txBody>
                    <a:bodyPr/>
                    <a:lstStyle/>
                    <a:p>
                      <a:pPr algn="r">
                        <a:spcAft>
                          <a:spcPts val="0"/>
                        </a:spcAft>
                      </a:pPr>
                      <a:r>
                        <a:rPr lang="en-US" sz="2000" kern="100">
                          <a:solidFill>
                            <a:srgbClr val="000000"/>
                          </a:solidFill>
                          <a:effectLst/>
                          <a:latin typeface="宋体" panose="02010600030101010101" pitchFamily="2" charset="-122"/>
                          <a:ea typeface="宋体" panose="02010600030101010101" pitchFamily="2" charset="-122"/>
                          <a:cs typeface="Times New Roman" panose="02020603050405020304"/>
                        </a:rPr>
                        <a:t>23842007</a:t>
                      </a:r>
                      <a:endParaRPr lang="zh-CN" sz="2000" kern="100">
                        <a:effectLst/>
                        <a:latin typeface="Calibri" panose="020F0502020204030204"/>
                        <a:ea typeface="宋体" panose="02010600030101010101" pitchFamily="2" charset="-122"/>
                        <a:cs typeface="Times New Roman" panose="02020603050405020304"/>
                      </a:endParaRPr>
                    </a:p>
                  </a:txBody>
                  <a:tcPr marL="68580" marR="68580" marT="0" marB="0" anchor="b">
                    <a:lnL>
                      <a:noFill/>
                    </a:lnL>
                    <a:lnR>
                      <a:noFill/>
                    </a:lnR>
                    <a:lnT>
                      <a:noFill/>
                    </a:lnT>
                    <a:lnB>
                      <a:noFill/>
                    </a:lnB>
                  </a:tcPr>
                </a:tc>
                <a:tc>
                  <a:txBody>
                    <a:bodyPr/>
                    <a:lstStyle/>
                    <a:p>
                      <a:pPr algn="r">
                        <a:spcAft>
                          <a:spcPts val="0"/>
                        </a:spcAft>
                      </a:pPr>
                      <a:r>
                        <a:rPr lang="en-US" sz="2000" kern="100">
                          <a:solidFill>
                            <a:srgbClr val="000000"/>
                          </a:solidFill>
                          <a:effectLst/>
                          <a:latin typeface="宋体" panose="02010600030101010101" pitchFamily="2" charset="-122"/>
                          <a:ea typeface="宋体" panose="02010600030101010101" pitchFamily="2" charset="-122"/>
                          <a:cs typeface="Times New Roman" panose="02020603050405020304"/>
                        </a:rPr>
                        <a:t>573233587</a:t>
                      </a:r>
                      <a:endParaRPr lang="zh-CN" sz="2000" kern="100">
                        <a:effectLst/>
                        <a:latin typeface="Calibri" panose="020F0502020204030204"/>
                        <a:ea typeface="宋体" panose="02010600030101010101" pitchFamily="2" charset="-122"/>
                        <a:cs typeface="Times New Roman" panose="02020603050405020304"/>
                      </a:endParaRPr>
                    </a:p>
                  </a:txBody>
                  <a:tcPr marL="68580" marR="68580" marT="0" marB="0" anchor="b">
                    <a:lnL>
                      <a:noFill/>
                    </a:lnL>
                    <a:lnR>
                      <a:noFill/>
                    </a:lnR>
                    <a:lnT>
                      <a:noFill/>
                    </a:lnT>
                    <a:lnB>
                      <a:noFill/>
                    </a:lnB>
                  </a:tcPr>
                </a:tc>
                <a:tc>
                  <a:txBody>
                    <a:bodyPr/>
                    <a:lstStyle/>
                    <a:p>
                      <a:pPr algn="r">
                        <a:spcAft>
                          <a:spcPts val="0"/>
                        </a:spcAft>
                      </a:pPr>
                      <a:r>
                        <a:rPr lang="en-US" sz="2000" kern="100">
                          <a:solidFill>
                            <a:srgbClr val="000000"/>
                          </a:solidFill>
                          <a:effectLst/>
                          <a:latin typeface="宋体" panose="02010600030101010101" pitchFamily="2" charset="-122"/>
                          <a:ea typeface="宋体" panose="02010600030101010101" pitchFamily="2" charset="-122"/>
                          <a:cs typeface="Times New Roman" panose="02020603050405020304"/>
                        </a:rPr>
                        <a:t>23.89</a:t>
                      </a:r>
                      <a:endParaRPr lang="zh-CN" sz="2000" kern="100">
                        <a:effectLst/>
                        <a:latin typeface="Calibri" panose="020F0502020204030204"/>
                        <a:ea typeface="宋体" panose="02010600030101010101" pitchFamily="2" charset="-122"/>
                        <a:cs typeface="Times New Roman" panose="02020603050405020304"/>
                      </a:endParaRPr>
                    </a:p>
                  </a:txBody>
                  <a:tcPr marL="68580" marR="68580" marT="0" marB="0" anchor="b">
                    <a:lnL>
                      <a:noFill/>
                    </a:lnL>
                    <a:lnR>
                      <a:noFill/>
                    </a:lnR>
                    <a:lnT>
                      <a:noFill/>
                    </a:lnT>
                    <a:lnB>
                      <a:noFill/>
                    </a:lnB>
                  </a:tcPr>
                </a:tc>
                <a:tc>
                  <a:txBody>
                    <a:bodyPr/>
                    <a:lstStyle/>
                    <a:p>
                      <a:pPr algn="r">
                        <a:spcAft>
                          <a:spcPts val="0"/>
                        </a:spcAft>
                      </a:pPr>
                      <a:r>
                        <a:rPr lang="en-US" sz="2000" kern="100">
                          <a:solidFill>
                            <a:srgbClr val="000000"/>
                          </a:solidFill>
                          <a:effectLst/>
                          <a:latin typeface="宋体" panose="02010600030101010101" pitchFamily="2" charset="-122"/>
                          <a:ea typeface="宋体" panose="02010600030101010101" pitchFamily="2" charset="-122"/>
                          <a:cs typeface="Times New Roman" panose="02020603050405020304"/>
                        </a:rPr>
                        <a:t>24.11</a:t>
                      </a:r>
                      <a:endParaRPr lang="zh-CN" sz="2000" kern="100">
                        <a:effectLst/>
                        <a:latin typeface="Calibri" panose="020F0502020204030204"/>
                        <a:ea typeface="宋体" panose="02010600030101010101" pitchFamily="2" charset="-122"/>
                        <a:cs typeface="Times New Roman" panose="02020603050405020304"/>
                      </a:endParaRPr>
                    </a:p>
                  </a:txBody>
                  <a:tcPr marL="68580" marR="68580" marT="0" marB="0" anchor="b">
                    <a:lnL>
                      <a:noFill/>
                    </a:lnL>
                    <a:lnR>
                      <a:noFill/>
                    </a:lnR>
                    <a:lnT>
                      <a:noFill/>
                    </a:lnT>
                    <a:lnB>
                      <a:noFill/>
                    </a:lnB>
                  </a:tcPr>
                </a:tc>
                <a:tc>
                  <a:txBody>
                    <a:bodyPr/>
                    <a:lstStyle/>
                    <a:p>
                      <a:pPr algn="r">
                        <a:spcAft>
                          <a:spcPts val="0"/>
                        </a:spcAft>
                      </a:pPr>
                      <a:r>
                        <a:rPr lang="en-US" sz="2000" kern="100">
                          <a:solidFill>
                            <a:srgbClr val="000000"/>
                          </a:solidFill>
                          <a:effectLst/>
                          <a:latin typeface="宋体" panose="02010600030101010101" pitchFamily="2" charset="-122"/>
                          <a:ea typeface="宋体" panose="02010600030101010101" pitchFamily="2" charset="-122"/>
                          <a:cs typeface="Times New Roman" panose="02020603050405020304"/>
                        </a:rPr>
                        <a:t>23.87</a:t>
                      </a:r>
                      <a:endParaRPr lang="zh-CN" sz="2000" kern="100">
                        <a:effectLst/>
                        <a:latin typeface="Calibri" panose="020F0502020204030204"/>
                        <a:ea typeface="宋体" panose="02010600030101010101" pitchFamily="2" charset="-122"/>
                        <a:cs typeface="Times New Roman" panose="02020603050405020304"/>
                      </a:endParaRPr>
                    </a:p>
                  </a:txBody>
                  <a:tcPr marL="68580" marR="68580" marT="0" marB="0" anchor="b">
                    <a:lnL>
                      <a:noFill/>
                    </a:lnL>
                    <a:lnR>
                      <a:noFill/>
                    </a:lnR>
                    <a:lnT>
                      <a:noFill/>
                    </a:lnT>
                    <a:lnB>
                      <a:noFill/>
                    </a:lnB>
                  </a:tcPr>
                </a:tc>
              </a:tr>
              <a:tr h="269482">
                <a:tc>
                  <a:txBody>
                    <a:bodyPr/>
                    <a:lstStyle/>
                    <a:p>
                      <a:pPr algn="l">
                        <a:spcAft>
                          <a:spcPts val="0"/>
                        </a:spcAft>
                      </a:pPr>
                      <a:r>
                        <a:rPr lang="zh-CN" sz="2000" kern="0">
                          <a:solidFill>
                            <a:srgbClr val="000000"/>
                          </a:solidFill>
                          <a:effectLst/>
                          <a:latin typeface="Calibri" panose="020F0502020204030204"/>
                          <a:ea typeface="宋体" panose="02010600030101010101" pitchFamily="2" charset="-122"/>
                          <a:cs typeface="宋体" panose="02010600030101010101" pitchFamily="2" charset="-122"/>
                        </a:rPr>
                        <a:t>……</a:t>
                      </a:r>
                      <a:endParaRPr lang="zh-CN" sz="2000" kern="100">
                        <a:effectLst/>
                        <a:latin typeface="Calibri" panose="020F0502020204030204"/>
                        <a:ea typeface="宋体" panose="02010600030101010101" pitchFamily="2" charset="-122"/>
                        <a:cs typeface="Times New Roman" panose="02020603050405020304"/>
                      </a:endParaRPr>
                    </a:p>
                  </a:txBody>
                  <a:tcPr marL="68580" marR="68580" marT="0" marB="0" anchor="b">
                    <a:lnL>
                      <a:noFill/>
                    </a:lnL>
                    <a:lnR>
                      <a:noFill/>
                    </a:lnR>
                    <a:lnT>
                      <a:noFill/>
                    </a:lnT>
                    <a:lnB w="12700" cap="flat" cmpd="sng" algn="ctr">
                      <a:solidFill>
                        <a:srgbClr val="000000"/>
                      </a:solidFill>
                      <a:prstDash val="solid"/>
                      <a:round/>
                      <a:headEnd type="none" w="med" len="med"/>
                      <a:tailEnd type="none" w="med" len="med"/>
                    </a:lnB>
                  </a:tcPr>
                </a:tc>
                <a:tc>
                  <a:txBody>
                    <a:bodyPr/>
                    <a:lstStyle/>
                    <a:p>
                      <a:pPr algn="l">
                        <a:spcAft>
                          <a:spcPts val="0"/>
                        </a:spcAft>
                      </a:pPr>
                      <a:r>
                        <a:rPr lang="zh-CN" sz="2000" kern="0">
                          <a:solidFill>
                            <a:srgbClr val="000000"/>
                          </a:solidFill>
                          <a:effectLst/>
                          <a:latin typeface="Calibri" panose="020F0502020204030204"/>
                          <a:ea typeface="宋体" panose="02010600030101010101" pitchFamily="2" charset="-122"/>
                          <a:cs typeface="宋体" panose="02010600030101010101" pitchFamily="2" charset="-122"/>
                        </a:rPr>
                        <a:t>……</a:t>
                      </a:r>
                      <a:endParaRPr lang="zh-CN" sz="2000" kern="100">
                        <a:effectLst/>
                        <a:latin typeface="Calibri" panose="020F0502020204030204"/>
                        <a:ea typeface="宋体" panose="02010600030101010101" pitchFamily="2" charset="-122"/>
                        <a:cs typeface="Times New Roman" panose="02020603050405020304"/>
                      </a:endParaRPr>
                    </a:p>
                  </a:txBody>
                  <a:tcPr marL="68580" marR="68580" marT="0" marB="0" anchor="b">
                    <a:lnL>
                      <a:noFill/>
                    </a:lnL>
                    <a:lnR>
                      <a:noFill/>
                    </a:lnR>
                    <a:lnT>
                      <a:noFill/>
                    </a:lnT>
                    <a:lnB w="12700" cap="flat" cmpd="sng" algn="ctr">
                      <a:solidFill>
                        <a:srgbClr val="000000"/>
                      </a:solidFill>
                      <a:prstDash val="solid"/>
                      <a:round/>
                      <a:headEnd type="none" w="med" len="med"/>
                      <a:tailEnd type="none" w="med" len="med"/>
                    </a:lnB>
                  </a:tcPr>
                </a:tc>
                <a:tc>
                  <a:txBody>
                    <a:bodyPr/>
                    <a:lstStyle/>
                    <a:p>
                      <a:pPr algn="l">
                        <a:spcAft>
                          <a:spcPts val="0"/>
                        </a:spcAft>
                      </a:pPr>
                      <a:r>
                        <a:rPr lang="zh-CN" sz="2000" kern="0" dirty="0">
                          <a:solidFill>
                            <a:srgbClr val="000000"/>
                          </a:solidFill>
                          <a:effectLst/>
                          <a:latin typeface="Calibri" panose="020F0502020204030204"/>
                          <a:ea typeface="宋体" panose="02010600030101010101" pitchFamily="2" charset="-122"/>
                          <a:cs typeface="宋体" panose="02010600030101010101" pitchFamily="2" charset="-122"/>
                        </a:rPr>
                        <a:t>……</a:t>
                      </a:r>
                      <a:endParaRPr lang="zh-CN" sz="2000" kern="100" dirty="0">
                        <a:effectLst/>
                        <a:latin typeface="Calibri" panose="020F0502020204030204"/>
                        <a:ea typeface="宋体" panose="02010600030101010101" pitchFamily="2" charset="-122"/>
                        <a:cs typeface="Times New Roman" panose="02020603050405020304"/>
                      </a:endParaRPr>
                    </a:p>
                  </a:txBody>
                  <a:tcPr marL="68580" marR="68580" marT="0" marB="0" anchor="b">
                    <a:lnL>
                      <a:noFill/>
                    </a:lnL>
                    <a:lnR>
                      <a:noFill/>
                    </a:lnR>
                    <a:lnT>
                      <a:noFill/>
                    </a:lnT>
                    <a:lnB w="12700" cap="flat" cmpd="sng" algn="ctr">
                      <a:solidFill>
                        <a:srgbClr val="000000"/>
                      </a:solidFill>
                      <a:prstDash val="solid"/>
                      <a:round/>
                      <a:headEnd type="none" w="med" len="med"/>
                      <a:tailEnd type="none" w="med" len="med"/>
                    </a:lnB>
                  </a:tcPr>
                </a:tc>
                <a:tc>
                  <a:txBody>
                    <a:bodyPr/>
                    <a:lstStyle/>
                    <a:p>
                      <a:pPr algn="l">
                        <a:spcAft>
                          <a:spcPts val="0"/>
                        </a:spcAft>
                      </a:pPr>
                      <a:r>
                        <a:rPr lang="zh-CN" sz="2000" kern="0">
                          <a:solidFill>
                            <a:srgbClr val="000000"/>
                          </a:solidFill>
                          <a:effectLst/>
                          <a:latin typeface="Calibri" panose="020F0502020204030204"/>
                          <a:ea typeface="宋体" panose="02010600030101010101" pitchFamily="2" charset="-122"/>
                          <a:cs typeface="宋体" panose="02010600030101010101" pitchFamily="2" charset="-122"/>
                        </a:rPr>
                        <a:t>……</a:t>
                      </a:r>
                      <a:endParaRPr lang="zh-CN" sz="2000" kern="100">
                        <a:effectLst/>
                        <a:latin typeface="Calibri" panose="020F0502020204030204"/>
                        <a:ea typeface="宋体" panose="02010600030101010101" pitchFamily="2" charset="-122"/>
                        <a:cs typeface="Times New Roman" panose="02020603050405020304"/>
                      </a:endParaRPr>
                    </a:p>
                  </a:txBody>
                  <a:tcPr marL="68580" marR="68580" marT="0" marB="0" anchor="b">
                    <a:lnL>
                      <a:noFill/>
                    </a:lnL>
                    <a:lnR>
                      <a:noFill/>
                    </a:lnR>
                    <a:lnT>
                      <a:noFill/>
                    </a:lnT>
                    <a:lnB w="12700" cap="flat" cmpd="sng" algn="ctr">
                      <a:solidFill>
                        <a:srgbClr val="000000"/>
                      </a:solidFill>
                      <a:prstDash val="solid"/>
                      <a:round/>
                      <a:headEnd type="none" w="med" len="med"/>
                      <a:tailEnd type="none" w="med" len="med"/>
                    </a:lnB>
                  </a:tcPr>
                </a:tc>
                <a:tc>
                  <a:txBody>
                    <a:bodyPr/>
                    <a:lstStyle/>
                    <a:p>
                      <a:pPr algn="l">
                        <a:spcAft>
                          <a:spcPts val="0"/>
                        </a:spcAft>
                      </a:pPr>
                      <a:r>
                        <a:rPr lang="zh-CN" sz="2000" kern="0">
                          <a:solidFill>
                            <a:srgbClr val="000000"/>
                          </a:solidFill>
                          <a:effectLst/>
                          <a:latin typeface="Calibri" panose="020F0502020204030204"/>
                          <a:ea typeface="宋体" panose="02010600030101010101" pitchFamily="2" charset="-122"/>
                          <a:cs typeface="宋体" panose="02010600030101010101" pitchFamily="2" charset="-122"/>
                        </a:rPr>
                        <a:t>……</a:t>
                      </a:r>
                      <a:endParaRPr lang="zh-CN" sz="2000" kern="100">
                        <a:effectLst/>
                        <a:latin typeface="Calibri" panose="020F0502020204030204"/>
                        <a:ea typeface="宋体" panose="02010600030101010101" pitchFamily="2" charset="-122"/>
                        <a:cs typeface="Times New Roman" panose="02020603050405020304"/>
                      </a:endParaRPr>
                    </a:p>
                  </a:txBody>
                  <a:tcPr marL="68580" marR="68580" marT="0" marB="0" anchor="b">
                    <a:lnL>
                      <a:noFill/>
                    </a:lnL>
                    <a:lnR>
                      <a:noFill/>
                    </a:lnR>
                    <a:lnT>
                      <a:noFill/>
                    </a:lnT>
                    <a:lnB w="12700" cap="flat" cmpd="sng" algn="ctr">
                      <a:solidFill>
                        <a:srgbClr val="000000"/>
                      </a:solidFill>
                      <a:prstDash val="solid"/>
                      <a:round/>
                      <a:headEnd type="none" w="med" len="med"/>
                      <a:tailEnd type="none" w="med" len="med"/>
                    </a:lnB>
                  </a:tcPr>
                </a:tc>
                <a:tc>
                  <a:txBody>
                    <a:bodyPr/>
                    <a:lstStyle/>
                    <a:p>
                      <a:pPr algn="l">
                        <a:spcAft>
                          <a:spcPts val="0"/>
                        </a:spcAft>
                      </a:pPr>
                      <a:r>
                        <a:rPr lang="zh-CN" sz="2000" kern="0">
                          <a:solidFill>
                            <a:srgbClr val="000000"/>
                          </a:solidFill>
                          <a:effectLst/>
                          <a:latin typeface="Calibri" panose="020F0502020204030204"/>
                          <a:ea typeface="宋体" panose="02010600030101010101" pitchFamily="2" charset="-122"/>
                          <a:cs typeface="宋体" panose="02010600030101010101" pitchFamily="2" charset="-122"/>
                        </a:rPr>
                        <a:t>……</a:t>
                      </a:r>
                      <a:endParaRPr lang="zh-CN" sz="2000" kern="100">
                        <a:effectLst/>
                        <a:latin typeface="Calibri" panose="020F0502020204030204"/>
                        <a:ea typeface="宋体" panose="02010600030101010101" pitchFamily="2" charset="-122"/>
                        <a:cs typeface="Times New Roman" panose="02020603050405020304"/>
                      </a:endParaRPr>
                    </a:p>
                  </a:txBody>
                  <a:tcPr marL="68580" marR="68580" marT="0" marB="0" anchor="b">
                    <a:lnL>
                      <a:noFill/>
                    </a:lnL>
                    <a:lnR>
                      <a:noFill/>
                    </a:lnR>
                    <a:lnT>
                      <a:noFill/>
                    </a:lnT>
                    <a:lnB w="12700" cap="flat" cmpd="sng" algn="ctr">
                      <a:solidFill>
                        <a:srgbClr val="000000"/>
                      </a:solidFill>
                      <a:prstDash val="solid"/>
                      <a:round/>
                      <a:headEnd type="none" w="med" len="med"/>
                      <a:tailEnd type="none" w="med" len="med"/>
                    </a:lnB>
                  </a:tcPr>
                </a:tc>
                <a:tc>
                  <a:txBody>
                    <a:bodyPr/>
                    <a:lstStyle/>
                    <a:p>
                      <a:pPr algn="l">
                        <a:spcAft>
                          <a:spcPts val="0"/>
                        </a:spcAft>
                      </a:pPr>
                      <a:r>
                        <a:rPr lang="zh-CN" sz="2000" kern="0">
                          <a:solidFill>
                            <a:srgbClr val="000000"/>
                          </a:solidFill>
                          <a:effectLst/>
                          <a:latin typeface="Calibri" panose="020F0502020204030204"/>
                          <a:ea typeface="宋体" panose="02010600030101010101" pitchFamily="2" charset="-122"/>
                          <a:cs typeface="宋体" panose="02010600030101010101" pitchFamily="2" charset="-122"/>
                        </a:rPr>
                        <a:t>……</a:t>
                      </a:r>
                      <a:endParaRPr lang="zh-CN" sz="2000" kern="100">
                        <a:effectLst/>
                        <a:latin typeface="Calibri" panose="020F0502020204030204"/>
                        <a:ea typeface="宋体" panose="02010600030101010101" pitchFamily="2" charset="-122"/>
                        <a:cs typeface="Times New Roman" panose="02020603050405020304"/>
                      </a:endParaRPr>
                    </a:p>
                  </a:txBody>
                  <a:tcPr marL="68580" marR="68580" marT="0" marB="0" anchor="b">
                    <a:lnL>
                      <a:noFill/>
                    </a:lnL>
                    <a:lnR>
                      <a:noFill/>
                    </a:lnR>
                    <a:lnT>
                      <a:noFill/>
                    </a:lnT>
                    <a:lnB w="12700" cap="flat" cmpd="sng" algn="ctr">
                      <a:solidFill>
                        <a:srgbClr val="000000"/>
                      </a:solidFill>
                      <a:prstDash val="solid"/>
                      <a:round/>
                      <a:headEnd type="none" w="med" len="med"/>
                      <a:tailEnd type="none" w="med" len="med"/>
                    </a:lnB>
                  </a:tcPr>
                </a:tc>
                <a:tc>
                  <a:txBody>
                    <a:bodyPr/>
                    <a:lstStyle/>
                    <a:p>
                      <a:pPr algn="l">
                        <a:spcAft>
                          <a:spcPts val="0"/>
                        </a:spcAft>
                      </a:pPr>
                      <a:r>
                        <a:rPr lang="zh-CN" sz="2000" kern="0" dirty="0">
                          <a:solidFill>
                            <a:srgbClr val="000000"/>
                          </a:solidFill>
                          <a:effectLst/>
                          <a:latin typeface="Calibri" panose="020F0502020204030204"/>
                          <a:ea typeface="宋体" panose="02010600030101010101" pitchFamily="2" charset="-122"/>
                          <a:cs typeface="宋体" panose="02010600030101010101" pitchFamily="2" charset="-122"/>
                        </a:rPr>
                        <a:t>……</a:t>
                      </a:r>
                      <a:endParaRPr lang="zh-CN" sz="2000" kern="100" dirty="0">
                        <a:effectLst/>
                        <a:latin typeface="Calibri" panose="020F0502020204030204"/>
                        <a:ea typeface="宋体" panose="02010600030101010101" pitchFamily="2" charset="-122"/>
                        <a:cs typeface="Times New Roman" panose="02020603050405020304"/>
                      </a:endParaRPr>
                    </a:p>
                  </a:txBody>
                  <a:tcPr marL="68580" marR="68580" marT="0" marB="0" anchor="b">
                    <a:lnL>
                      <a:noFill/>
                    </a:lnL>
                    <a:lnR>
                      <a:noFill/>
                    </a:lnR>
                    <a:lnT>
                      <a:noFill/>
                    </a:lnT>
                    <a:lnB w="12700" cap="flat" cmpd="sng" algn="ctr">
                      <a:solidFill>
                        <a:srgbClr val="000000"/>
                      </a:solidFill>
                      <a:prstDash val="solid"/>
                      <a:round/>
                      <a:headEnd type="none" w="med" len="med"/>
                      <a:tailEnd type="none" w="med" len="med"/>
                    </a:lnB>
                  </a:tcPr>
                </a:tc>
              </a:tr>
            </a:tbl>
          </a:graphicData>
        </a:graphic>
      </p:graphicFrame>
      <p:sp>
        <p:nvSpPr>
          <p:cNvPr id="2" name="矩形 1"/>
          <p:cNvSpPr/>
          <p:nvPr/>
        </p:nvSpPr>
        <p:spPr>
          <a:xfrm>
            <a:off x="1634009" y="5589240"/>
            <a:ext cx="8280796" cy="707886"/>
          </a:xfrm>
          <a:prstGeom prst="rect">
            <a:avLst/>
          </a:prstGeom>
        </p:spPr>
        <p:txBody>
          <a:bodyPr wrap="square">
            <a:spAutoFit/>
          </a:bodyPr>
          <a:lstStyle/>
          <a:p>
            <a:pPr algn="just">
              <a:spcAft>
                <a:spcPts val="0"/>
              </a:spcAft>
            </a:pPr>
            <a:r>
              <a:rPr lang="zh-CN" altLang="zh-CN" sz="2000" kern="100" dirty="0">
                <a:latin typeface="宋体" panose="02010600030101010101" pitchFamily="2" charset="-122"/>
                <a:cs typeface="Times New Roman" panose="02020603050405020304"/>
              </a:rPr>
              <a:t>字段依次为股票代码、交易日期、收盘价、交易股数、交易金额、最高价、最低价、开盘价。</a:t>
            </a:r>
            <a:endParaRPr lang="zh-CN" altLang="zh-CN" sz="2000" kern="100" dirty="0">
              <a:effectLst/>
              <a:latin typeface="宋体" panose="02010600030101010101" pitchFamily="2" charset="-122"/>
              <a:cs typeface="Times New Roman" panose="02020603050405020304"/>
            </a:endParaRPr>
          </a:p>
        </p:txBody>
      </p:sp>
    </p:spTree>
  </p:cSld>
  <p:clrMapOvr>
    <a:masterClrMapping/>
  </p:clrMapOvr>
  <mc:AlternateContent xmlns:mc="http://schemas.openxmlformats.org/markup-compatibility/2006">
    <mc:Choice xmlns:p14="http://schemas.microsoft.com/office/powerpoint/2010/main" Requires="p14">
      <p:transition p14:dur="10" advTm="9437"/>
    </mc:Choice>
    <mc:Fallback>
      <p:transition advTm="9437"/>
    </mc:Fallback>
  </mc:AlternateContent>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 name="TextBox 54"/>
          <p:cNvSpPr txBox="1"/>
          <p:nvPr/>
        </p:nvSpPr>
        <p:spPr>
          <a:xfrm>
            <a:off x="1330765" y="44625"/>
            <a:ext cx="9520144" cy="523214"/>
          </a:xfrm>
          <a:prstGeom prst="rect">
            <a:avLst/>
          </a:prstGeom>
          <a:noFill/>
        </p:spPr>
        <p:txBody>
          <a:bodyPr wrap="square" lIns="91434" tIns="45717" rIns="91434" bIns="45717" rtlCol="0">
            <a:spAutoFit/>
          </a:bodyPr>
          <a:lstStyle>
            <a:defPPr>
              <a:defRPr lang="zh-CN"/>
            </a:defPPr>
            <a:lvl1pPr>
              <a:defRPr sz="3200">
                <a:solidFill>
                  <a:schemeClr val="tx1">
                    <a:lumMod val="75000"/>
                  </a:schemeClr>
                </a:solidFill>
                <a:latin typeface="方正卡通简体" pitchFamily="65" charset="-122"/>
                <a:ea typeface="方正卡通简体" pitchFamily="65" charset="-122"/>
              </a:defRPr>
            </a:lvl1pPr>
          </a:lstStyle>
          <a:p>
            <a:r>
              <a:rPr lang="en-US" altLang="zh-CN" sz="2800" dirty="0">
                <a:solidFill>
                  <a:schemeClr val="accent2"/>
                </a:solidFill>
                <a:latin typeface="微软雅黑" panose="020B0503020204020204" pitchFamily="34" charset="-122"/>
                <a:ea typeface="微软雅黑" panose="020B0503020204020204" pitchFamily="34" charset="-122"/>
              </a:rPr>
              <a:t>9.3.8 </a:t>
            </a:r>
            <a:r>
              <a:rPr lang="zh-CN" altLang="en-US" sz="2800" dirty="0">
                <a:solidFill>
                  <a:schemeClr val="accent2"/>
                </a:solidFill>
                <a:latin typeface="微软雅黑" panose="020B0503020204020204" pitchFamily="34" charset="-122"/>
                <a:ea typeface="微软雅黑" panose="020B0503020204020204" pitchFamily="34" charset="-122"/>
              </a:rPr>
              <a:t>计算举例</a:t>
            </a:r>
            <a:endParaRPr lang="zh-CN" altLang="en-US" sz="2800" dirty="0">
              <a:solidFill>
                <a:schemeClr val="accent2"/>
              </a:solidFill>
              <a:latin typeface="微软雅黑" panose="020B0503020204020204" pitchFamily="34" charset="-122"/>
              <a:ea typeface="微软雅黑" panose="020B0503020204020204" pitchFamily="34" charset="-122"/>
            </a:endParaRPr>
          </a:p>
        </p:txBody>
      </p:sp>
      <p:sp>
        <p:nvSpPr>
          <p:cNvPr id="56" name="TextBox 55"/>
          <p:cNvSpPr txBox="1"/>
          <p:nvPr/>
        </p:nvSpPr>
        <p:spPr>
          <a:xfrm>
            <a:off x="140263" y="106179"/>
            <a:ext cx="1064260" cy="400103"/>
          </a:xfrm>
          <a:prstGeom prst="rect">
            <a:avLst/>
          </a:prstGeom>
          <a:noFill/>
        </p:spPr>
        <p:txBody>
          <a:bodyPr wrap="square" lIns="91434" tIns="45717" rIns="91434" bIns="45717" rtlCol="0">
            <a:spAutoFit/>
          </a:bodyPr>
          <a:lstStyle/>
          <a:p>
            <a:pPr algn="r"/>
            <a:r>
              <a:rPr lang="en-US" altLang="zh-CN" sz="2000" dirty="0">
                <a:solidFill>
                  <a:schemeClr val="accent2"/>
                </a:solidFill>
              </a:rPr>
              <a:t>Part</a:t>
            </a:r>
            <a:r>
              <a:rPr lang="en-US" altLang="zh-CN" dirty="0">
                <a:solidFill>
                  <a:schemeClr val="accent2"/>
                </a:solidFill>
              </a:rPr>
              <a:t> </a:t>
            </a:r>
            <a:r>
              <a:rPr lang="en-US" altLang="zh-CN" dirty="0" smtClean="0">
                <a:solidFill>
                  <a:schemeClr val="accent2"/>
                </a:solidFill>
              </a:rPr>
              <a:t>9</a:t>
            </a:r>
            <a:endParaRPr lang="zh-CN" altLang="en-US" dirty="0">
              <a:solidFill>
                <a:schemeClr val="accent2"/>
              </a:solidFill>
            </a:endParaRPr>
          </a:p>
        </p:txBody>
      </p:sp>
      <p:sp>
        <p:nvSpPr>
          <p:cNvPr id="4" name="矩形 3"/>
          <p:cNvSpPr/>
          <p:nvPr/>
        </p:nvSpPr>
        <p:spPr>
          <a:xfrm>
            <a:off x="798249" y="567839"/>
            <a:ext cx="10585175" cy="8125301"/>
          </a:xfrm>
          <a:prstGeom prst="rect">
            <a:avLst/>
          </a:prstGeom>
        </p:spPr>
        <p:txBody>
          <a:bodyPr wrap="square">
            <a:spAutoFit/>
          </a:bodyPr>
          <a:lstStyle/>
          <a:p>
            <a:r>
              <a:rPr lang="en-US" altLang="zh-CN" dirty="0"/>
              <a:t>import pandas as </a:t>
            </a:r>
            <a:r>
              <a:rPr lang="en-US" altLang="zh-CN" dirty="0" err="1"/>
              <a:t>pd</a:t>
            </a:r>
            <a:endParaRPr lang="zh-CN" altLang="zh-CN" dirty="0"/>
          </a:p>
          <a:p>
            <a:r>
              <a:rPr lang="en-US" altLang="zh-CN" dirty="0"/>
              <a:t>#</a:t>
            </a:r>
            <a:r>
              <a:rPr lang="zh-CN" altLang="zh-CN" dirty="0"/>
              <a:t>移动平均线指标的计算</a:t>
            </a:r>
            <a:endParaRPr lang="zh-CN" altLang="zh-CN" dirty="0"/>
          </a:p>
          <a:p>
            <a:r>
              <a:rPr lang="en-US" altLang="zh-CN" dirty="0" err="1"/>
              <a:t>def</a:t>
            </a:r>
            <a:r>
              <a:rPr lang="en-US" altLang="zh-CN" dirty="0"/>
              <a:t> MA(data,N1,N2,N3):</a:t>
            </a:r>
            <a:endParaRPr lang="zh-CN" altLang="zh-CN" dirty="0"/>
          </a:p>
          <a:p>
            <a:r>
              <a:rPr lang="en-US" altLang="zh-CN" dirty="0"/>
              <a:t>   MAN1=</a:t>
            </a:r>
            <a:r>
              <a:rPr lang="en-US" altLang="zh-CN" dirty="0" err="1"/>
              <a:t>pd.rolling_mean</a:t>
            </a:r>
            <a:r>
              <a:rPr lang="en-US" altLang="zh-CN" dirty="0"/>
              <a:t>(data['</a:t>
            </a:r>
            <a:r>
              <a:rPr lang="en-US" altLang="zh-CN" dirty="0" err="1"/>
              <a:t>Clsprc</a:t>
            </a:r>
            <a:r>
              <a:rPr lang="en-US" altLang="zh-CN" dirty="0"/>
              <a:t>'].values,N1) </a:t>
            </a:r>
            <a:endParaRPr lang="zh-CN" altLang="zh-CN" dirty="0"/>
          </a:p>
          <a:p>
            <a:r>
              <a:rPr lang="en-US" altLang="zh-CN" dirty="0"/>
              <a:t>   MAN2=</a:t>
            </a:r>
            <a:r>
              <a:rPr lang="en-US" altLang="zh-CN" dirty="0" err="1"/>
              <a:t>pd.rolling_mean</a:t>
            </a:r>
            <a:r>
              <a:rPr lang="en-US" altLang="zh-CN" dirty="0"/>
              <a:t>(data['</a:t>
            </a:r>
            <a:r>
              <a:rPr lang="en-US" altLang="zh-CN" dirty="0" err="1"/>
              <a:t>Clsprc</a:t>
            </a:r>
            <a:r>
              <a:rPr lang="en-US" altLang="zh-CN" dirty="0"/>
              <a:t>'].values,N2) </a:t>
            </a:r>
            <a:endParaRPr lang="zh-CN" altLang="zh-CN" dirty="0"/>
          </a:p>
          <a:p>
            <a:r>
              <a:rPr lang="en-US" altLang="zh-CN" dirty="0"/>
              <a:t>   MAN3=</a:t>
            </a:r>
            <a:r>
              <a:rPr lang="en-US" altLang="zh-CN" dirty="0" err="1"/>
              <a:t>pd.rolling_mean</a:t>
            </a:r>
            <a:r>
              <a:rPr lang="en-US" altLang="zh-CN" dirty="0"/>
              <a:t>(data['</a:t>
            </a:r>
            <a:r>
              <a:rPr lang="en-US" altLang="zh-CN" dirty="0" err="1"/>
              <a:t>Clsprc</a:t>
            </a:r>
            <a:r>
              <a:rPr lang="en-US" altLang="zh-CN" dirty="0"/>
              <a:t>'].values,N3) </a:t>
            </a:r>
            <a:endParaRPr lang="zh-CN" altLang="zh-CN" dirty="0"/>
          </a:p>
          <a:p>
            <a:r>
              <a:rPr lang="en-US" altLang="zh-CN" dirty="0"/>
              <a:t>   return (MAN1,MAN2,MAN3)</a:t>
            </a:r>
            <a:endParaRPr lang="zh-CN" altLang="zh-CN" dirty="0"/>
          </a:p>
          <a:p>
            <a:r>
              <a:rPr lang="en-US" altLang="zh-CN" dirty="0"/>
              <a:t>#</a:t>
            </a:r>
            <a:r>
              <a:rPr lang="zh-CN" altLang="zh-CN" dirty="0"/>
              <a:t>指数平滑异同平均线的计算</a:t>
            </a:r>
            <a:endParaRPr lang="zh-CN" altLang="zh-CN" dirty="0"/>
          </a:p>
          <a:p>
            <a:r>
              <a:rPr lang="en-US" altLang="zh-CN" dirty="0" err="1"/>
              <a:t>def</a:t>
            </a:r>
            <a:r>
              <a:rPr lang="en-US" altLang="zh-CN" dirty="0"/>
              <a:t> MACD(data): </a:t>
            </a:r>
            <a:endParaRPr lang="zh-CN" altLang="zh-CN" dirty="0"/>
          </a:p>
          <a:p>
            <a:r>
              <a:rPr lang="en-US" altLang="zh-CN" dirty="0"/>
              <a:t>    import </a:t>
            </a:r>
            <a:r>
              <a:rPr lang="en-US" altLang="zh-CN" dirty="0" err="1"/>
              <a:t>numpy</a:t>
            </a:r>
            <a:r>
              <a:rPr lang="en-US" altLang="zh-CN" dirty="0"/>
              <a:t> as </a:t>
            </a:r>
            <a:r>
              <a:rPr lang="en-US" altLang="zh-CN" dirty="0" err="1"/>
              <a:t>np</a:t>
            </a:r>
            <a:r>
              <a:rPr lang="en-US" altLang="zh-CN" dirty="0"/>
              <a:t> </a:t>
            </a:r>
            <a:endParaRPr lang="zh-CN" altLang="zh-CN" dirty="0"/>
          </a:p>
          <a:p>
            <a:r>
              <a:rPr lang="en-US" altLang="zh-CN" dirty="0"/>
              <a:t>    EMA12 = </a:t>
            </a:r>
            <a:r>
              <a:rPr lang="en-US" altLang="zh-CN" dirty="0" err="1"/>
              <a:t>pd.ewma</a:t>
            </a:r>
            <a:r>
              <a:rPr lang="en-US" altLang="zh-CN" dirty="0"/>
              <a:t>(data['</a:t>
            </a:r>
            <a:r>
              <a:rPr lang="en-US" altLang="zh-CN" dirty="0" err="1"/>
              <a:t>Clsprc</a:t>
            </a:r>
            <a:r>
              <a:rPr lang="en-US" altLang="zh-CN" dirty="0"/>
              <a:t>'].values, 12)</a:t>
            </a:r>
            <a:endParaRPr lang="zh-CN" altLang="zh-CN" dirty="0"/>
          </a:p>
          <a:p>
            <a:r>
              <a:rPr lang="en-US" altLang="zh-CN" dirty="0"/>
              <a:t>    EMA26 = </a:t>
            </a:r>
            <a:r>
              <a:rPr lang="en-US" altLang="zh-CN" dirty="0" err="1"/>
              <a:t>pd.ewma</a:t>
            </a:r>
            <a:r>
              <a:rPr lang="en-US" altLang="zh-CN" dirty="0"/>
              <a:t>(data['</a:t>
            </a:r>
            <a:r>
              <a:rPr lang="en-US" altLang="zh-CN" dirty="0" err="1"/>
              <a:t>Clsprc</a:t>
            </a:r>
            <a:r>
              <a:rPr lang="en-US" altLang="zh-CN" dirty="0"/>
              <a:t>'].values, 26)</a:t>
            </a:r>
            <a:endParaRPr lang="zh-CN" altLang="zh-CN" dirty="0"/>
          </a:p>
          <a:p>
            <a:r>
              <a:rPr lang="en-US" altLang="zh-CN" dirty="0"/>
              <a:t>    DIF=EMA12- EMA26</a:t>
            </a:r>
            <a:endParaRPr lang="zh-CN" altLang="zh-CN" dirty="0"/>
          </a:p>
          <a:p>
            <a:r>
              <a:rPr lang="en-US" altLang="zh-CN" dirty="0"/>
              <a:t>    DEA=</a:t>
            </a:r>
            <a:r>
              <a:rPr lang="en-US" altLang="zh-CN" dirty="0" err="1"/>
              <a:t>np.zeros</a:t>
            </a:r>
            <a:r>
              <a:rPr lang="en-US" altLang="zh-CN" dirty="0"/>
              <a:t>((</a:t>
            </a:r>
            <a:r>
              <a:rPr lang="en-US" altLang="zh-CN" dirty="0" err="1"/>
              <a:t>len</a:t>
            </a:r>
            <a:r>
              <a:rPr lang="en-US" altLang="zh-CN" dirty="0"/>
              <a:t>(DIF)))</a:t>
            </a:r>
            <a:endParaRPr lang="zh-CN" altLang="zh-CN" dirty="0"/>
          </a:p>
          <a:p>
            <a:r>
              <a:rPr lang="en-US" altLang="zh-CN" dirty="0"/>
              <a:t>    MACD=</a:t>
            </a:r>
            <a:r>
              <a:rPr lang="en-US" altLang="zh-CN" dirty="0" err="1"/>
              <a:t>np.zeros</a:t>
            </a:r>
            <a:r>
              <a:rPr lang="en-US" altLang="zh-CN" dirty="0"/>
              <a:t>((</a:t>
            </a:r>
            <a:r>
              <a:rPr lang="en-US" altLang="zh-CN" dirty="0" err="1"/>
              <a:t>len</a:t>
            </a:r>
            <a:r>
              <a:rPr lang="en-US" altLang="zh-CN" dirty="0"/>
              <a:t>(DIF)))</a:t>
            </a:r>
            <a:endParaRPr lang="zh-CN" altLang="zh-CN" dirty="0"/>
          </a:p>
          <a:p>
            <a:r>
              <a:rPr lang="en-US" altLang="zh-CN" dirty="0"/>
              <a:t>    for t in range(</a:t>
            </a:r>
            <a:r>
              <a:rPr lang="en-US" altLang="zh-CN" dirty="0" err="1"/>
              <a:t>len</a:t>
            </a:r>
            <a:r>
              <a:rPr lang="en-US" altLang="zh-CN" dirty="0"/>
              <a:t>(DIF)):</a:t>
            </a:r>
            <a:endParaRPr lang="zh-CN" altLang="zh-CN" dirty="0"/>
          </a:p>
          <a:p>
            <a:r>
              <a:rPr lang="en-US" altLang="zh-CN" dirty="0"/>
              <a:t>        if t==0:</a:t>
            </a:r>
            <a:endParaRPr lang="zh-CN" altLang="zh-CN" dirty="0"/>
          </a:p>
          <a:p>
            <a:r>
              <a:rPr lang="en-US" altLang="zh-CN" dirty="0"/>
              <a:t>             DEA[t]= DIF[t]</a:t>
            </a:r>
            <a:endParaRPr lang="zh-CN" altLang="zh-CN" dirty="0"/>
          </a:p>
          <a:p>
            <a:r>
              <a:rPr lang="en-US" altLang="zh-CN" dirty="0"/>
              <a:t>        if t&gt;0:</a:t>
            </a:r>
            <a:endParaRPr lang="zh-CN" altLang="zh-CN" dirty="0"/>
          </a:p>
          <a:p>
            <a:r>
              <a:rPr lang="en-US" altLang="zh-CN" dirty="0"/>
              <a:t>             DEA[t]=(2*DIF[t]+8*DEA[t-1])/10</a:t>
            </a:r>
            <a:endParaRPr lang="zh-CN" altLang="zh-CN" dirty="0"/>
          </a:p>
          <a:p>
            <a:r>
              <a:rPr lang="en-US" altLang="zh-CN" dirty="0"/>
              <a:t>        MACD[t]=2*(DIF[t]-DEA[t])</a:t>
            </a:r>
            <a:endParaRPr lang="zh-CN" altLang="zh-CN" dirty="0"/>
          </a:p>
          <a:p>
            <a:r>
              <a:rPr lang="en-US" altLang="zh-CN" dirty="0"/>
              <a:t>    return MACD</a:t>
            </a:r>
            <a:endParaRPr lang="zh-CN" altLang="zh-CN" dirty="0"/>
          </a:p>
          <a:p>
            <a:pPr algn="just">
              <a:spcAft>
                <a:spcPts val="0"/>
              </a:spcAft>
            </a:pPr>
            <a:endParaRPr lang="en-US" altLang="zh-CN" kern="100" dirty="0">
              <a:latin typeface="Calibri" panose="020F0502020204030204"/>
              <a:ea typeface="宋体" panose="02010600030101010101" pitchFamily="2" charset="-122"/>
              <a:cs typeface="Times New Roman" panose="02020603050405020304"/>
            </a:endParaRPr>
          </a:p>
          <a:p>
            <a:pPr algn="just">
              <a:spcAft>
                <a:spcPts val="0"/>
              </a:spcAft>
            </a:pPr>
            <a:endParaRPr lang="en-US" altLang="zh-CN" kern="100" dirty="0" smtClean="0">
              <a:latin typeface="Calibri" panose="020F0502020204030204"/>
              <a:ea typeface="宋体" panose="02010600030101010101" pitchFamily="2" charset="-122"/>
              <a:cs typeface="Times New Roman" panose="02020603050405020304"/>
            </a:endParaRPr>
          </a:p>
          <a:p>
            <a:pPr algn="just">
              <a:spcAft>
                <a:spcPts val="0"/>
              </a:spcAft>
            </a:pPr>
            <a:endParaRPr lang="en-US" altLang="zh-CN" kern="100" dirty="0">
              <a:latin typeface="Calibri" panose="020F0502020204030204"/>
              <a:ea typeface="宋体" panose="02010600030101010101" pitchFamily="2" charset="-122"/>
              <a:cs typeface="Times New Roman" panose="02020603050405020304"/>
            </a:endParaRPr>
          </a:p>
          <a:p>
            <a:pPr algn="just">
              <a:spcAft>
                <a:spcPts val="0"/>
              </a:spcAft>
            </a:pPr>
            <a:endParaRPr lang="en-US" altLang="zh-CN" kern="100" dirty="0" smtClean="0">
              <a:latin typeface="Calibri" panose="020F0502020204030204"/>
              <a:ea typeface="宋体" panose="02010600030101010101" pitchFamily="2" charset="-122"/>
              <a:cs typeface="Times New Roman" panose="02020603050405020304"/>
            </a:endParaRPr>
          </a:p>
          <a:p>
            <a:pPr algn="just">
              <a:spcAft>
                <a:spcPts val="0"/>
              </a:spcAft>
            </a:pPr>
            <a:endParaRPr lang="en-US" altLang="zh-CN" kern="100" dirty="0">
              <a:latin typeface="Calibri" panose="020F0502020204030204"/>
              <a:ea typeface="宋体" panose="02010600030101010101" pitchFamily="2" charset="-122"/>
              <a:cs typeface="Times New Roman" panose="02020603050405020304"/>
            </a:endParaRPr>
          </a:p>
          <a:p>
            <a:pPr algn="just">
              <a:spcAft>
                <a:spcPts val="0"/>
              </a:spcAft>
            </a:pPr>
            <a:endParaRPr lang="en-US" altLang="zh-CN" kern="100" dirty="0" smtClean="0">
              <a:latin typeface="Calibri" panose="020F0502020204030204"/>
              <a:ea typeface="宋体" panose="02010600030101010101" pitchFamily="2" charset="-122"/>
              <a:cs typeface="Times New Roman" panose="02020603050405020304"/>
            </a:endParaRPr>
          </a:p>
          <a:p>
            <a:pPr algn="just">
              <a:spcAft>
                <a:spcPts val="0"/>
              </a:spcAft>
            </a:pPr>
            <a:endParaRPr lang="zh-CN" altLang="zh-CN" kern="100" dirty="0">
              <a:latin typeface="Calibri" panose="020F0502020204030204"/>
              <a:ea typeface="宋体" panose="02010600030101010101" pitchFamily="2" charset="-122"/>
              <a:cs typeface="Times New Roman" panose="02020603050405020304"/>
            </a:endParaRPr>
          </a:p>
        </p:txBody>
      </p:sp>
      <p:sp>
        <p:nvSpPr>
          <p:cNvPr id="9" name="右箭头 8"/>
          <p:cNvSpPr/>
          <p:nvPr/>
        </p:nvSpPr>
        <p:spPr bwMode="auto">
          <a:xfrm rot="10800000">
            <a:off x="6818461" y="3282863"/>
            <a:ext cx="1026380" cy="484632"/>
          </a:xfrm>
          <a:prstGeom prst="rightArrow">
            <a:avLst/>
          </a:prstGeom>
          <a:solidFill>
            <a:schemeClr val="bg2">
              <a:lumMod val="20000"/>
              <a:lumOff val="80000"/>
            </a:schemeClr>
          </a:solidFill>
          <a:ln w="9525" cap="flat" cmpd="sng" algn="ctr">
            <a:solidFill>
              <a:schemeClr val="tx1"/>
            </a:solidFill>
            <a:prstDash val="solid"/>
            <a:round/>
            <a:headEnd type="none" w="med" len="med"/>
            <a:tailEnd type="none" w="med" len="med"/>
          </a:ln>
        </p:spPr>
        <p:txBody>
          <a:bodyPr vert="horz" wrap="square" lIns="91440" tIns="45720" rIns="91440" bIns="45720" numCol="1" rtlCol="0" anchor="t" anchorCtr="0" compatLnSpc="1"/>
          <a:lstStyle/>
          <a:p>
            <a:pPr marL="0" marR="0" indent="0" algn="l" defTabSz="914400" rtl="0" eaLnBrk="1" fontAlgn="base" latinLnBrk="0" hangingPunct="1">
              <a:spcBef>
                <a:spcPct val="0"/>
              </a:spcBef>
              <a:spcAft>
                <a:spcPct val="0"/>
              </a:spcAft>
              <a:buClrTx/>
              <a:buSzTx/>
              <a:buFont typeface="Arial" panose="020B0604020202020204" pitchFamily="34" charset="0"/>
              <a:buNone/>
            </a:pPr>
            <a:endParaRPr kumimoji="0" lang="zh-CN" alt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p:txBody>
      </p:sp>
      <p:sp>
        <p:nvSpPr>
          <p:cNvPr id="12" name="矩形 10"/>
          <p:cNvSpPr>
            <a:spLocks noChangeArrowheads="1"/>
          </p:cNvSpPr>
          <p:nvPr/>
        </p:nvSpPr>
        <p:spPr bwMode="auto">
          <a:xfrm>
            <a:off x="8171669" y="2132856"/>
            <a:ext cx="3240359" cy="2952328"/>
          </a:xfrm>
          <a:prstGeom prst="rect">
            <a:avLst/>
          </a:prstGeom>
          <a:solidFill>
            <a:schemeClr val="tx2">
              <a:lumMod val="20000"/>
              <a:lumOff val="80000"/>
              <a:alpha val="74117"/>
            </a:schemeClr>
          </a:solidFill>
          <a:ln w="9525">
            <a:solidFill>
              <a:schemeClr val="accent1"/>
            </a:solidFill>
            <a:round/>
          </a:ln>
        </p:spPr>
        <p:txBody>
          <a:bodyPr lIns="117221" tIns="58610" rIns="117221" bIns="58610" anchor="ctr"/>
          <a:lstStyle>
            <a:lvl1pPr>
              <a:lnSpc>
                <a:spcPct val="120000"/>
              </a:lnSpc>
              <a:spcBef>
                <a:spcPts val="1000"/>
              </a:spcBef>
              <a:buFont typeface="Arial" panose="020B0604020202020204" pitchFamily="34" charset="0"/>
              <a:buChar char="•"/>
              <a:defRPr kumimoji="1" sz="2400">
                <a:solidFill>
                  <a:srgbClr val="595959"/>
                </a:solidFill>
                <a:latin typeface="Arial" panose="020B0604020202020204" pitchFamily="34" charset="0"/>
                <a:ea typeface="微软雅黑" panose="020B0503020204020204" pitchFamily="34" charset="-122"/>
              </a:defRPr>
            </a:lvl1pPr>
            <a:lvl2pPr marL="742950" indent="-285750">
              <a:lnSpc>
                <a:spcPct val="120000"/>
              </a:lnSpc>
              <a:spcBef>
                <a:spcPts val="500"/>
              </a:spcBef>
              <a:buFont typeface="Arial" panose="020B0604020202020204" pitchFamily="34" charset="0"/>
              <a:buChar char="•"/>
              <a:defRPr kumimoji="1" sz="2000">
                <a:solidFill>
                  <a:srgbClr val="595959"/>
                </a:solidFill>
                <a:latin typeface="Arial" panose="020B0604020202020204" pitchFamily="34" charset="0"/>
                <a:ea typeface="微软雅黑" panose="020B0503020204020204" pitchFamily="34" charset="-122"/>
              </a:defRPr>
            </a:lvl2pPr>
            <a:lvl3pPr marL="1143000" indent="-228600">
              <a:lnSpc>
                <a:spcPct val="120000"/>
              </a:lnSpc>
              <a:spcBef>
                <a:spcPts val="500"/>
              </a:spcBef>
              <a:buFont typeface="Arial" panose="020B0604020202020204" pitchFamily="34" charset="0"/>
              <a:buChar char="•"/>
              <a:defRPr kumimoji="1">
                <a:solidFill>
                  <a:srgbClr val="595959"/>
                </a:solidFill>
                <a:latin typeface="Arial" panose="020B0604020202020204" pitchFamily="34" charset="0"/>
                <a:ea typeface="微软雅黑" panose="020B0503020204020204" pitchFamily="34" charset="-122"/>
              </a:defRPr>
            </a:lvl3pPr>
            <a:lvl4pPr marL="1600200" indent="-228600">
              <a:lnSpc>
                <a:spcPct val="120000"/>
              </a:lnSpc>
              <a:spcBef>
                <a:spcPts val="500"/>
              </a:spcBef>
              <a:buFont typeface="Arial" panose="020B0604020202020204" pitchFamily="34" charset="0"/>
              <a:buChar char="•"/>
              <a:defRPr kumimoji="1">
                <a:solidFill>
                  <a:srgbClr val="595959"/>
                </a:solidFill>
                <a:latin typeface="Arial" panose="020B0604020202020204" pitchFamily="34" charset="0"/>
                <a:ea typeface="微软雅黑" panose="020B0503020204020204" pitchFamily="34" charset="-122"/>
              </a:defRPr>
            </a:lvl4pPr>
            <a:lvl5pPr marL="2057400" indent="-228600">
              <a:lnSpc>
                <a:spcPct val="120000"/>
              </a:lnSpc>
              <a:spcBef>
                <a:spcPts val="500"/>
              </a:spcBef>
              <a:buFont typeface="Arial" panose="020B0604020202020204" pitchFamily="34" charset="0"/>
              <a:buChar char="•"/>
              <a:defRPr kumimoji="1">
                <a:solidFill>
                  <a:srgbClr val="595959"/>
                </a:solidFill>
                <a:latin typeface="Arial" panose="020B0604020202020204" pitchFamily="34" charset="0"/>
                <a:ea typeface="微软雅黑" panose="020B0503020204020204" pitchFamily="34" charset="-122"/>
              </a:defRPr>
            </a:lvl5pPr>
            <a:lvl6pPr marL="2514600" indent="-228600" eaLnBrk="0" fontAlgn="base" hangingPunct="0">
              <a:lnSpc>
                <a:spcPct val="120000"/>
              </a:lnSpc>
              <a:spcBef>
                <a:spcPts val="500"/>
              </a:spcBef>
              <a:spcAft>
                <a:spcPct val="0"/>
              </a:spcAft>
              <a:buFont typeface="Arial" panose="020B0604020202020204" pitchFamily="34" charset="0"/>
              <a:buChar char="•"/>
              <a:defRPr kumimoji="1">
                <a:solidFill>
                  <a:srgbClr val="595959"/>
                </a:solidFill>
                <a:latin typeface="Arial" panose="020B0604020202020204" pitchFamily="34" charset="0"/>
                <a:ea typeface="微软雅黑" panose="020B0503020204020204" pitchFamily="34" charset="-122"/>
              </a:defRPr>
            </a:lvl6pPr>
            <a:lvl7pPr marL="2971800" indent="-228600" eaLnBrk="0" fontAlgn="base" hangingPunct="0">
              <a:lnSpc>
                <a:spcPct val="120000"/>
              </a:lnSpc>
              <a:spcBef>
                <a:spcPts val="500"/>
              </a:spcBef>
              <a:spcAft>
                <a:spcPct val="0"/>
              </a:spcAft>
              <a:buFont typeface="Arial" panose="020B0604020202020204" pitchFamily="34" charset="0"/>
              <a:buChar char="•"/>
              <a:defRPr kumimoji="1">
                <a:solidFill>
                  <a:srgbClr val="595959"/>
                </a:solidFill>
                <a:latin typeface="Arial" panose="020B0604020202020204" pitchFamily="34" charset="0"/>
                <a:ea typeface="微软雅黑" panose="020B0503020204020204" pitchFamily="34" charset="-122"/>
              </a:defRPr>
            </a:lvl7pPr>
            <a:lvl8pPr marL="3429000" indent="-228600" eaLnBrk="0" fontAlgn="base" hangingPunct="0">
              <a:lnSpc>
                <a:spcPct val="120000"/>
              </a:lnSpc>
              <a:spcBef>
                <a:spcPts val="500"/>
              </a:spcBef>
              <a:spcAft>
                <a:spcPct val="0"/>
              </a:spcAft>
              <a:buFont typeface="Arial" panose="020B0604020202020204" pitchFamily="34" charset="0"/>
              <a:buChar char="•"/>
              <a:defRPr kumimoji="1">
                <a:solidFill>
                  <a:srgbClr val="595959"/>
                </a:solidFill>
                <a:latin typeface="Arial" panose="020B0604020202020204" pitchFamily="34" charset="0"/>
                <a:ea typeface="微软雅黑" panose="020B0503020204020204" pitchFamily="34" charset="-122"/>
              </a:defRPr>
            </a:lvl8pPr>
            <a:lvl9pPr marL="3886200" indent="-228600" eaLnBrk="0" fontAlgn="base" hangingPunct="0">
              <a:lnSpc>
                <a:spcPct val="120000"/>
              </a:lnSpc>
              <a:spcBef>
                <a:spcPts val="500"/>
              </a:spcBef>
              <a:spcAft>
                <a:spcPct val="0"/>
              </a:spcAft>
              <a:buFont typeface="Arial" panose="020B0604020202020204" pitchFamily="34" charset="0"/>
              <a:buChar char="•"/>
              <a:defRPr kumimoji="1">
                <a:solidFill>
                  <a:srgbClr val="595959"/>
                </a:solidFill>
                <a:latin typeface="Arial" panose="020B0604020202020204" pitchFamily="34" charset="0"/>
                <a:ea typeface="微软雅黑" panose="020B0503020204020204" pitchFamily="34" charset="-122"/>
              </a:defRPr>
            </a:lvl9pPr>
          </a:lstStyle>
          <a:p>
            <a:pPr>
              <a:buNone/>
            </a:pPr>
            <a:r>
              <a:rPr lang="zh-CN" altLang="zh-CN" sz="2000" dirty="0"/>
              <a:t>根据前面介绍的指标定义、计算公式及实现算法，这里将各类指标的计算采用函数形式进行定义，示例代码如下（用</a:t>
            </a:r>
            <a:r>
              <a:rPr lang="en-US" altLang="zh-CN" sz="2000" dirty="0"/>
              <a:t>Ind.py</a:t>
            </a:r>
            <a:r>
              <a:rPr lang="zh-CN" altLang="zh-CN" sz="2000" dirty="0"/>
              <a:t>文件来统一保存这些指标计算函数）：</a:t>
            </a:r>
            <a:endParaRPr lang="zh-CN" altLang="zh-CN" sz="2000" dirty="0"/>
          </a:p>
        </p:txBody>
      </p:sp>
    </p:spTree>
  </p:cSld>
  <p:clrMapOvr>
    <a:masterClrMapping/>
  </p:clrMapOvr>
  <mc:AlternateContent xmlns:mc="http://schemas.openxmlformats.org/markup-compatibility/2006">
    <mc:Choice xmlns:p14="http://schemas.microsoft.com/office/powerpoint/2010/main" Requires="p14">
      <p:transition p14:dur="10" advTm="9437"/>
    </mc:Choice>
    <mc:Fallback>
      <p:transition advTm="9437"/>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1000"/>
                                        <p:tgtEl>
                                          <p:spTgt spid="12"/>
                                        </p:tgtEl>
                                      </p:cBhvr>
                                    </p:animEffect>
                                    <p:anim calcmode="lin" valueType="num">
                                      <p:cBhvr>
                                        <p:cTn id="8" dur="1000" fill="hold"/>
                                        <p:tgtEl>
                                          <p:spTgt spid="12"/>
                                        </p:tgtEl>
                                        <p:attrNameLst>
                                          <p:attrName>ppt_x</p:attrName>
                                        </p:attrNameLst>
                                      </p:cBhvr>
                                      <p:tavLst>
                                        <p:tav tm="0">
                                          <p:val>
                                            <p:strVal val="#ppt_x"/>
                                          </p:val>
                                        </p:tav>
                                        <p:tav tm="100000">
                                          <p:val>
                                            <p:strVal val="#ppt_x"/>
                                          </p:val>
                                        </p:tav>
                                      </p:tavLst>
                                    </p:anim>
                                    <p:anim calcmode="lin" valueType="num">
                                      <p:cBhvr>
                                        <p:cTn id="9" dur="1000" fill="hold"/>
                                        <p:tgtEl>
                                          <p:spTgt spid="12"/>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9"/>
                                        </p:tgtEl>
                                        <p:attrNameLst>
                                          <p:attrName>style.visibility</p:attrName>
                                        </p:attrNameLst>
                                      </p:cBhvr>
                                      <p:to>
                                        <p:strVal val="visible"/>
                                      </p:to>
                                    </p:set>
                                    <p:animEffect transition="in" filter="fade">
                                      <p:cBhvr>
                                        <p:cTn id="14" dur="1000"/>
                                        <p:tgtEl>
                                          <p:spTgt spid="9"/>
                                        </p:tgtEl>
                                      </p:cBhvr>
                                    </p:animEffect>
                                    <p:anim calcmode="lin" valueType="num">
                                      <p:cBhvr>
                                        <p:cTn id="15" dur="1000" fill="hold"/>
                                        <p:tgtEl>
                                          <p:spTgt spid="9"/>
                                        </p:tgtEl>
                                        <p:attrNameLst>
                                          <p:attrName>ppt_x</p:attrName>
                                        </p:attrNameLst>
                                      </p:cBhvr>
                                      <p:tavLst>
                                        <p:tav tm="0">
                                          <p:val>
                                            <p:strVal val="#ppt_x"/>
                                          </p:val>
                                        </p:tav>
                                        <p:tav tm="100000">
                                          <p:val>
                                            <p:strVal val="#ppt_x"/>
                                          </p:val>
                                        </p:tav>
                                      </p:tavLst>
                                    </p:anim>
                                    <p:anim calcmode="lin" valueType="num">
                                      <p:cBhvr>
                                        <p:cTn id="16" dur="1000" fill="hold"/>
                                        <p:tgtEl>
                                          <p:spTgt spid="9"/>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4"/>
                                        </p:tgtEl>
                                        <p:attrNameLst>
                                          <p:attrName>style.visibility</p:attrName>
                                        </p:attrNameLst>
                                      </p:cBhvr>
                                      <p:to>
                                        <p:strVal val="visible"/>
                                      </p:to>
                                    </p:set>
                                    <p:animEffect transition="in" filter="fade">
                                      <p:cBhvr>
                                        <p:cTn id="21" dur="1000"/>
                                        <p:tgtEl>
                                          <p:spTgt spid="4"/>
                                        </p:tgtEl>
                                      </p:cBhvr>
                                    </p:animEffect>
                                    <p:anim calcmode="lin" valueType="num">
                                      <p:cBhvr>
                                        <p:cTn id="22" dur="1000" fill="hold"/>
                                        <p:tgtEl>
                                          <p:spTgt spid="4"/>
                                        </p:tgtEl>
                                        <p:attrNameLst>
                                          <p:attrName>ppt_x</p:attrName>
                                        </p:attrNameLst>
                                      </p:cBhvr>
                                      <p:tavLst>
                                        <p:tav tm="0">
                                          <p:val>
                                            <p:strVal val="#ppt_x"/>
                                          </p:val>
                                        </p:tav>
                                        <p:tav tm="100000">
                                          <p:val>
                                            <p:strVal val="#ppt_x"/>
                                          </p:val>
                                        </p:tav>
                                      </p:tavLst>
                                    </p:anim>
                                    <p:anim calcmode="lin" valueType="num">
                                      <p:cBhvr>
                                        <p:cTn id="23" dur="100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9" grpId="0" animBg="1"/>
      <p:bldP spid="12"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 name="TextBox 54"/>
          <p:cNvSpPr txBox="1"/>
          <p:nvPr/>
        </p:nvSpPr>
        <p:spPr>
          <a:xfrm>
            <a:off x="1330765" y="44625"/>
            <a:ext cx="9520144" cy="523214"/>
          </a:xfrm>
          <a:prstGeom prst="rect">
            <a:avLst/>
          </a:prstGeom>
          <a:noFill/>
        </p:spPr>
        <p:txBody>
          <a:bodyPr wrap="square" lIns="91434" tIns="45717" rIns="91434" bIns="45717" rtlCol="0">
            <a:spAutoFit/>
          </a:bodyPr>
          <a:lstStyle>
            <a:defPPr>
              <a:defRPr lang="zh-CN"/>
            </a:defPPr>
            <a:lvl1pPr>
              <a:defRPr sz="3200">
                <a:solidFill>
                  <a:schemeClr val="tx1">
                    <a:lumMod val="75000"/>
                  </a:schemeClr>
                </a:solidFill>
                <a:latin typeface="方正卡通简体" pitchFamily="65" charset="-122"/>
                <a:ea typeface="方正卡通简体" pitchFamily="65" charset="-122"/>
              </a:defRPr>
            </a:lvl1pPr>
          </a:lstStyle>
          <a:p>
            <a:r>
              <a:rPr lang="en-US" altLang="zh-CN" sz="2800" dirty="0">
                <a:solidFill>
                  <a:schemeClr val="accent2"/>
                </a:solidFill>
                <a:latin typeface="微软雅黑" panose="020B0503020204020204" pitchFamily="34" charset="-122"/>
                <a:ea typeface="微软雅黑" panose="020B0503020204020204" pitchFamily="34" charset="-122"/>
              </a:rPr>
              <a:t>9.3.8 </a:t>
            </a:r>
            <a:r>
              <a:rPr lang="zh-CN" altLang="en-US" sz="2800" dirty="0">
                <a:solidFill>
                  <a:schemeClr val="accent2"/>
                </a:solidFill>
                <a:latin typeface="微软雅黑" panose="020B0503020204020204" pitchFamily="34" charset="-122"/>
                <a:ea typeface="微软雅黑" panose="020B0503020204020204" pitchFamily="34" charset="-122"/>
              </a:rPr>
              <a:t>计算举例</a:t>
            </a:r>
            <a:endParaRPr lang="zh-CN" altLang="en-US" sz="2800" dirty="0">
              <a:solidFill>
                <a:schemeClr val="accent2"/>
              </a:solidFill>
              <a:latin typeface="微软雅黑" panose="020B0503020204020204" pitchFamily="34" charset="-122"/>
              <a:ea typeface="微软雅黑" panose="020B0503020204020204" pitchFamily="34" charset="-122"/>
            </a:endParaRPr>
          </a:p>
        </p:txBody>
      </p:sp>
      <p:sp>
        <p:nvSpPr>
          <p:cNvPr id="56" name="TextBox 55"/>
          <p:cNvSpPr txBox="1"/>
          <p:nvPr/>
        </p:nvSpPr>
        <p:spPr>
          <a:xfrm>
            <a:off x="140263" y="106179"/>
            <a:ext cx="1064260" cy="677102"/>
          </a:xfrm>
          <a:prstGeom prst="rect">
            <a:avLst/>
          </a:prstGeom>
          <a:noFill/>
        </p:spPr>
        <p:txBody>
          <a:bodyPr wrap="square" lIns="91434" tIns="45717" rIns="91434" bIns="45717" rtlCol="0">
            <a:spAutoFit/>
          </a:bodyPr>
          <a:lstStyle/>
          <a:p>
            <a:pPr algn="r"/>
            <a:r>
              <a:rPr lang="en-US" altLang="zh-CN" sz="2000" dirty="0">
                <a:solidFill>
                  <a:schemeClr val="accent2"/>
                </a:solidFill>
              </a:rPr>
              <a:t>Part 9</a:t>
            </a:r>
            <a:endParaRPr lang="zh-CN" altLang="en-US" sz="2000" dirty="0">
              <a:solidFill>
                <a:schemeClr val="accent2"/>
              </a:solidFill>
            </a:endParaRPr>
          </a:p>
          <a:p>
            <a:pPr algn="r"/>
            <a:r>
              <a:rPr lang="en-US" altLang="zh-CN" dirty="0" smtClean="0">
                <a:solidFill>
                  <a:schemeClr val="accent2"/>
                </a:solidFill>
              </a:rPr>
              <a:t> </a:t>
            </a:r>
            <a:endParaRPr lang="zh-CN" altLang="en-US" dirty="0">
              <a:solidFill>
                <a:schemeClr val="accent2"/>
              </a:solidFill>
            </a:endParaRPr>
          </a:p>
        </p:txBody>
      </p:sp>
      <p:sp>
        <p:nvSpPr>
          <p:cNvPr id="3" name="矩形 2"/>
          <p:cNvSpPr/>
          <p:nvPr/>
        </p:nvSpPr>
        <p:spPr>
          <a:xfrm>
            <a:off x="553765" y="809092"/>
            <a:ext cx="5112568" cy="5078313"/>
          </a:xfrm>
          <a:prstGeom prst="rect">
            <a:avLst/>
          </a:prstGeom>
        </p:spPr>
        <p:txBody>
          <a:bodyPr wrap="square">
            <a:spAutoFit/>
          </a:bodyPr>
          <a:lstStyle/>
          <a:p>
            <a:pPr algn="just">
              <a:spcAft>
                <a:spcPts val="0"/>
              </a:spcAft>
            </a:pPr>
            <a:r>
              <a:rPr lang="en-US" altLang="zh-CN" kern="100" dirty="0">
                <a:latin typeface="Calibri" panose="020F0502020204030204"/>
                <a:ea typeface="宋体" panose="02010600030101010101" pitchFamily="2" charset="-122"/>
                <a:cs typeface="Times New Roman" panose="02020603050405020304"/>
              </a:rPr>
              <a:t>#</a:t>
            </a:r>
            <a:r>
              <a:rPr lang="zh-CN" altLang="zh-CN" kern="100" dirty="0">
                <a:latin typeface="Calibri" panose="020F0502020204030204"/>
                <a:ea typeface="宋体" panose="02010600030101010101" pitchFamily="2" charset="-122"/>
                <a:cs typeface="Times New Roman" panose="02020603050405020304"/>
              </a:rPr>
              <a:t>随机指标</a:t>
            </a:r>
            <a:r>
              <a:rPr lang="en-US" altLang="zh-CN" kern="100" dirty="0">
                <a:latin typeface="Calibri" panose="020F0502020204030204"/>
                <a:ea typeface="宋体" panose="02010600030101010101" pitchFamily="2" charset="-122"/>
                <a:cs typeface="Times New Roman" panose="02020603050405020304"/>
              </a:rPr>
              <a:t>KDJ</a:t>
            </a:r>
            <a:r>
              <a:rPr lang="zh-CN" altLang="zh-CN" kern="100" dirty="0">
                <a:latin typeface="Calibri" panose="020F0502020204030204"/>
                <a:ea typeface="宋体" panose="02010600030101010101" pitchFamily="2" charset="-122"/>
                <a:cs typeface="Times New Roman" panose="02020603050405020304"/>
              </a:rPr>
              <a:t>的计算</a:t>
            </a:r>
            <a:endParaRPr lang="zh-CN" altLang="zh-CN" kern="100" dirty="0">
              <a:latin typeface="Calibri" panose="020F0502020204030204"/>
              <a:ea typeface="宋体" panose="02010600030101010101" pitchFamily="2" charset="-122"/>
              <a:cs typeface="Times New Roman" panose="02020603050405020304"/>
            </a:endParaRPr>
          </a:p>
          <a:p>
            <a:pPr algn="just">
              <a:spcAft>
                <a:spcPts val="0"/>
              </a:spcAft>
            </a:pPr>
            <a:r>
              <a:rPr lang="en-US" altLang="zh-CN" kern="100" dirty="0" err="1">
                <a:latin typeface="Calibri" panose="020F0502020204030204"/>
                <a:ea typeface="宋体" panose="02010600030101010101" pitchFamily="2" charset="-122"/>
                <a:cs typeface="Times New Roman" panose="02020603050405020304"/>
              </a:rPr>
              <a:t>def</a:t>
            </a:r>
            <a:r>
              <a:rPr lang="en-US" altLang="zh-CN" kern="100" dirty="0">
                <a:latin typeface="Calibri" panose="020F0502020204030204"/>
                <a:ea typeface="宋体" panose="02010600030101010101" pitchFamily="2" charset="-122"/>
                <a:cs typeface="Times New Roman" panose="02020603050405020304"/>
              </a:rPr>
              <a:t> KDJ(</a:t>
            </a:r>
            <a:r>
              <a:rPr lang="en-US" altLang="zh-CN" kern="100" dirty="0" err="1">
                <a:latin typeface="Calibri" panose="020F0502020204030204"/>
                <a:ea typeface="宋体" panose="02010600030101010101" pitchFamily="2" charset="-122"/>
                <a:cs typeface="Times New Roman" panose="02020603050405020304"/>
              </a:rPr>
              <a:t>data,N</a:t>
            </a:r>
            <a:r>
              <a:rPr lang="en-US" altLang="zh-CN" kern="100" dirty="0">
                <a:latin typeface="Calibri" panose="020F0502020204030204"/>
                <a:ea typeface="宋体" panose="02010600030101010101" pitchFamily="2" charset="-122"/>
                <a:cs typeface="Times New Roman" panose="02020603050405020304"/>
              </a:rPr>
              <a:t>):</a:t>
            </a:r>
            <a:endParaRPr lang="zh-CN" altLang="zh-CN" kern="100" dirty="0">
              <a:latin typeface="Calibri" panose="020F0502020204030204"/>
              <a:ea typeface="宋体" panose="02010600030101010101" pitchFamily="2" charset="-122"/>
              <a:cs typeface="Times New Roman" panose="02020603050405020304"/>
            </a:endParaRPr>
          </a:p>
          <a:p>
            <a:pPr algn="just">
              <a:spcAft>
                <a:spcPts val="0"/>
              </a:spcAft>
            </a:pPr>
            <a:r>
              <a:rPr lang="en-US" altLang="zh-CN" kern="100" dirty="0">
                <a:latin typeface="Calibri" panose="020F0502020204030204"/>
                <a:ea typeface="宋体" panose="02010600030101010101" pitchFamily="2" charset="-122"/>
                <a:cs typeface="Times New Roman" panose="02020603050405020304"/>
              </a:rPr>
              <a:t>    import </a:t>
            </a:r>
            <a:r>
              <a:rPr lang="en-US" altLang="zh-CN" kern="100" dirty="0" err="1">
                <a:latin typeface="Calibri" panose="020F0502020204030204"/>
                <a:ea typeface="宋体" panose="02010600030101010101" pitchFamily="2" charset="-122"/>
                <a:cs typeface="Times New Roman" panose="02020603050405020304"/>
              </a:rPr>
              <a:t>numpy</a:t>
            </a:r>
            <a:r>
              <a:rPr lang="en-US" altLang="zh-CN" kern="100" dirty="0">
                <a:latin typeface="Calibri" panose="020F0502020204030204"/>
                <a:ea typeface="宋体" panose="02010600030101010101" pitchFamily="2" charset="-122"/>
                <a:cs typeface="Times New Roman" panose="02020603050405020304"/>
              </a:rPr>
              <a:t> as </a:t>
            </a:r>
            <a:r>
              <a:rPr lang="en-US" altLang="zh-CN" kern="100" dirty="0" err="1">
                <a:latin typeface="Calibri" panose="020F0502020204030204"/>
                <a:ea typeface="宋体" panose="02010600030101010101" pitchFamily="2" charset="-122"/>
                <a:cs typeface="Times New Roman" panose="02020603050405020304"/>
              </a:rPr>
              <a:t>np</a:t>
            </a:r>
            <a:r>
              <a:rPr lang="en-US" altLang="zh-CN" kern="100" dirty="0">
                <a:latin typeface="Calibri" panose="020F0502020204030204"/>
                <a:ea typeface="宋体" panose="02010600030101010101" pitchFamily="2" charset="-122"/>
                <a:cs typeface="Times New Roman" panose="02020603050405020304"/>
              </a:rPr>
              <a:t> </a:t>
            </a:r>
            <a:endParaRPr lang="zh-CN" altLang="zh-CN" kern="100" dirty="0">
              <a:latin typeface="Calibri" panose="020F0502020204030204"/>
              <a:ea typeface="宋体" panose="02010600030101010101" pitchFamily="2" charset="-122"/>
              <a:cs typeface="Times New Roman" panose="02020603050405020304"/>
            </a:endParaRPr>
          </a:p>
          <a:p>
            <a:pPr algn="just">
              <a:spcAft>
                <a:spcPts val="0"/>
              </a:spcAft>
            </a:pPr>
            <a:r>
              <a:rPr lang="en-US" altLang="zh-CN" kern="100" dirty="0">
                <a:latin typeface="Calibri" panose="020F0502020204030204"/>
                <a:ea typeface="宋体" panose="02010600030101010101" pitchFamily="2" charset="-122"/>
                <a:cs typeface="Times New Roman" panose="02020603050405020304"/>
              </a:rPr>
              <a:t>    </a:t>
            </a:r>
            <a:r>
              <a:rPr lang="en-US" altLang="zh-CN" kern="100" dirty="0" err="1">
                <a:latin typeface="Calibri" panose="020F0502020204030204"/>
                <a:ea typeface="宋体" panose="02010600030101010101" pitchFamily="2" charset="-122"/>
                <a:cs typeface="Times New Roman" panose="02020603050405020304"/>
              </a:rPr>
              <a:t>Lmin</a:t>
            </a:r>
            <a:r>
              <a:rPr lang="en-US" altLang="zh-CN" kern="100" dirty="0">
                <a:latin typeface="Calibri" panose="020F0502020204030204"/>
                <a:ea typeface="宋体" panose="02010600030101010101" pitchFamily="2" charset="-122"/>
                <a:cs typeface="Times New Roman" panose="02020603050405020304"/>
              </a:rPr>
              <a:t>=</a:t>
            </a:r>
            <a:r>
              <a:rPr lang="en-US" altLang="zh-CN" kern="100" dirty="0" err="1">
                <a:latin typeface="Calibri" panose="020F0502020204030204"/>
                <a:ea typeface="宋体" panose="02010600030101010101" pitchFamily="2" charset="-122"/>
                <a:cs typeface="Times New Roman" panose="02020603050405020304"/>
              </a:rPr>
              <a:t>pd.rolling_min</a:t>
            </a:r>
            <a:r>
              <a:rPr lang="en-US" altLang="zh-CN" kern="100" dirty="0">
                <a:latin typeface="Calibri" panose="020F0502020204030204"/>
                <a:ea typeface="宋体" panose="02010600030101010101" pitchFamily="2" charset="-122"/>
                <a:cs typeface="Times New Roman" panose="02020603050405020304"/>
              </a:rPr>
              <a:t>(data['</a:t>
            </a:r>
            <a:r>
              <a:rPr lang="en-US" altLang="zh-CN" kern="100" dirty="0" err="1">
                <a:latin typeface="Calibri" panose="020F0502020204030204"/>
                <a:ea typeface="宋体" panose="02010600030101010101" pitchFamily="2" charset="-122"/>
                <a:cs typeface="Times New Roman" panose="02020603050405020304"/>
              </a:rPr>
              <a:t>Loprc</a:t>
            </a:r>
            <a:r>
              <a:rPr lang="en-US" altLang="zh-CN" kern="100" dirty="0">
                <a:latin typeface="Calibri" panose="020F0502020204030204"/>
                <a:ea typeface="宋体" panose="02010600030101010101" pitchFamily="2" charset="-122"/>
                <a:cs typeface="Times New Roman" panose="02020603050405020304"/>
              </a:rPr>
              <a:t>'].</a:t>
            </a:r>
            <a:r>
              <a:rPr lang="en-US" altLang="zh-CN" kern="100" dirty="0" err="1">
                <a:latin typeface="Calibri" panose="020F0502020204030204"/>
                <a:ea typeface="宋体" panose="02010600030101010101" pitchFamily="2" charset="-122"/>
                <a:cs typeface="Times New Roman" panose="02020603050405020304"/>
              </a:rPr>
              <a:t>values,N</a:t>
            </a:r>
            <a:r>
              <a:rPr lang="en-US" altLang="zh-CN" kern="100" dirty="0">
                <a:latin typeface="Calibri" panose="020F0502020204030204"/>
                <a:ea typeface="宋体" panose="02010600030101010101" pitchFamily="2" charset="-122"/>
                <a:cs typeface="Times New Roman" panose="02020603050405020304"/>
              </a:rPr>
              <a:t>)</a:t>
            </a:r>
            <a:endParaRPr lang="zh-CN" altLang="zh-CN" kern="100" dirty="0">
              <a:latin typeface="Calibri" panose="020F0502020204030204"/>
              <a:ea typeface="宋体" panose="02010600030101010101" pitchFamily="2" charset="-122"/>
              <a:cs typeface="Times New Roman" panose="02020603050405020304"/>
            </a:endParaRPr>
          </a:p>
          <a:p>
            <a:pPr algn="just">
              <a:spcAft>
                <a:spcPts val="0"/>
              </a:spcAft>
            </a:pPr>
            <a:r>
              <a:rPr lang="en-US" altLang="zh-CN" kern="100" dirty="0">
                <a:latin typeface="Calibri" panose="020F0502020204030204"/>
                <a:ea typeface="宋体" panose="02010600030101010101" pitchFamily="2" charset="-122"/>
                <a:cs typeface="Times New Roman" panose="02020603050405020304"/>
              </a:rPr>
              <a:t>    </a:t>
            </a:r>
            <a:r>
              <a:rPr lang="en-US" altLang="zh-CN" kern="100" dirty="0" err="1">
                <a:latin typeface="Calibri" panose="020F0502020204030204"/>
                <a:ea typeface="宋体" panose="02010600030101010101" pitchFamily="2" charset="-122"/>
                <a:cs typeface="Times New Roman" panose="02020603050405020304"/>
              </a:rPr>
              <a:t>Lmax</a:t>
            </a:r>
            <a:r>
              <a:rPr lang="en-US" altLang="zh-CN" kern="100" dirty="0">
                <a:latin typeface="Calibri" panose="020F0502020204030204"/>
                <a:ea typeface="宋体" panose="02010600030101010101" pitchFamily="2" charset="-122"/>
                <a:cs typeface="Times New Roman" panose="02020603050405020304"/>
              </a:rPr>
              <a:t>=</a:t>
            </a:r>
            <a:r>
              <a:rPr lang="en-US" altLang="zh-CN" kern="100" dirty="0" err="1">
                <a:latin typeface="Calibri" panose="020F0502020204030204"/>
                <a:ea typeface="宋体" panose="02010600030101010101" pitchFamily="2" charset="-122"/>
                <a:cs typeface="Times New Roman" panose="02020603050405020304"/>
              </a:rPr>
              <a:t>pd.rolling_max</a:t>
            </a:r>
            <a:r>
              <a:rPr lang="en-US" altLang="zh-CN" kern="100" dirty="0">
                <a:latin typeface="Calibri" panose="020F0502020204030204"/>
                <a:ea typeface="宋体" panose="02010600030101010101" pitchFamily="2" charset="-122"/>
                <a:cs typeface="Times New Roman" panose="02020603050405020304"/>
              </a:rPr>
              <a:t>(data['</a:t>
            </a:r>
            <a:r>
              <a:rPr lang="en-US" altLang="zh-CN" kern="100" dirty="0" err="1">
                <a:latin typeface="Calibri" panose="020F0502020204030204"/>
                <a:ea typeface="宋体" panose="02010600030101010101" pitchFamily="2" charset="-122"/>
                <a:cs typeface="Times New Roman" panose="02020603050405020304"/>
              </a:rPr>
              <a:t>Hiprc</a:t>
            </a:r>
            <a:r>
              <a:rPr lang="en-US" altLang="zh-CN" kern="100" dirty="0">
                <a:latin typeface="Calibri" panose="020F0502020204030204"/>
                <a:ea typeface="宋体" panose="02010600030101010101" pitchFamily="2" charset="-122"/>
                <a:cs typeface="Times New Roman" panose="02020603050405020304"/>
              </a:rPr>
              <a:t>'].</a:t>
            </a:r>
            <a:r>
              <a:rPr lang="en-US" altLang="zh-CN" kern="100" dirty="0" err="1">
                <a:latin typeface="Calibri" panose="020F0502020204030204"/>
                <a:ea typeface="宋体" panose="02010600030101010101" pitchFamily="2" charset="-122"/>
                <a:cs typeface="Times New Roman" panose="02020603050405020304"/>
              </a:rPr>
              <a:t>values,N</a:t>
            </a:r>
            <a:r>
              <a:rPr lang="en-US" altLang="zh-CN" kern="100" dirty="0">
                <a:latin typeface="Calibri" panose="020F0502020204030204"/>
                <a:ea typeface="宋体" panose="02010600030101010101" pitchFamily="2" charset="-122"/>
                <a:cs typeface="Times New Roman" panose="02020603050405020304"/>
              </a:rPr>
              <a:t>)</a:t>
            </a:r>
            <a:endParaRPr lang="zh-CN" altLang="zh-CN" kern="100" dirty="0">
              <a:latin typeface="Calibri" panose="020F0502020204030204"/>
              <a:ea typeface="宋体" panose="02010600030101010101" pitchFamily="2" charset="-122"/>
              <a:cs typeface="Times New Roman" panose="02020603050405020304"/>
            </a:endParaRPr>
          </a:p>
          <a:p>
            <a:pPr algn="just">
              <a:spcAft>
                <a:spcPts val="0"/>
              </a:spcAft>
            </a:pPr>
            <a:r>
              <a:rPr lang="en-US" altLang="zh-CN" kern="100" dirty="0">
                <a:latin typeface="Calibri" panose="020F0502020204030204"/>
                <a:ea typeface="宋体" panose="02010600030101010101" pitchFamily="2" charset="-122"/>
                <a:cs typeface="Times New Roman" panose="02020603050405020304"/>
              </a:rPr>
              <a:t>    RSV=(data['</a:t>
            </a:r>
            <a:r>
              <a:rPr lang="en-US" altLang="zh-CN" kern="100" dirty="0" err="1">
                <a:latin typeface="Calibri" panose="020F0502020204030204"/>
                <a:ea typeface="宋体" panose="02010600030101010101" pitchFamily="2" charset="-122"/>
                <a:cs typeface="Times New Roman" panose="02020603050405020304"/>
              </a:rPr>
              <a:t>Clsprc</a:t>
            </a:r>
            <a:r>
              <a:rPr lang="en-US" altLang="zh-CN" kern="100" dirty="0">
                <a:latin typeface="Calibri" panose="020F0502020204030204"/>
                <a:ea typeface="宋体" panose="02010600030101010101" pitchFamily="2" charset="-122"/>
                <a:cs typeface="Times New Roman" panose="02020603050405020304"/>
              </a:rPr>
              <a:t>'].values-</a:t>
            </a:r>
            <a:r>
              <a:rPr lang="en-US" altLang="zh-CN" kern="100" dirty="0" err="1">
                <a:latin typeface="Calibri" panose="020F0502020204030204"/>
                <a:ea typeface="宋体" panose="02010600030101010101" pitchFamily="2" charset="-122"/>
                <a:cs typeface="Times New Roman" panose="02020603050405020304"/>
              </a:rPr>
              <a:t>Lmin</a:t>
            </a:r>
            <a:r>
              <a:rPr lang="en-US" altLang="zh-CN" kern="100" dirty="0">
                <a:latin typeface="Calibri" panose="020F0502020204030204"/>
                <a:ea typeface="宋体" panose="02010600030101010101" pitchFamily="2" charset="-122"/>
                <a:cs typeface="Times New Roman" panose="02020603050405020304"/>
              </a:rPr>
              <a:t>)/(</a:t>
            </a:r>
            <a:r>
              <a:rPr lang="en-US" altLang="zh-CN" kern="100" dirty="0" err="1">
                <a:latin typeface="Calibri" panose="020F0502020204030204"/>
                <a:ea typeface="宋体" panose="02010600030101010101" pitchFamily="2" charset="-122"/>
                <a:cs typeface="Times New Roman" panose="02020603050405020304"/>
              </a:rPr>
              <a:t>Lmax-Lmin</a:t>
            </a:r>
            <a:r>
              <a:rPr lang="en-US" altLang="zh-CN" kern="100" dirty="0">
                <a:latin typeface="Calibri" panose="020F0502020204030204"/>
                <a:ea typeface="宋体" panose="02010600030101010101" pitchFamily="2" charset="-122"/>
                <a:cs typeface="Times New Roman" panose="02020603050405020304"/>
              </a:rPr>
              <a:t>)</a:t>
            </a:r>
            <a:endParaRPr lang="zh-CN" altLang="zh-CN" kern="100" dirty="0">
              <a:latin typeface="Calibri" panose="020F0502020204030204"/>
              <a:ea typeface="宋体" panose="02010600030101010101" pitchFamily="2" charset="-122"/>
              <a:cs typeface="Times New Roman" panose="02020603050405020304"/>
            </a:endParaRPr>
          </a:p>
          <a:p>
            <a:pPr algn="just">
              <a:spcAft>
                <a:spcPts val="0"/>
              </a:spcAft>
            </a:pPr>
            <a:r>
              <a:rPr lang="en-US" altLang="zh-CN" kern="100" dirty="0">
                <a:latin typeface="Calibri" panose="020F0502020204030204"/>
                <a:ea typeface="宋体" panose="02010600030101010101" pitchFamily="2" charset="-122"/>
                <a:cs typeface="Times New Roman" panose="02020603050405020304"/>
              </a:rPr>
              <a:t>    K=</a:t>
            </a:r>
            <a:r>
              <a:rPr lang="en-US" altLang="zh-CN" kern="100" dirty="0" err="1">
                <a:latin typeface="Calibri" panose="020F0502020204030204"/>
                <a:ea typeface="宋体" panose="02010600030101010101" pitchFamily="2" charset="-122"/>
                <a:cs typeface="Times New Roman" panose="02020603050405020304"/>
              </a:rPr>
              <a:t>np.zeros</a:t>
            </a:r>
            <a:r>
              <a:rPr lang="en-US" altLang="zh-CN" kern="100" dirty="0">
                <a:latin typeface="Calibri" panose="020F0502020204030204"/>
                <a:ea typeface="宋体" panose="02010600030101010101" pitchFamily="2" charset="-122"/>
                <a:cs typeface="Times New Roman" panose="02020603050405020304"/>
              </a:rPr>
              <a:t>((</a:t>
            </a:r>
            <a:r>
              <a:rPr lang="en-US" altLang="zh-CN" kern="100" dirty="0" err="1">
                <a:latin typeface="Calibri" panose="020F0502020204030204"/>
                <a:ea typeface="宋体" panose="02010600030101010101" pitchFamily="2" charset="-122"/>
                <a:cs typeface="Times New Roman" panose="02020603050405020304"/>
              </a:rPr>
              <a:t>len</a:t>
            </a:r>
            <a:r>
              <a:rPr lang="en-US" altLang="zh-CN" kern="100" dirty="0">
                <a:latin typeface="Calibri" panose="020F0502020204030204"/>
                <a:ea typeface="宋体" panose="02010600030101010101" pitchFamily="2" charset="-122"/>
                <a:cs typeface="Times New Roman" panose="02020603050405020304"/>
              </a:rPr>
              <a:t>(RSV)))</a:t>
            </a:r>
            <a:endParaRPr lang="zh-CN" altLang="zh-CN" kern="100" dirty="0">
              <a:latin typeface="Calibri" panose="020F0502020204030204"/>
              <a:ea typeface="宋体" panose="02010600030101010101" pitchFamily="2" charset="-122"/>
              <a:cs typeface="Times New Roman" panose="02020603050405020304"/>
            </a:endParaRPr>
          </a:p>
          <a:p>
            <a:pPr algn="just">
              <a:spcAft>
                <a:spcPts val="0"/>
              </a:spcAft>
            </a:pPr>
            <a:r>
              <a:rPr lang="en-US" altLang="zh-CN" kern="100" dirty="0">
                <a:latin typeface="Calibri" panose="020F0502020204030204"/>
                <a:ea typeface="宋体" panose="02010600030101010101" pitchFamily="2" charset="-122"/>
                <a:cs typeface="Times New Roman" panose="02020603050405020304"/>
              </a:rPr>
              <a:t>    D=</a:t>
            </a:r>
            <a:r>
              <a:rPr lang="en-US" altLang="zh-CN" kern="100" dirty="0" err="1">
                <a:latin typeface="Calibri" panose="020F0502020204030204"/>
                <a:ea typeface="宋体" panose="02010600030101010101" pitchFamily="2" charset="-122"/>
                <a:cs typeface="Times New Roman" panose="02020603050405020304"/>
              </a:rPr>
              <a:t>np.zeros</a:t>
            </a:r>
            <a:r>
              <a:rPr lang="en-US" altLang="zh-CN" kern="100" dirty="0">
                <a:latin typeface="Calibri" panose="020F0502020204030204"/>
                <a:ea typeface="宋体" panose="02010600030101010101" pitchFamily="2" charset="-122"/>
                <a:cs typeface="Times New Roman" panose="02020603050405020304"/>
              </a:rPr>
              <a:t>((</a:t>
            </a:r>
            <a:r>
              <a:rPr lang="en-US" altLang="zh-CN" kern="100" dirty="0" err="1">
                <a:latin typeface="Calibri" panose="020F0502020204030204"/>
                <a:ea typeface="宋体" panose="02010600030101010101" pitchFamily="2" charset="-122"/>
                <a:cs typeface="Times New Roman" panose="02020603050405020304"/>
              </a:rPr>
              <a:t>len</a:t>
            </a:r>
            <a:r>
              <a:rPr lang="en-US" altLang="zh-CN" kern="100" dirty="0">
                <a:latin typeface="Calibri" panose="020F0502020204030204"/>
                <a:ea typeface="宋体" panose="02010600030101010101" pitchFamily="2" charset="-122"/>
                <a:cs typeface="Times New Roman" panose="02020603050405020304"/>
              </a:rPr>
              <a:t>(RSV)))</a:t>
            </a:r>
            <a:endParaRPr lang="zh-CN" altLang="zh-CN" kern="100" dirty="0">
              <a:latin typeface="Calibri" panose="020F0502020204030204"/>
              <a:ea typeface="宋体" panose="02010600030101010101" pitchFamily="2" charset="-122"/>
              <a:cs typeface="Times New Roman" panose="02020603050405020304"/>
            </a:endParaRPr>
          </a:p>
          <a:p>
            <a:pPr algn="just">
              <a:spcAft>
                <a:spcPts val="0"/>
              </a:spcAft>
            </a:pPr>
            <a:r>
              <a:rPr lang="en-US" altLang="zh-CN" kern="100" dirty="0">
                <a:latin typeface="Calibri" panose="020F0502020204030204"/>
                <a:ea typeface="宋体" panose="02010600030101010101" pitchFamily="2" charset="-122"/>
                <a:cs typeface="Times New Roman" panose="02020603050405020304"/>
              </a:rPr>
              <a:t>    J=</a:t>
            </a:r>
            <a:r>
              <a:rPr lang="en-US" altLang="zh-CN" kern="100" dirty="0" err="1">
                <a:latin typeface="Calibri" panose="020F0502020204030204"/>
                <a:ea typeface="宋体" panose="02010600030101010101" pitchFamily="2" charset="-122"/>
                <a:cs typeface="Times New Roman" panose="02020603050405020304"/>
              </a:rPr>
              <a:t>np.zeros</a:t>
            </a:r>
            <a:r>
              <a:rPr lang="en-US" altLang="zh-CN" kern="100" dirty="0">
                <a:latin typeface="Calibri" panose="020F0502020204030204"/>
                <a:ea typeface="宋体" panose="02010600030101010101" pitchFamily="2" charset="-122"/>
                <a:cs typeface="Times New Roman" panose="02020603050405020304"/>
              </a:rPr>
              <a:t>((</a:t>
            </a:r>
            <a:r>
              <a:rPr lang="en-US" altLang="zh-CN" kern="100" dirty="0" err="1">
                <a:latin typeface="Calibri" panose="020F0502020204030204"/>
                <a:ea typeface="宋体" panose="02010600030101010101" pitchFamily="2" charset="-122"/>
                <a:cs typeface="Times New Roman" panose="02020603050405020304"/>
              </a:rPr>
              <a:t>len</a:t>
            </a:r>
            <a:r>
              <a:rPr lang="en-US" altLang="zh-CN" kern="100" dirty="0">
                <a:latin typeface="Calibri" panose="020F0502020204030204"/>
                <a:ea typeface="宋体" panose="02010600030101010101" pitchFamily="2" charset="-122"/>
                <a:cs typeface="Times New Roman" panose="02020603050405020304"/>
              </a:rPr>
              <a:t>(RSV)))</a:t>
            </a:r>
            <a:endParaRPr lang="zh-CN" altLang="zh-CN" kern="100" dirty="0">
              <a:latin typeface="Calibri" panose="020F0502020204030204"/>
              <a:ea typeface="宋体" panose="02010600030101010101" pitchFamily="2" charset="-122"/>
              <a:cs typeface="Times New Roman" panose="02020603050405020304"/>
            </a:endParaRPr>
          </a:p>
          <a:p>
            <a:pPr algn="just">
              <a:spcAft>
                <a:spcPts val="0"/>
              </a:spcAft>
            </a:pPr>
            <a:r>
              <a:rPr lang="en-US" altLang="zh-CN" kern="100" dirty="0">
                <a:latin typeface="Calibri" panose="020F0502020204030204"/>
                <a:ea typeface="宋体" panose="02010600030101010101" pitchFamily="2" charset="-122"/>
                <a:cs typeface="Times New Roman" panose="02020603050405020304"/>
              </a:rPr>
              <a:t>    for t in range(</a:t>
            </a:r>
            <a:r>
              <a:rPr lang="en-US" altLang="zh-CN" kern="100" dirty="0" err="1">
                <a:latin typeface="Calibri" panose="020F0502020204030204"/>
                <a:ea typeface="宋体" panose="02010600030101010101" pitchFamily="2" charset="-122"/>
                <a:cs typeface="Times New Roman" panose="02020603050405020304"/>
              </a:rPr>
              <a:t>N,len</a:t>
            </a:r>
            <a:r>
              <a:rPr lang="en-US" altLang="zh-CN" kern="100" dirty="0">
                <a:latin typeface="Calibri" panose="020F0502020204030204"/>
                <a:ea typeface="宋体" panose="02010600030101010101" pitchFamily="2" charset="-122"/>
                <a:cs typeface="Times New Roman" panose="02020603050405020304"/>
              </a:rPr>
              <a:t>(data)):</a:t>
            </a:r>
            <a:endParaRPr lang="zh-CN" altLang="zh-CN" kern="100" dirty="0">
              <a:latin typeface="Calibri" panose="020F0502020204030204"/>
              <a:ea typeface="宋体" panose="02010600030101010101" pitchFamily="2" charset="-122"/>
              <a:cs typeface="Times New Roman" panose="02020603050405020304"/>
            </a:endParaRPr>
          </a:p>
          <a:p>
            <a:pPr algn="just">
              <a:spcAft>
                <a:spcPts val="0"/>
              </a:spcAft>
            </a:pPr>
            <a:r>
              <a:rPr lang="en-US" altLang="zh-CN" kern="100" dirty="0">
                <a:latin typeface="Calibri" panose="020F0502020204030204"/>
                <a:ea typeface="宋体" panose="02010600030101010101" pitchFamily="2" charset="-122"/>
                <a:cs typeface="Times New Roman" panose="02020603050405020304"/>
              </a:rPr>
              <a:t>        if t==0:</a:t>
            </a:r>
            <a:endParaRPr lang="zh-CN" altLang="zh-CN" kern="100" dirty="0">
              <a:latin typeface="Calibri" panose="020F0502020204030204"/>
              <a:ea typeface="宋体" panose="02010600030101010101" pitchFamily="2" charset="-122"/>
              <a:cs typeface="Times New Roman" panose="02020603050405020304"/>
            </a:endParaRPr>
          </a:p>
          <a:p>
            <a:pPr algn="just">
              <a:spcAft>
                <a:spcPts val="0"/>
              </a:spcAft>
            </a:pPr>
            <a:r>
              <a:rPr lang="en-US" altLang="zh-CN" kern="100" dirty="0">
                <a:latin typeface="Calibri" panose="020F0502020204030204"/>
                <a:ea typeface="宋体" panose="02010600030101010101" pitchFamily="2" charset="-122"/>
                <a:cs typeface="Times New Roman" panose="02020603050405020304"/>
              </a:rPr>
              <a:t>            K[t]=RSV[t]</a:t>
            </a:r>
            <a:endParaRPr lang="zh-CN" altLang="zh-CN" kern="100" dirty="0">
              <a:latin typeface="Calibri" panose="020F0502020204030204"/>
              <a:ea typeface="宋体" panose="02010600030101010101" pitchFamily="2" charset="-122"/>
              <a:cs typeface="Times New Roman" panose="02020603050405020304"/>
            </a:endParaRPr>
          </a:p>
          <a:p>
            <a:pPr algn="just">
              <a:spcAft>
                <a:spcPts val="0"/>
              </a:spcAft>
            </a:pPr>
            <a:r>
              <a:rPr lang="en-US" altLang="zh-CN" kern="100" dirty="0">
                <a:latin typeface="Calibri" panose="020F0502020204030204"/>
                <a:ea typeface="宋体" panose="02010600030101010101" pitchFamily="2" charset="-122"/>
                <a:cs typeface="Times New Roman" panose="02020603050405020304"/>
              </a:rPr>
              <a:t>            D[t]=RSV[t]</a:t>
            </a:r>
            <a:endParaRPr lang="zh-CN" altLang="zh-CN" kern="100" dirty="0">
              <a:latin typeface="Calibri" panose="020F0502020204030204"/>
              <a:ea typeface="宋体" panose="02010600030101010101" pitchFamily="2" charset="-122"/>
              <a:cs typeface="Times New Roman" panose="02020603050405020304"/>
            </a:endParaRPr>
          </a:p>
          <a:p>
            <a:pPr algn="just">
              <a:spcAft>
                <a:spcPts val="0"/>
              </a:spcAft>
            </a:pPr>
            <a:r>
              <a:rPr lang="en-US" altLang="zh-CN" kern="100" dirty="0">
                <a:latin typeface="Calibri" panose="020F0502020204030204"/>
                <a:ea typeface="宋体" panose="02010600030101010101" pitchFamily="2" charset="-122"/>
                <a:cs typeface="Times New Roman" panose="02020603050405020304"/>
              </a:rPr>
              <a:t>        if t&gt;0:</a:t>
            </a:r>
            <a:endParaRPr lang="zh-CN" altLang="zh-CN" kern="100" dirty="0">
              <a:latin typeface="Calibri" panose="020F0502020204030204"/>
              <a:ea typeface="宋体" panose="02010600030101010101" pitchFamily="2" charset="-122"/>
              <a:cs typeface="Times New Roman" panose="02020603050405020304"/>
            </a:endParaRPr>
          </a:p>
          <a:p>
            <a:pPr algn="just">
              <a:spcAft>
                <a:spcPts val="0"/>
              </a:spcAft>
            </a:pPr>
            <a:r>
              <a:rPr lang="en-US" altLang="zh-CN" kern="100" dirty="0">
                <a:latin typeface="Calibri" panose="020F0502020204030204"/>
                <a:ea typeface="宋体" panose="02010600030101010101" pitchFamily="2" charset="-122"/>
                <a:cs typeface="Times New Roman" panose="02020603050405020304"/>
              </a:rPr>
              <a:t>            K[t]=2/3*K[t-1]+1/3*RSV[t]</a:t>
            </a:r>
            <a:endParaRPr lang="zh-CN" altLang="zh-CN" kern="100" dirty="0">
              <a:latin typeface="Calibri" panose="020F0502020204030204"/>
              <a:ea typeface="宋体" panose="02010600030101010101" pitchFamily="2" charset="-122"/>
              <a:cs typeface="Times New Roman" panose="02020603050405020304"/>
            </a:endParaRPr>
          </a:p>
          <a:p>
            <a:pPr algn="just">
              <a:spcAft>
                <a:spcPts val="0"/>
              </a:spcAft>
            </a:pPr>
            <a:r>
              <a:rPr lang="en-US" altLang="zh-CN" kern="100" dirty="0">
                <a:latin typeface="Calibri" panose="020F0502020204030204"/>
                <a:ea typeface="宋体" panose="02010600030101010101" pitchFamily="2" charset="-122"/>
                <a:cs typeface="Times New Roman" panose="02020603050405020304"/>
              </a:rPr>
              <a:t>            D[t]=2/3*D[t-1]+1/3*K[t]</a:t>
            </a:r>
            <a:endParaRPr lang="zh-CN" altLang="zh-CN" kern="100" dirty="0">
              <a:latin typeface="Calibri" panose="020F0502020204030204"/>
              <a:ea typeface="宋体" panose="02010600030101010101" pitchFamily="2" charset="-122"/>
              <a:cs typeface="Times New Roman" panose="02020603050405020304"/>
            </a:endParaRPr>
          </a:p>
          <a:p>
            <a:pPr algn="just">
              <a:spcAft>
                <a:spcPts val="0"/>
              </a:spcAft>
            </a:pPr>
            <a:r>
              <a:rPr lang="en-US" altLang="zh-CN" kern="100" dirty="0">
                <a:latin typeface="Calibri" panose="020F0502020204030204"/>
                <a:ea typeface="宋体" panose="02010600030101010101" pitchFamily="2" charset="-122"/>
                <a:cs typeface="Times New Roman" panose="02020603050405020304"/>
              </a:rPr>
              <a:t>        J[t]=3*D[t]-2*K[t]</a:t>
            </a:r>
            <a:endParaRPr lang="zh-CN" altLang="zh-CN" kern="100" dirty="0">
              <a:latin typeface="Calibri" panose="020F0502020204030204"/>
              <a:ea typeface="宋体" panose="02010600030101010101" pitchFamily="2" charset="-122"/>
              <a:cs typeface="Times New Roman" panose="02020603050405020304"/>
            </a:endParaRPr>
          </a:p>
          <a:p>
            <a:pPr algn="just">
              <a:spcAft>
                <a:spcPts val="0"/>
              </a:spcAft>
            </a:pPr>
            <a:r>
              <a:rPr lang="en-US" altLang="zh-CN" kern="100" dirty="0">
                <a:latin typeface="Calibri" panose="020F0502020204030204"/>
                <a:ea typeface="宋体" panose="02010600030101010101" pitchFamily="2" charset="-122"/>
                <a:cs typeface="Times New Roman" panose="02020603050405020304"/>
              </a:rPr>
              <a:t>    return (K,D,J</a:t>
            </a:r>
            <a:r>
              <a:rPr lang="en-US" altLang="zh-CN" kern="100" dirty="0" smtClean="0">
                <a:latin typeface="Calibri" panose="020F0502020204030204"/>
                <a:ea typeface="宋体" panose="02010600030101010101" pitchFamily="2" charset="-122"/>
                <a:cs typeface="Times New Roman" panose="02020603050405020304"/>
              </a:rPr>
              <a:t>)</a:t>
            </a:r>
            <a:endParaRPr lang="zh-CN" altLang="zh-CN" kern="100" dirty="0">
              <a:latin typeface="Calibri" panose="020F0502020204030204"/>
              <a:ea typeface="宋体" panose="02010600030101010101" pitchFamily="2" charset="-122"/>
              <a:cs typeface="Times New Roman" panose="02020603050405020304"/>
            </a:endParaRPr>
          </a:p>
        </p:txBody>
      </p:sp>
      <p:sp>
        <p:nvSpPr>
          <p:cNvPr id="2" name="矩形 1"/>
          <p:cNvSpPr/>
          <p:nvPr/>
        </p:nvSpPr>
        <p:spPr>
          <a:xfrm>
            <a:off x="6458421" y="703552"/>
            <a:ext cx="5616624" cy="5632311"/>
          </a:xfrm>
          <a:prstGeom prst="rect">
            <a:avLst/>
          </a:prstGeom>
        </p:spPr>
        <p:txBody>
          <a:bodyPr wrap="square">
            <a:spAutoFit/>
          </a:bodyPr>
          <a:lstStyle/>
          <a:p>
            <a:pPr algn="just">
              <a:spcAft>
                <a:spcPts val="0"/>
              </a:spcAft>
            </a:pPr>
            <a:r>
              <a:rPr lang="en-US" altLang="zh-CN" kern="100" dirty="0">
                <a:latin typeface="Calibri" panose="020F0502020204030204"/>
                <a:ea typeface="宋体" panose="02010600030101010101" pitchFamily="2" charset="-122"/>
                <a:cs typeface="Times New Roman" panose="02020603050405020304"/>
              </a:rPr>
              <a:t>#</a:t>
            </a:r>
            <a:r>
              <a:rPr lang="zh-CN" altLang="zh-CN" kern="100" dirty="0">
                <a:latin typeface="Calibri" panose="020F0502020204030204"/>
                <a:ea typeface="宋体" panose="02010600030101010101" pitchFamily="2" charset="-122"/>
                <a:cs typeface="Times New Roman" panose="02020603050405020304"/>
              </a:rPr>
              <a:t>相对强弱指标的计算</a:t>
            </a:r>
            <a:endParaRPr lang="zh-CN" altLang="zh-CN" kern="100" dirty="0">
              <a:latin typeface="Calibri" panose="020F0502020204030204"/>
              <a:ea typeface="宋体" panose="02010600030101010101" pitchFamily="2" charset="-122"/>
              <a:cs typeface="Times New Roman" panose="02020603050405020304"/>
            </a:endParaRPr>
          </a:p>
          <a:p>
            <a:pPr algn="just">
              <a:spcAft>
                <a:spcPts val="0"/>
              </a:spcAft>
            </a:pPr>
            <a:r>
              <a:rPr lang="en-US" altLang="zh-CN" kern="100" dirty="0" err="1">
                <a:latin typeface="Calibri" panose="020F0502020204030204"/>
                <a:ea typeface="宋体" panose="02010600030101010101" pitchFamily="2" charset="-122"/>
                <a:cs typeface="Times New Roman" panose="02020603050405020304"/>
              </a:rPr>
              <a:t>def</a:t>
            </a:r>
            <a:r>
              <a:rPr lang="en-US" altLang="zh-CN" kern="100" dirty="0">
                <a:latin typeface="Calibri" panose="020F0502020204030204"/>
                <a:ea typeface="宋体" panose="02010600030101010101" pitchFamily="2" charset="-122"/>
                <a:cs typeface="Times New Roman" panose="02020603050405020304"/>
              </a:rPr>
              <a:t> RSI(</a:t>
            </a:r>
            <a:r>
              <a:rPr lang="en-US" altLang="zh-CN" kern="100" dirty="0" err="1">
                <a:latin typeface="Calibri" panose="020F0502020204030204"/>
                <a:ea typeface="宋体" panose="02010600030101010101" pitchFamily="2" charset="-122"/>
                <a:cs typeface="Times New Roman" panose="02020603050405020304"/>
              </a:rPr>
              <a:t>data,N</a:t>
            </a:r>
            <a:r>
              <a:rPr lang="en-US" altLang="zh-CN" kern="100" dirty="0">
                <a:latin typeface="Calibri" panose="020F0502020204030204"/>
                <a:ea typeface="宋体" panose="02010600030101010101" pitchFamily="2" charset="-122"/>
                <a:cs typeface="Times New Roman" panose="02020603050405020304"/>
              </a:rPr>
              <a:t>):</a:t>
            </a:r>
            <a:endParaRPr lang="zh-CN" altLang="zh-CN" kern="100" dirty="0">
              <a:latin typeface="Calibri" panose="020F0502020204030204"/>
              <a:ea typeface="宋体" panose="02010600030101010101" pitchFamily="2" charset="-122"/>
              <a:cs typeface="Times New Roman" panose="02020603050405020304"/>
            </a:endParaRPr>
          </a:p>
          <a:p>
            <a:pPr algn="just">
              <a:spcAft>
                <a:spcPts val="0"/>
              </a:spcAft>
            </a:pPr>
            <a:r>
              <a:rPr lang="en-US" altLang="zh-CN" kern="100" dirty="0">
                <a:latin typeface="Calibri" panose="020F0502020204030204"/>
                <a:ea typeface="宋体" panose="02010600030101010101" pitchFamily="2" charset="-122"/>
                <a:cs typeface="Times New Roman" panose="02020603050405020304"/>
              </a:rPr>
              <a:t>    import </a:t>
            </a:r>
            <a:r>
              <a:rPr lang="en-US" altLang="zh-CN" kern="100" dirty="0" err="1">
                <a:latin typeface="Calibri" panose="020F0502020204030204"/>
                <a:ea typeface="宋体" panose="02010600030101010101" pitchFamily="2" charset="-122"/>
                <a:cs typeface="Times New Roman" panose="02020603050405020304"/>
              </a:rPr>
              <a:t>numpy</a:t>
            </a:r>
            <a:r>
              <a:rPr lang="en-US" altLang="zh-CN" kern="100" dirty="0">
                <a:latin typeface="Calibri" panose="020F0502020204030204"/>
                <a:ea typeface="宋体" panose="02010600030101010101" pitchFamily="2" charset="-122"/>
                <a:cs typeface="Times New Roman" panose="02020603050405020304"/>
              </a:rPr>
              <a:t> as </a:t>
            </a:r>
            <a:r>
              <a:rPr lang="en-US" altLang="zh-CN" kern="100" dirty="0" err="1">
                <a:latin typeface="Calibri" panose="020F0502020204030204"/>
                <a:ea typeface="宋体" panose="02010600030101010101" pitchFamily="2" charset="-122"/>
                <a:cs typeface="Times New Roman" panose="02020603050405020304"/>
              </a:rPr>
              <a:t>np</a:t>
            </a:r>
            <a:endParaRPr lang="zh-CN" altLang="zh-CN" kern="100" dirty="0">
              <a:latin typeface="Calibri" panose="020F0502020204030204"/>
              <a:ea typeface="宋体" panose="02010600030101010101" pitchFamily="2" charset="-122"/>
              <a:cs typeface="Times New Roman" panose="02020603050405020304"/>
            </a:endParaRPr>
          </a:p>
          <a:p>
            <a:pPr algn="just">
              <a:spcAft>
                <a:spcPts val="0"/>
              </a:spcAft>
            </a:pPr>
            <a:r>
              <a:rPr lang="en-US" altLang="zh-CN" kern="100" dirty="0">
                <a:latin typeface="Calibri" panose="020F0502020204030204"/>
                <a:ea typeface="宋体" panose="02010600030101010101" pitchFamily="2" charset="-122"/>
                <a:cs typeface="Times New Roman" panose="02020603050405020304"/>
              </a:rPr>
              <a:t>    z=</a:t>
            </a:r>
            <a:r>
              <a:rPr lang="en-US" altLang="zh-CN" kern="100" dirty="0" err="1">
                <a:latin typeface="Calibri" panose="020F0502020204030204"/>
                <a:ea typeface="宋体" panose="02010600030101010101" pitchFamily="2" charset="-122"/>
                <a:cs typeface="Times New Roman" panose="02020603050405020304"/>
              </a:rPr>
              <a:t>np.zeros</a:t>
            </a:r>
            <a:r>
              <a:rPr lang="en-US" altLang="zh-CN" kern="100" dirty="0">
                <a:latin typeface="Calibri" panose="020F0502020204030204"/>
                <a:ea typeface="宋体" panose="02010600030101010101" pitchFamily="2" charset="-122"/>
                <a:cs typeface="Times New Roman" panose="02020603050405020304"/>
              </a:rPr>
              <a:t>(</a:t>
            </a:r>
            <a:r>
              <a:rPr lang="en-US" altLang="zh-CN" kern="100" dirty="0" err="1">
                <a:latin typeface="Calibri" panose="020F0502020204030204"/>
                <a:ea typeface="宋体" panose="02010600030101010101" pitchFamily="2" charset="-122"/>
                <a:cs typeface="Times New Roman" panose="02020603050405020304"/>
              </a:rPr>
              <a:t>len</a:t>
            </a:r>
            <a:r>
              <a:rPr lang="en-US" altLang="zh-CN" kern="100" dirty="0">
                <a:latin typeface="Calibri" panose="020F0502020204030204"/>
                <a:ea typeface="宋体" panose="02010600030101010101" pitchFamily="2" charset="-122"/>
                <a:cs typeface="Times New Roman" panose="02020603050405020304"/>
              </a:rPr>
              <a:t>(data)-1) </a:t>
            </a:r>
            <a:endParaRPr lang="zh-CN" altLang="zh-CN" kern="100" dirty="0">
              <a:latin typeface="Calibri" panose="020F0502020204030204"/>
              <a:ea typeface="宋体" panose="02010600030101010101" pitchFamily="2" charset="-122"/>
              <a:cs typeface="Times New Roman" panose="02020603050405020304"/>
            </a:endParaRPr>
          </a:p>
          <a:p>
            <a:pPr algn="just">
              <a:spcAft>
                <a:spcPts val="0"/>
              </a:spcAft>
            </a:pPr>
            <a:r>
              <a:rPr lang="en-US" altLang="zh-CN" kern="100" dirty="0">
                <a:latin typeface="Calibri" panose="020F0502020204030204"/>
                <a:ea typeface="宋体" panose="02010600030101010101" pitchFamily="2" charset="-122"/>
                <a:cs typeface="Times New Roman" panose="02020603050405020304"/>
              </a:rPr>
              <a:t>    z[</a:t>
            </a:r>
            <a:r>
              <a:rPr lang="en-US" altLang="zh-CN" kern="100" dirty="0" err="1">
                <a:latin typeface="Calibri" panose="020F0502020204030204"/>
                <a:ea typeface="宋体" panose="02010600030101010101" pitchFamily="2" charset="-122"/>
                <a:cs typeface="Times New Roman" panose="02020603050405020304"/>
              </a:rPr>
              <a:t>data.iloc</a:t>
            </a:r>
            <a:r>
              <a:rPr lang="en-US" altLang="zh-CN" kern="100" dirty="0">
                <a:latin typeface="Calibri" panose="020F0502020204030204"/>
                <a:ea typeface="宋体" panose="02010600030101010101" pitchFamily="2" charset="-122"/>
                <a:cs typeface="Times New Roman" panose="02020603050405020304"/>
              </a:rPr>
              <a:t>[1:,2].values-</a:t>
            </a:r>
            <a:r>
              <a:rPr lang="en-US" altLang="zh-CN" kern="100" dirty="0" err="1">
                <a:latin typeface="Calibri" panose="020F0502020204030204"/>
                <a:ea typeface="宋体" panose="02010600030101010101" pitchFamily="2" charset="-122"/>
                <a:cs typeface="Times New Roman" panose="02020603050405020304"/>
              </a:rPr>
              <a:t>data.iloc</a:t>
            </a:r>
            <a:r>
              <a:rPr lang="en-US" altLang="zh-CN" kern="100" dirty="0">
                <a:latin typeface="Calibri" panose="020F0502020204030204"/>
                <a:ea typeface="宋体" panose="02010600030101010101" pitchFamily="2" charset="-122"/>
                <a:cs typeface="Times New Roman" panose="02020603050405020304"/>
              </a:rPr>
              <a:t>[0:-1,2].values&gt;=0]=1</a:t>
            </a:r>
            <a:endParaRPr lang="zh-CN" altLang="zh-CN" kern="100" dirty="0">
              <a:latin typeface="Calibri" panose="020F0502020204030204"/>
              <a:ea typeface="宋体" panose="02010600030101010101" pitchFamily="2" charset="-122"/>
              <a:cs typeface="Times New Roman" panose="02020603050405020304"/>
            </a:endParaRPr>
          </a:p>
          <a:p>
            <a:pPr algn="just">
              <a:spcAft>
                <a:spcPts val="0"/>
              </a:spcAft>
            </a:pPr>
            <a:r>
              <a:rPr lang="en-US" altLang="zh-CN" kern="100" dirty="0">
                <a:latin typeface="Calibri" panose="020F0502020204030204"/>
                <a:ea typeface="宋体" panose="02010600030101010101" pitchFamily="2" charset="-122"/>
                <a:cs typeface="Times New Roman" panose="02020603050405020304"/>
              </a:rPr>
              <a:t>    z[</a:t>
            </a:r>
            <a:r>
              <a:rPr lang="en-US" altLang="zh-CN" kern="100" dirty="0" err="1">
                <a:latin typeface="Calibri" panose="020F0502020204030204"/>
                <a:ea typeface="宋体" panose="02010600030101010101" pitchFamily="2" charset="-122"/>
                <a:cs typeface="Times New Roman" panose="02020603050405020304"/>
              </a:rPr>
              <a:t>data.iloc</a:t>
            </a:r>
            <a:r>
              <a:rPr lang="en-US" altLang="zh-CN" kern="100" dirty="0">
                <a:latin typeface="Calibri" panose="020F0502020204030204"/>
                <a:ea typeface="宋体" panose="02010600030101010101" pitchFamily="2" charset="-122"/>
                <a:cs typeface="Times New Roman" panose="02020603050405020304"/>
              </a:rPr>
              <a:t>[1:,2].values-</a:t>
            </a:r>
            <a:r>
              <a:rPr lang="en-US" altLang="zh-CN" kern="100" dirty="0" err="1">
                <a:latin typeface="Calibri" panose="020F0502020204030204"/>
                <a:ea typeface="宋体" panose="02010600030101010101" pitchFamily="2" charset="-122"/>
                <a:cs typeface="Times New Roman" panose="02020603050405020304"/>
              </a:rPr>
              <a:t>data.iloc</a:t>
            </a:r>
            <a:r>
              <a:rPr lang="en-US" altLang="zh-CN" kern="100" dirty="0">
                <a:latin typeface="Calibri" panose="020F0502020204030204"/>
                <a:ea typeface="宋体" panose="02010600030101010101" pitchFamily="2" charset="-122"/>
                <a:cs typeface="Times New Roman" panose="02020603050405020304"/>
              </a:rPr>
              <a:t>[0:-1,2].values&lt;0]=-1</a:t>
            </a:r>
            <a:endParaRPr lang="zh-CN" altLang="zh-CN" kern="100" dirty="0">
              <a:latin typeface="Calibri" panose="020F0502020204030204"/>
              <a:ea typeface="宋体" panose="02010600030101010101" pitchFamily="2" charset="-122"/>
              <a:cs typeface="Times New Roman" panose="02020603050405020304"/>
            </a:endParaRPr>
          </a:p>
          <a:p>
            <a:pPr algn="just">
              <a:spcAft>
                <a:spcPts val="0"/>
              </a:spcAft>
            </a:pPr>
            <a:r>
              <a:rPr lang="en-US" altLang="zh-CN" kern="100" dirty="0">
                <a:latin typeface="Calibri" panose="020F0502020204030204"/>
                <a:ea typeface="宋体" panose="02010600030101010101" pitchFamily="2" charset="-122"/>
                <a:cs typeface="Times New Roman" panose="02020603050405020304"/>
              </a:rPr>
              <a:t>    z1=</a:t>
            </a:r>
            <a:r>
              <a:rPr lang="en-US" altLang="zh-CN" kern="100" dirty="0" err="1">
                <a:latin typeface="Calibri" panose="020F0502020204030204"/>
                <a:ea typeface="宋体" panose="02010600030101010101" pitchFamily="2" charset="-122"/>
                <a:cs typeface="Times New Roman" panose="02020603050405020304"/>
              </a:rPr>
              <a:t>pd.rolling_sum</a:t>
            </a:r>
            <a:r>
              <a:rPr lang="en-US" altLang="zh-CN" kern="100" dirty="0">
                <a:latin typeface="Calibri" panose="020F0502020204030204"/>
                <a:ea typeface="宋体" panose="02010600030101010101" pitchFamily="2" charset="-122"/>
                <a:cs typeface="Times New Roman" panose="02020603050405020304"/>
              </a:rPr>
              <a:t>(z==1,N)</a:t>
            </a:r>
            <a:endParaRPr lang="zh-CN" altLang="zh-CN" kern="100" dirty="0">
              <a:latin typeface="Calibri" panose="020F0502020204030204"/>
              <a:ea typeface="宋体" panose="02010600030101010101" pitchFamily="2" charset="-122"/>
              <a:cs typeface="Times New Roman" panose="02020603050405020304"/>
            </a:endParaRPr>
          </a:p>
          <a:p>
            <a:pPr algn="just">
              <a:spcAft>
                <a:spcPts val="0"/>
              </a:spcAft>
            </a:pPr>
            <a:r>
              <a:rPr lang="en-US" altLang="zh-CN" kern="100" dirty="0">
                <a:latin typeface="Calibri" panose="020F0502020204030204"/>
                <a:ea typeface="宋体" panose="02010600030101010101" pitchFamily="2" charset="-122"/>
                <a:cs typeface="Times New Roman" panose="02020603050405020304"/>
              </a:rPr>
              <a:t>    z2=</a:t>
            </a:r>
            <a:r>
              <a:rPr lang="en-US" altLang="zh-CN" kern="100" dirty="0" err="1">
                <a:latin typeface="Calibri" panose="020F0502020204030204"/>
                <a:ea typeface="宋体" panose="02010600030101010101" pitchFamily="2" charset="-122"/>
                <a:cs typeface="Times New Roman" panose="02020603050405020304"/>
              </a:rPr>
              <a:t>pd.rolling_sum</a:t>
            </a:r>
            <a:r>
              <a:rPr lang="en-US" altLang="zh-CN" kern="100" dirty="0">
                <a:latin typeface="Calibri" panose="020F0502020204030204"/>
                <a:ea typeface="宋体" panose="02010600030101010101" pitchFamily="2" charset="-122"/>
                <a:cs typeface="Times New Roman" panose="02020603050405020304"/>
              </a:rPr>
              <a:t>(z==-1,N)</a:t>
            </a:r>
            <a:endParaRPr lang="zh-CN" altLang="zh-CN" kern="100" dirty="0">
              <a:latin typeface="Calibri" panose="020F0502020204030204"/>
              <a:ea typeface="宋体" panose="02010600030101010101" pitchFamily="2" charset="-122"/>
              <a:cs typeface="Times New Roman" panose="02020603050405020304"/>
            </a:endParaRPr>
          </a:p>
          <a:p>
            <a:pPr algn="just">
              <a:spcAft>
                <a:spcPts val="0"/>
              </a:spcAft>
            </a:pPr>
            <a:r>
              <a:rPr lang="en-US" altLang="zh-CN" kern="100" dirty="0">
                <a:latin typeface="Calibri" panose="020F0502020204030204"/>
                <a:ea typeface="宋体" panose="02010600030101010101" pitchFamily="2" charset="-122"/>
                <a:cs typeface="Times New Roman" panose="02020603050405020304"/>
              </a:rPr>
              <a:t>    </a:t>
            </a:r>
            <a:r>
              <a:rPr lang="en-US" altLang="zh-CN" kern="100" dirty="0" err="1">
                <a:latin typeface="Calibri" panose="020F0502020204030204"/>
                <a:ea typeface="宋体" panose="02010600030101010101" pitchFamily="2" charset="-122"/>
                <a:cs typeface="Times New Roman" panose="02020603050405020304"/>
              </a:rPr>
              <a:t>rsi</a:t>
            </a:r>
            <a:r>
              <a:rPr lang="en-US" altLang="zh-CN" kern="100" dirty="0">
                <a:latin typeface="Calibri" panose="020F0502020204030204"/>
                <a:ea typeface="宋体" panose="02010600030101010101" pitchFamily="2" charset="-122"/>
                <a:cs typeface="Times New Roman" panose="02020603050405020304"/>
              </a:rPr>
              <a:t>=</a:t>
            </a:r>
            <a:r>
              <a:rPr lang="en-US" altLang="zh-CN" kern="100" dirty="0" err="1">
                <a:latin typeface="Calibri" panose="020F0502020204030204"/>
                <a:ea typeface="宋体" panose="02010600030101010101" pitchFamily="2" charset="-122"/>
                <a:cs typeface="Times New Roman" panose="02020603050405020304"/>
              </a:rPr>
              <a:t>np.zeros</a:t>
            </a:r>
            <a:r>
              <a:rPr lang="en-US" altLang="zh-CN" kern="100" dirty="0">
                <a:latin typeface="Calibri" panose="020F0502020204030204"/>
                <a:ea typeface="宋体" panose="02010600030101010101" pitchFamily="2" charset="-122"/>
                <a:cs typeface="Times New Roman" panose="02020603050405020304"/>
              </a:rPr>
              <a:t>((</a:t>
            </a:r>
            <a:r>
              <a:rPr lang="en-US" altLang="zh-CN" kern="100" dirty="0" err="1">
                <a:latin typeface="Calibri" panose="020F0502020204030204"/>
                <a:ea typeface="宋体" panose="02010600030101010101" pitchFamily="2" charset="-122"/>
                <a:cs typeface="Times New Roman" panose="02020603050405020304"/>
              </a:rPr>
              <a:t>len</a:t>
            </a:r>
            <a:r>
              <a:rPr lang="en-US" altLang="zh-CN" kern="100" dirty="0">
                <a:latin typeface="Calibri" panose="020F0502020204030204"/>
                <a:ea typeface="宋体" panose="02010600030101010101" pitchFamily="2" charset="-122"/>
                <a:cs typeface="Times New Roman" panose="02020603050405020304"/>
              </a:rPr>
              <a:t>(data)))</a:t>
            </a:r>
            <a:endParaRPr lang="zh-CN" altLang="zh-CN" kern="100" dirty="0">
              <a:latin typeface="Calibri" panose="020F0502020204030204"/>
              <a:ea typeface="宋体" panose="02010600030101010101" pitchFamily="2" charset="-122"/>
              <a:cs typeface="Times New Roman" panose="02020603050405020304"/>
            </a:endParaRPr>
          </a:p>
          <a:p>
            <a:pPr algn="just">
              <a:spcAft>
                <a:spcPts val="0"/>
              </a:spcAft>
            </a:pPr>
            <a:r>
              <a:rPr lang="en-US" altLang="zh-CN" kern="100" dirty="0">
                <a:latin typeface="Calibri" panose="020F0502020204030204"/>
                <a:ea typeface="宋体" panose="02010600030101010101" pitchFamily="2" charset="-122"/>
                <a:cs typeface="Times New Roman" panose="02020603050405020304"/>
              </a:rPr>
              <a:t>    for t in range(N-1,len(data)-1):</a:t>
            </a:r>
            <a:endParaRPr lang="zh-CN" altLang="zh-CN" kern="100" dirty="0">
              <a:latin typeface="Calibri" panose="020F0502020204030204"/>
              <a:ea typeface="宋体" panose="02010600030101010101" pitchFamily="2" charset="-122"/>
              <a:cs typeface="Times New Roman" panose="02020603050405020304"/>
            </a:endParaRPr>
          </a:p>
          <a:p>
            <a:pPr algn="just">
              <a:spcAft>
                <a:spcPts val="0"/>
              </a:spcAft>
            </a:pPr>
            <a:r>
              <a:rPr lang="en-US" altLang="zh-CN" kern="100" dirty="0">
                <a:latin typeface="Calibri" panose="020F0502020204030204"/>
                <a:ea typeface="宋体" panose="02010600030101010101" pitchFamily="2" charset="-122"/>
                <a:cs typeface="Times New Roman" panose="02020603050405020304"/>
              </a:rPr>
              <a:t>        </a:t>
            </a:r>
            <a:r>
              <a:rPr lang="zh-CN" altLang="en-US" kern="100" dirty="0">
                <a:latin typeface="Calibri" panose="020F0502020204030204"/>
                <a:ea typeface="宋体" panose="02010600030101010101" pitchFamily="2" charset="-122"/>
                <a:cs typeface="Times New Roman" panose="02020603050405020304"/>
              </a:rPr>
              <a:t>　</a:t>
            </a:r>
            <a:r>
              <a:rPr lang="en-US" altLang="zh-CN" kern="100" dirty="0" err="1">
                <a:latin typeface="Calibri" panose="020F0502020204030204"/>
                <a:ea typeface="宋体" panose="02010600030101010101" pitchFamily="2" charset="-122"/>
                <a:cs typeface="Times New Roman" panose="02020603050405020304"/>
              </a:rPr>
              <a:t>rsi</a:t>
            </a:r>
            <a:r>
              <a:rPr lang="en-US" altLang="zh-CN" kern="100" dirty="0">
                <a:latin typeface="Calibri" panose="020F0502020204030204"/>
                <a:ea typeface="宋体" panose="02010600030101010101" pitchFamily="2" charset="-122"/>
                <a:cs typeface="Times New Roman" panose="02020603050405020304"/>
              </a:rPr>
              <a:t>[t]=z1[t]/(z1[t]+z2[t])</a:t>
            </a:r>
            <a:endParaRPr lang="zh-CN" altLang="zh-CN" kern="100" dirty="0">
              <a:latin typeface="Calibri" panose="020F0502020204030204"/>
              <a:ea typeface="宋体" panose="02010600030101010101" pitchFamily="2" charset="-122"/>
              <a:cs typeface="Times New Roman" panose="02020603050405020304"/>
            </a:endParaRPr>
          </a:p>
          <a:p>
            <a:pPr algn="just">
              <a:spcAft>
                <a:spcPts val="0"/>
              </a:spcAft>
            </a:pPr>
            <a:r>
              <a:rPr lang="en-US" altLang="zh-CN" kern="100" dirty="0">
                <a:latin typeface="Calibri" panose="020F0502020204030204"/>
                <a:ea typeface="宋体" panose="02010600030101010101" pitchFamily="2" charset="-122"/>
                <a:cs typeface="Times New Roman" panose="02020603050405020304"/>
              </a:rPr>
              <a:t>    return </a:t>
            </a:r>
            <a:r>
              <a:rPr lang="en-US" altLang="zh-CN" kern="100" dirty="0" err="1">
                <a:latin typeface="Calibri" panose="020F0502020204030204"/>
                <a:ea typeface="宋体" panose="02010600030101010101" pitchFamily="2" charset="-122"/>
                <a:cs typeface="Times New Roman" panose="02020603050405020304"/>
              </a:rPr>
              <a:t>rsi</a:t>
            </a:r>
            <a:endParaRPr lang="zh-CN" altLang="zh-CN" kern="100" dirty="0">
              <a:latin typeface="Calibri" panose="020F0502020204030204"/>
              <a:ea typeface="宋体" panose="02010600030101010101" pitchFamily="2" charset="-122"/>
              <a:cs typeface="Times New Roman" panose="02020603050405020304"/>
            </a:endParaRPr>
          </a:p>
          <a:p>
            <a:pPr algn="just">
              <a:spcAft>
                <a:spcPts val="0"/>
              </a:spcAft>
            </a:pPr>
            <a:r>
              <a:rPr lang="en-US" altLang="zh-CN" kern="100" dirty="0">
                <a:latin typeface="Calibri" panose="020F0502020204030204"/>
                <a:ea typeface="宋体" panose="02010600030101010101" pitchFamily="2" charset="-122"/>
                <a:cs typeface="Times New Roman" panose="02020603050405020304"/>
              </a:rPr>
              <a:t>#</a:t>
            </a:r>
            <a:r>
              <a:rPr lang="zh-CN" altLang="zh-CN" kern="100" dirty="0">
                <a:latin typeface="Calibri" panose="020F0502020204030204"/>
                <a:ea typeface="宋体" panose="02010600030101010101" pitchFamily="2" charset="-122"/>
                <a:cs typeface="Times New Roman" panose="02020603050405020304"/>
              </a:rPr>
              <a:t>乖离率指标</a:t>
            </a:r>
            <a:endParaRPr lang="zh-CN" altLang="zh-CN" kern="100" dirty="0">
              <a:latin typeface="Calibri" panose="020F0502020204030204"/>
              <a:ea typeface="宋体" panose="02010600030101010101" pitchFamily="2" charset="-122"/>
              <a:cs typeface="Times New Roman" panose="02020603050405020304"/>
            </a:endParaRPr>
          </a:p>
          <a:p>
            <a:pPr algn="just">
              <a:spcAft>
                <a:spcPts val="0"/>
              </a:spcAft>
            </a:pPr>
            <a:r>
              <a:rPr lang="en-US" altLang="zh-CN" kern="100" dirty="0" err="1">
                <a:latin typeface="Calibri" panose="020F0502020204030204"/>
                <a:ea typeface="宋体" panose="02010600030101010101" pitchFamily="2" charset="-122"/>
                <a:cs typeface="Times New Roman" panose="02020603050405020304"/>
              </a:rPr>
              <a:t>def</a:t>
            </a:r>
            <a:r>
              <a:rPr lang="en-US" altLang="zh-CN" kern="100" dirty="0">
                <a:latin typeface="Calibri" panose="020F0502020204030204"/>
                <a:ea typeface="宋体" panose="02010600030101010101" pitchFamily="2" charset="-122"/>
                <a:cs typeface="Times New Roman" panose="02020603050405020304"/>
              </a:rPr>
              <a:t> BIAS(</a:t>
            </a:r>
            <a:r>
              <a:rPr lang="en-US" altLang="zh-CN" kern="100" dirty="0" err="1">
                <a:latin typeface="Calibri" panose="020F0502020204030204"/>
                <a:ea typeface="宋体" panose="02010600030101010101" pitchFamily="2" charset="-122"/>
                <a:cs typeface="Times New Roman" panose="02020603050405020304"/>
              </a:rPr>
              <a:t>data,N</a:t>
            </a:r>
            <a:r>
              <a:rPr lang="en-US" altLang="zh-CN" kern="100" dirty="0">
                <a:latin typeface="Calibri" panose="020F0502020204030204"/>
                <a:ea typeface="宋体" panose="02010600030101010101" pitchFamily="2" charset="-122"/>
                <a:cs typeface="Times New Roman" panose="02020603050405020304"/>
              </a:rPr>
              <a:t>):</a:t>
            </a:r>
            <a:endParaRPr lang="zh-CN" altLang="zh-CN" kern="100" dirty="0">
              <a:latin typeface="Calibri" panose="020F0502020204030204"/>
              <a:ea typeface="宋体" panose="02010600030101010101" pitchFamily="2" charset="-122"/>
              <a:cs typeface="Times New Roman" panose="02020603050405020304"/>
            </a:endParaRPr>
          </a:p>
          <a:p>
            <a:pPr algn="just">
              <a:spcAft>
                <a:spcPts val="0"/>
              </a:spcAft>
            </a:pPr>
            <a:r>
              <a:rPr lang="en-US" altLang="zh-CN" kern="100" dirty="0">
                <a:latin typeface="Calibri" panose="020F0502020204030204"/>
                <a:ea typeface="宋体" panose="02010600030101010101" pitchFamily="2" charset="-122"/>
                <a:cs typeface="Times New Roman" panose="02020603050405020304"/>
              </a:rPr>
              <a:t>    import </a:t>
            </a:r>
            <a:r>
              <a:rPr lang="en-US" altLang="zh-CN" kern="100" dirty="0" err="1">
                <a:latin typeface="Calibri" panose="020F0502020204030204"/>
                <a:ea typeface="宋体" panose="02010600030101010101" pitchFamily="2" charset="-122"/>
                <a:cs typeface="Times New Roman" panose="02020603050405020304"/>
              </a:rPr>
              <a:t>numpy</a:t>
            </a:r>
            <a:r>
              <a:rPr lang="en-US" altLang="zh-CN" kern="100" dirty="0">
                <a:latin typeface="Calibri" panose="020F0502020204030204"/>
                <a:ea typeface="宋体" panose="02010600030101010101" pitchFamily="2" charset="-122"/>
                <a:cs typeface="Times New Roman" panose="02020603050405020304"/>
              </a:rPr>
              <a:t> as </a:t>
            </a:r>
            <a:r>
              <a:rPr lang="en-US" altLang="zh-CN" kern="100" dirty="0" err="1">
                <a:latin typeface="Calibri" panose="020F0502020204030204"/>
                <a:ea typeface="宋体" panose="02010600030101010101" pitchFamily="2" charset="-122"/>
                <a:cs typeface="Times New Roman" panose="02020603050405020304"/>
              </a:rPr>
              <a:t>np</a:t>
            </a:r>
            <a:endParaRPr lang="zh-CN" altLang="zh-CN" kern="100" dirty="0">
              <a:latin typeface="Calibri" panose="020F0502020204030204"/>
              <a:ea typeface="宋体" panose="02010600030101010101" pitchFamily="2" charset="-122"/>
              <a:cs typeface="Times New Roman" panose="02020603050405020304"/>
            </a:endParaRPr>
          </a:p>
          <a:p>
            <a:pPr algn="just">
              <a:spcAft>
                <a:spcPts val="0"/>
              </a:spcAft>
            </a:pPr>
            <a:r>
              <a:rPr lang="en-US" altLang="zh-CN" kern="100" dirty="0">
                <a:latin typeface="Calibri" panose="020F0502020204030204"/>
                <a:ea typeface="宋体" panose="02010600030101010101" pitchFamily="2" charset="-122"/>
                <a:cs typeface="Times New Roman" panose="02020603050405020304"/>
              </a:rPr>
              <a:t>    bias=</a:t>
            </a:r>
            <a:r>
              <a:rPr lang="en-US" altLang="zh-CN" kern="100" dirty="0" err="1">
                <a:latin typeface="Calibri" panose="020F0502020204030204"/>
                <a:ea typeface="宋体" panose="02010600030101010101" pitchFamily="2" charset="-122"/>
                <a:cs typeface="Times New Roman" panose="02020603050405020304"/>
              </a:rPr>
              <a:t>np.zeros</a:t>
            </a:r>
            <a:r>
              <a:rPr lang="en-US" altLang="zh-CN" kern="100" dirty="0">
                <a:latin typeface="Calibri" panose="020F0502020204030204"/>
                <a:ea typeface="宋体" panose="02010600030101010101" pitchFamily="2" charset="-122"/>
                <a:cs typeface="Times New Roman" panose="02020603050405020304"/>
              </a:rPr>
              <a:t>((</a:t>
            </a:r>
            <a:r>
              <a:rPr lang="en-US" altLang="zh-CN" kern="100" dirty="0" err="1">
                <a:latin typeface="Calibri" panose="020F0502020204030204"/>
                <a:ea typeface="宋体" panose="02010600030101010101" pitchFamily="2" charset="-122"/>
                <a:cs typeface="Times New Roman" panose="02020603050405020304"/>
              </a:rPr>
              <a:t>len</a:t>
            </a:r>
            <a:r>
              <a:rPr lang="en-US" altLang="zh-CN" kern="100" dirty="0">
                <a:latin typeface="Calibri" panose="020F0502020204030204"/>
                <a:ea typeface="宋体" panose="02010600030101010101" pitchFamily="2" charset="-122"/>
                <a:cs typeface="Times New Roman" panose="02020603050405020304"/>
              </a:rPr>
              <a:t>(data)))</a:t>
            </a:r>
            <a:endParaRPr lang="zh-CN" altLang="zh-CN" kern="100" dirty="0">
              <a:latin typeface="Calibri" panose="020F0502020204030204"/>
              <a:ea typeface="宋体" panose="02010600030101010101" pitchFamily="2" charset="-122"/>
              <a:cs typeface="Times New Roman" panose="02020603050405020304"/>
            </a:endParaRPr>
          </a:p>
          <a:p>
            <a:pPr algn="just">
              <a:spcAft>
                <a:spcPts val="0"/>
              </a:spcAft>
            </a:pPr>
            <a:r>
              <a:rPr lang="en-US" altLang="zh-CN" kern="100" dirty="0">
                <a:latin typeface="Calibri" panose="020F0502020204030204"/>
                <a:ea typeface="宋体" panose="02010600030101010101" pitchFamily="2" charset="-122"/>
                <a:cs typeface="Times New Roman" panose="02020603050405020304"/>
              </a:rPr>
              <a:t>    man=</a:t>
            </a:r>
            <a:r>
              <a:rPr lang="en-US" altLang="zh-CN" kern="100" dirty="0" err="1">
                <a:latin typeface="Calibri" panose="020F0502020204030204"/>
                <a:ea typeface="宋体" panose="02010600030101010101" pitchFamily="2" charset="-122"/>
                <a:cs typeface="Times New Roman" panose="02020603050405020304"/>
              </a:rPr>
              <a:t>pd.rolling_mean</a:t>
            </a:r>
            <a:r>
              <a:rPr lang="en-US" altLang="zh-CN" kern="100" dirty="0">
                <a:latin typeface="Calibri" panose="020F0502020204030204"/>
                <a:ea typeface="宋体" panose="02010600030101010101" pitchFamily="2" charset="-122"/>
                <a:cs typeface="Times New Roman" panose="02020603050405020304"/>
              </a:rPr>
              <a:t>(</a:t>
            </a:r>
            <a:r>
              <a:rPr lang="en-US" altLang="zh-CN" kern="100" dirty="0" err="1">
                <a:latin typeface="Calibri" panose="020F0502020204030204"/>
                <a:ea typeface="宋体" panose="02010600030101010101" pitchFamily="2" charset="-122"/>
                <a:cs typeface="Times New Roman" panose="02020603050405020304"/>
              </a:rPr>
              <a:t>data.iloc</a:t>
            </a:r>
            <a:r>
              <a:rPr lang="en-US" altLang="zh-CN" kern="100" dirty="0">
                <a:latin typeface="Calibri" panose="020F0502020204030204"/>
                <a:ea typeface="宋体" panose="02010600030101010101" pitchFamily="2" charset="-122"/>
                <a:cs typeface="Times New Roman" panose="02020603050405020304"/>
              </a:rPr>
              <a:t>[:,2].</a:t>
            </a:r>
            <a:r>
              <a:rPr lang="en-US" altLang="zh-CN" kern="100" dirty="0" err="1">
                <a:latin typeface="Calibri" panose="020F0502020204030204"/>
                <a:ea typeface="宋体" panose="02010600030101010101" pitchFamily="2" charset="-122"/>
                <a:cs typeface="Times New Roman" panose="02020603050405020304"/>
              </a:rPr>
              <a:t>values,N</a:t>
            </a:r>
            <a:r>
              <a:rPr lang="en-US" altLang="zh-CN" kern="100" dirty="0">
                <a:latin typeface="Calibri" panose="020F0502020204030204"/>
                <a:ea typeface="宋体" panose="02010600030101010101" pitchFamily="2" charset="-122"/>
                <a:cs typeface="Times New Roman" panose="02020603050405020304"/>
              </a:rPr>
              <a:t>)</a:t>
            </a:r>
            <a:endParaRPr lang="zh-CN" altLang="zh-CN" kern="100" dirty="0">
              <a:latin typeface="Calibri" panose="020F0502020204030204"/>
              <a:ea typeface="宋体" panose="02010600030101010101" pitchFamily="2" charset="-122"/>
              <a:cs typeface="Times New Roman" panose="02020603050405020304"/>
            </a:endParaRPr>
          </a:p>
          <a:p>
            <a:pPr algn="just">
              <a:spcAft>
                <a:spcPts val="0"/>
              </a:spcAft>
            </a:pPr>
            <a:r>
              <a:rPr lang="en-US" altLang="zh-CN" kern="100" dirty="0">
                <a:latin typeface="Calibri" panose="020F0502020204030204"/>
                <a:ea typeface="宋体" panose="02010600030101010101" pitchFamily="2" charset="-122"/>
                <a:cs typeface="Times New Roman" panose="02020603050405020304"/>
              </a:rPr>
              <a:t>    for t in range(N-1,len(data)):</a:t>
            </a:r>
            <a:endParaRPr lang="zh-CN" altLang="zh-CN" kern="100" dirty="0">
              <a:latin typeface="Calibri" panose="020F0502020204030204"/>
              <a:ea typeface="宋体" panose="02010600030101010101" pitchFamily="2" charset="-122"/>
              <a:cs typeface="Times New Roman" panose="02020603050405020304"/>
            </a:endParaRPr>
          </a:p>
          <a:p>
            <a:pPr algn="just">
              <a:spcAft>
                <a:spcPts val="0"/>
              </a:spcAft>
            </a:pPr>
            <a:r>
              <a:rPr lang="en-US" altLang="zh-CN" kern="100" dirty="0">
                <a:latin typeface="Calibri" panose="020F0502020204030204"/>
                <a:ea typeface="宋体" panose="02010600030101010101" pitchFamily="2" charset="-122"/>
                <a:cs typeface="Times New Roman" panose="02020603050405020304"/>
              </a:rPr>
              <a:t>        </a:t>
            </a:r>
            <a:r>
              <a:rPr lang="zh-CN" altLang="en-US" kern="100" dirty="0">
                <a:latin typeface="Calibri" panose="020F0502020204030204"/>
                <a:ea typeface="宋体" panose="02010600030101010101" pitchFamily="2" charset="-122"/>
                <a:cs typeface="Times New Roman" panose="02020603050405020304"/>
              </a:rPr>
              <a:t>　</a:t>
            </a:r>
            <a:r>
              <a:rPr lang="en-US" altLang="zh-CN" kern="100" dirty="0">
                <a:latin typeface="Calibri" panose="020F0502020204030204"/>
                <a:ea typeface="宋体" panose="02010600030101010101" pitchFamily="2" charset="-122"/>
                <a:cs typeface="Times New Roman" panose="02020603050405020304"/>
              </a:rPr>
              <a:t>bias[t]=(</a:t>
            </a:r>
            <a:r>
              <a:rPr lang="en-US" altLang="zh-CN" kern="100" dirty="0" err="1">
                <a:latin typeface="Calibri" panose="020F0502020204030204"/>
                <a:ea typeface="宋体" panose="02010600030101010101" pitchFamily="2" charset="-122"/>
                <a:cs typeface="Times New Roman" panose="02020603050405020304"/>
              </a:rPr>
              <a:t>data.iloc</a:t>
            </a:r>
            <a:r>
              <a:rPr lang="en-US" altLang="zh-CN" kern="100" dirty="0">
                <a:latin typeface="Calibri" panose="020F0502020204030204"/>
                <a:ea typeface="宋体" panose="02010600030101010101" pitchFamily="2" charset="-122"/>
                <a:cs typeface="Times New Roman" panose="02020603050405020304"/>
              </a:rPr>
              <a:t>[t,2]-man[t])/man[t]</a:t>
            </a:r>
            <a:endParaRPr lang="zh-CN" altLang="zh-CN" kern="100" dirty="0">
              <a:latin typeface="Calibri" panose="020F0502020204030204"/>
              <a:ea typeface="宋体" panose="02010600030101010101" pitchFamily="2" charset="-122"/>
              <a:cs typeface="Times New Roman" panose="02020603050405020304"/>
            </a:endParaRPr>
          </a:p>
          <a:p>
            <a:pPr algn="just">
              <a:spcAft>
                <a:spcPts val="0"/>
              </a:spcAft>
            </a:pPr>
            <a:r>
              <a:rPr lang="en-US" altLang="zh-CN" kern="100" dirty="0">
                <a:latin typeface="Calibri" panose="020F0502020204030204"/>
                <a:ea typeface="宋体" panose="02010600030101010101" pitchFamily="2" charset="-122"/>
                <a:cs typeface="Times New Roman" panose="02020603050405020304"/>
              </a:rPr>
              <a:t>    return bias</a:t>
            </a:r>
            <a:endParaRPr lang="zh-CN" altLang="zh-CN" kern="100" dirty="0">
              <a:latin typeface="Calibri" panose="020F0502020204030204"/>
              <a:ea typeface="宋体" panose="02010600030101010101" pitchFamily="2" charset="-122"/>
              <a:cs typeface="Times New Roman" panose="02020603050405020304"/>
            </a:endParaRPr>
          </a:p>
        </p:txBody>
      </p:sp>
      <p:sp>
        <p:nvSpPr>
          <p:cNvPr id="6" name="右箭头 5"/>
          <p:cNvSpPr/>
          <p:nvPr/>
        </p:nvSpPr>
        <p:spPr bwMode="auto">
          <a:xfrm>
            <a:off x="5404466" y="3231123"/>
            <a:ext cx="1026380" cy="484632"/>
          </a:xfrm>
          <a:prstGeom prst="rightArrow">
            <a:avLst/>
          </a:prstGeom>
          <a:solidFill>
            <a:schemeClr val="bg2">
              <a:lumMod val="20000"/>
              <a:lumOff val="80000"/>
            </a:schemeClr>
          </a:solidFill>
          <a:ln w="9525" cap="flat" cmpd="sng" algn="ctr">
            <a:solidFill>
              <a:schemeClr val="tx1"/>
            </a:solidFill>
            <a:prstDash val="solid"/>
            <a:round/>
            <a:headEnd type="none" w="med" len="med"/>
            <a:tailEnd type="none" w="med" len="med"/>
          </a:ln>
        </p:spPr>
        <p:txBody>
          <a:bodyPr vert="horz" wrap="square" lIns="91440" tIns="45720" rIns="91440" bIns="45720" numCol="1" rtlCol="0" anchor="t" anchorCtr="0" compatLnSpc="1"/>
          <a:lstStyle/>
          <a:p>
            <a:pPr marL="0" marR="0" indent="0" algn="l" defTabSz="914400" rtl="0" eaLnBrk="1" fontAlgn="base" latinLnBrk="0" hangingPunct="1">
              <a:spcBef>
                <a:spcPct val="0"/>
              </a:spcBef>
              <a:spcAft>
                <a:spcPct val="0"/>
              </a:spcAft>
              <a:buClrTx/>
              <a:buSzTx/>
              <a:buFont typeface="Arial" panose="020B0604020202020204" pitchFamily="34" charset="0"/>
              <a:buNone/>
            </a:pPr>
            <a:endParaRPr kumimoji="0" lang="zh-CN" alt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p14:dur="10" advTm="9437"/>
    </mc:Choice>
    <mc:Fallback>
      <p:transition advTm="9437"/>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1000"/>
                                        <p:tgtEl>
                                          <p:spTgt spid="3"/>
                                        </p:tgtEl>
                                      </p:cBhvr>
                                    </p:animEffect>
                                    <p:anim calcmode="lin" valueType="num">
                                      <p:cBhvr>
                                        <p:cTn id="8" dur="1000" fill="hold"/>
                                        <p:tgtEl>
                                          <p:spTgt spid="3"/>
                                        </p:tgtEl>
                                        <p:attrNameLst>
                                          <p:attrName>ppt_x</p:attrName>
                                        </p:attrNameLst>
                                      </p:cBhvr>
                                      <p:tavLst>
                                        <p:tav tm="0">
                                          <p:val>
                                            <p:strVal val="#ppt_x"/>
                                          </p:val>
                                        </p:tav>
                                        <p:tav tm="100000">
                                          <p:val>
                                            <p:strVal val="#ppt_x"/>
                                          </p:val>
                                        </p:tav>
                                      </p:tavLst>
                                    </p:anim>
                                    <p:anim calcmode="lin" valueType="num">
                                      <p:cBhvr>
                                        <p:cTn id="9" dur="1000" fill="hold"/>
                                        <p:tgtEl>
                                          <p:spTgt spid="3"/>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6"/>
                                        </p:tgtEl>
                                        <p:attrNameLst>
                                          <p:attrName>style.visibility</p:attrName>
                                        </p:attrNameLst>
                                      </p:cBhvr>
                                      <p:to>
                                        <p:strVal val="visible"/>
                                      </p:to>
                                    </p:set>
                                    <p:animEffect transition="in" filter="fade">
                                      <p:cBhvr>
                                        <p:cTn id="14" dur="1000"/>
                                        <p:tgtEl>
                                          <p:spTgt spid="6"/>
                                        </p:tgtEl>
                                      </p:cBhvr>
                                    </p:animEffect>
                                    <p:anim calcmode="lin" valueType="num">
                                      <p:cBhvr>
                                        <p:cTn id="15" dur="1000" fill="hold"/>
                                        <p:tgtEl>
                                          <p:spTgt spid="6"/>
                                        </p:tgtEl>
                                        <p:attrNameLst>
                                          <p:attrName>ppt_x</p:attrName>
                                        </p:attrNameLst>
                                      </p:cBhvr>
                                      <p:tavLst>
                                        <p:tav tm="0">
                                          <p:val>
                                            <p:strVal val="#ppt_x"/>
                                          </p:val>
                                        </p:tav>
                                        <p:tav tm="100000">
                                          <p:val>
                                            <p:strVal val="#ppt_x"/>
                                          </p:val>
                                        </p:tav>
                                      </p:tavLst>
                                    </p:anim>
                                    <p:anim calcmode="lin" valueType="num">
                                      <p:cBhvr>
                                        <p:cTn id="16" dur="10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2"/>
                                        </p:tgtEl>
                                        <p:attrNameLst>
                                          <p:attrName>style.visibility</p:attrName>
                                        </p:attrNameLst>
                                      </p:cBhvr>
                                      <p:to>
                                        <p:strVal val="visible"/>
                                      </p:to>
                                    </p:set>
                                    <p:animEffect transition="in" filter="fade">
                                      <p:cBhvr>
                                        <p:cTn id="21" dur="1000"/>
                                        <p:tgtEl>
                                          <p:spTgt spid="2"/>
                                        </p:tgtEl>
                                      </p:cBhvr>
                                    </p:animEffect>
                                    <p:anim calcmode="lin" valueType="num">
                                      <p:cBhvr>
                                        <p:cTn id="22" dur="1000" fill="hold"/>
                                        <p:tgtEl>
                                          <p:spTgt spid="2"/>
                                        </p:tgtEl>
                                        <p:attrNameLst>
                                          <p:attrName>ppt_x</p:attrName>
                                        </p:attrNameLst>
                                      </p:cBhvr>
                                      <p:tavLst>
                                        <p:tav tm="0">
                                          <p:val>
                                            <p:strVal val="#ppt_x"/>
                                          </p:val>
                                        </p:tav>
                                        <p:tav tm="100000">
                                          <p:val>
                                            <p:strVal val="#ppt_x"/>
                                          </p:val>
                                        </p:tav>
                                      </p:tavLst>
                                    </p:anim>
                                    <p:anim calcmode="lin" valueType="num">
                                      <p:cBhvr>
                                        <p:cTn id="23" dur="1000" fill="hold"/>
                                        <p:tgtEl>
                                          <p:spTgt spid="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2" grpId="0"/>
      <p:bldP spid="6"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 name="TextBox 54"/>
          <p:cNvSpPr txBox="1"/>
          <p:nvPr/>
        </p:nvSpPr>
        <p:spPr>
          <a:xfrm>
            <a:off x="1330765" y="44625"/>
            <a:ext cx="9520144" cy="523214"/>
          </a:xfrm>
          <a:prstGeom prst="rect">
            <a:avLst/>
          </a:prstGeom>
          <a:noFill/>
        </p:spPr>
        <p:txBody>
          <a:bodyPr wrap="square" lIns="91434" tIns="45717" rIns="91434" bIns="45717" rtlCol="0">
            <a:spAutoFit/>
          </a:bodyPr>
          <a:lstStyle>
            <a:defPPr>
              <a:defRPr lang="zh-CN"/>
            </a:defPPr>
            <a:lvl1pPr>
              <a:defRPr sz="3200">
                <a:solidFill>
                  <a:schemeClr val="tx1">
                    <a:lumMod val="75000"/>
                  </a:schemeClr>
                </a:solidFill>
                <a:latin typeface="方正卡通简体" pitchFamily="65" charset="-122"/>
                <a:ea typeface="方正卡通简体" pitchFamily="65" charset="-122"/>
              </a:defRPr>
            </a:lvl1pPr>
          </a:lstStyle>
          <a:p>
            <a:r>
              <a:rPr lang="en-US" altLang="zh-CN" sz="2800" dirty="0">
                <a:solidFill>
                  <a:schemeClr val="accent2"/>
                </a:solidFill>
                <a:latin typeface="微软雅黑" panose="020B0503020204020204" pitchFamily="34" charset="-122"/>
                <a:ea typeface="微软雅黑" panose="020B0503020204020204" pitchFamily="34" charset="-122"/>
              </a:rPr>
              <a:t>9.3.8 </a:t>
            </a:r>
            <a:r>
              <a:rPr lang="zh-CN" altLang="en-US" sz="2800" dirty="0">
                <a:solidFill>
                  <a:schemeClr val="accent2"/>
                </a:solidFill>
                <a:latin typeface="微软雅黑" panose="020B0503020204020204" pitchFamily="34" charset="-122"/>
                <a:ea typeface="微软雅黑" panose="020B0503020204020204" pitchFamily="34" charset="-122"/>
              </a:rPr>
              <a:t>计算举例</a:t>
            </a:r>
            <a:endParaRPr lang="zh-CN" altLang="en-US" sz="2800" dirty="0">
              <a:solidFill>
                <a:schemeClr val="accent2"/>
              </a:solidFill>
              <a:latin typeface="微软雅黑" panose="020B0503020204020204" pitchFamily="34" charset="-122"/>
              <a:ea typeface="微软雅黑" panose="020B0503020204020204" pitchFamily="34" charset="-122"/>
            </a:endParaRPr>
          </a:p>
        </p:txBody>
      </p:sp>
      <p:sp>
        <p:nvSpPr>
          <p:cNvPr id="56" name="TextBox 55"/>
          <p:cNvSpPr txBox="1"/>
          <p:nvPr/>
        </p:nvSpPr>
        <p:spPr>
          <a:xfrm>
            <a:off x="140263" y="106179"/>
            <a:ext cx="1064260" cy="677102"/>
          </a:xfrm>
          <a:prstGeom prst="rect">
            <a:avLst/>
          </a:prstGeom>
          <a:noFill/>
        </p:spPr>
        <p:txBody>
          <a:bodyPr wrap="square" lIns="91434" tIns="45717" rIns="91434" bIns="45717" rtlCol="0">
            <a:spAutoFit/>
          </a:bodyPr>
          <a:lstStyle/>
          <a:p>
            <a:pPr algn="r"/>
            <a:r>
              <a:rPr lang="en-US" altLang="zh-CN" sz="2000" dirty="0">
                <a:solidFill>
                  <a:schemeClr val="accent2"/>
                </a:solidFill>
              </a:rPr>
              <a:t>Part 9</a:t>
            </a:r>
            <a:endParaRPr lang="zh-CN" altLang="en-US" sz="2000" dirty="0">
              <a:solidFill>
                <a:schemeClr val="accent2"/>
              </a:solidFill>
            </a:endParaRPr>
          </a:p>
          <a:p>
            <a:pPr algn="r"/>
            <a:r>
              <a:rPr lang="en-US" altLang="zh-CN" dirty="0" smtClean="0">
                <a:solidFill>
                  <a:schemeClr val="accent2"/>
                </a:solidFill>
              </a:rPr>
              <a:t> </a:t>
            </a:r>
            <a:endParaRPr lang="zh-CN" altLang="en-US" dirty="0">
              <a:solidFill>
                <a:schemeClr val="accent2"/>
              </a:solidFill>
            </a:endParaRPr>
          </a:p>
        </p:txBody>
      </p:sp>
      <p:sp>
        <p:nvSpPr>
          <p:cNvPr id="2" name="矩形 1"/>
          <p:cNvSpPr/>
          <p:nvPr/>
        </p:nvSpPr>
        <p:spPr>
          <a:xfrm>
            <a:off x="337741" y="692695"/>
            <a:ext cx="5753096" cy="6001643"/>
          </a:xfrm>
          <a:prstGeom prst="rect">
            <a:avLst/>
          </a:prstGeom>
        </p:spPr>
        <p:txBody>
          <a:bodyPr wrap="square">
            <a:spAutoFit/>
          </a:bodyPr>
          <a:lstStyle/>
          <a:p>
            <a:pPr algn="just">
              <a:spcAft>
                <a:spcPts val="0"/>
              </a:spcAft>
            </a:pPr>
            <a:r>
              <a:rPr lang="en-US" altLang="zh-CN" sz="1600" kern="100" dirty="0">
                <a:latin typeface="Calibri" panose="020F0502020204030204"/>
                <a:ea typeface="宋体" panose="02010600030101010101" pitchFamily="2" charset="-122"/>
                <a:cs typeface="Times New Roman" panose="02020603050405020304"/>
              </a:rPr>
              <a:t>#</a:t>
            </a:r>
            <a:r>
              <a:rPr lang="zh-CN" altLang="zh-CN" sz="1600" kern="100" dirty="0">
                <a:latin typeface="Calibri" panose="020F0502020204030204"/>
                <a:ea typeface="宋体" panose="02010600030101010101" pitchFamily="2" charset="-122"/>
                <a:cs typeface="Times New Roman" panose="02020603050405020304"/>
              </a:rPr>
              <a:t>能量潮指标的计算</a:t>
            </a:r>
            <a:endParaRPr lang="zh-CN" altLang="zh-CN" sz="1600" kern="100" dirty="0">
              <a:latin typeface="Calibri" panose="020F0502020204030204"/>
              <a:ea typeface="宋体" panose="02010600030101010101" pitchFamily="2" charset="-122"/>
              <a:cs typeface="Times New Roman" panose="02020603050405020304"/>
            </a:endParaRPr>
          </a:p>
          <a:p>
            <a:pPr algn="just">
              <a:spcAft>
                <a:spcPts val="0"/>
              </a:spcAft>
            </a:pPr>
            <a:r>
              <a:rPr lang="en-US" altLang="zh-CN" sz="1600" kern="100" dirty="0" err="1">
                <a:latin typeface="Calibri" panose="020F0502020204030204"/>
                <a:ea typeface="宋体" panose="02010600030101010101" pitchFamily="2" charset="-122"/>
                <a:cs typeface="Times New Roman" panose="02020603050405020304"/>
              </a:rPr>
              <a:t>def</a:t>
            </a:r>
            <a:r>
              <a:rPr lang="en-US" altLang="zh-CN" sz="1600" kern="100" dirty="0">
                <a:latin typeface="Calibri" panose="020F0502020204030204"/>
                <a:ea typeface="宋体" panose="02010600030101010101" pitchFamily="2" charset="-122"/>
                <a:cs typeface="Times New Roman" panose="02020603050405020304"/>
              </a:rPr>
              <a:t> OBV(data):</a:t>
            </a:r>
            <a:endParaRPr lang="zh-CN" altLang="zh-CN" sz="1600" kern="100" dirty="0">
              <a:latin typeface="Calibri" panose="020F0502020204030204"/>
              <a:ea typeface="宋体" panose="02010600030101010101" pitchFamily="2" charset="-122"/>
              <a:cs typeface="Times New Roman" panose="02020603050405020304"/>
            </a:endParaRPr>
          </a:p>
          <a:p>
            <a:pPr algn="just">
              <a:spcAft>
                <a:spcPts val="0"/>
              </a:spcAft>
            </a:pPr>
            <a:r>
              <a:rPr lang="en-US" altLang="zh-CN" sz="1600" kern="100" dirty="0">
                <a:latin typeface="Calibri" panose="020F0502020204030204"/>
                <a:ea typeface="宋体" panose="02010600030101010101" pitchFamily="2" charset="-122"/>
                <a:cs typeface="Times New Roman" panose="02020603050405020304"/>
              </a:rPr>
              <a:t>    import </a:t>
            </a:r>
            <a:r>
              <a:rPr lang="en-US" altLang="zh-CN" sz="1600" kern="100" dirty="0" err="1">
                <a:latin typeface="Calibri" panose="020F0502020204030204"/>
                <a:ea typeface="宋体" panose="02010600030101010101" pitchFamily="2" charset="-122"/>
                <a:cs typeface="Times New Roman" panose="02020603050405020304"/>
              </a:rPr>
              <a:t>numpy</a:t>
            </a:r>
            <a:r>
              <a:rPr lang="en-US" altLang="zh-CN" sz="1600" kern="100" dirty="0">
                <a:latin typeface="Calibri" panose="020F0502020204030204"/>
                <a:ea typeface="宋体" panose="02010600030101010101" pitchFamily="2" charset="-122"/>
                <a:cs typeface="Times New Roman" panose="02020603050405020304"/>
              </a:rPr>
              <a:t> as </a:t>
            </a:r>
            <a:r>
              <a:rPr lang="en-US" altLang="zh-CN" sz="1600" kern="100" dirty="0" err="1">
                <a:latin typeface="Calibri" panose="020F0502020204030204"/>
                <a:ea typeface="宋体" panose="02010600030101010101" pitchFamily="2" charset="-122"/>
                <a:cs typeface="Times New Roman" panose="02020603050405020304"/>
              </a:rPr>
              <a:t>np</a:t>
            </a:r>
            <a:endParaRPr lang="zh-CN" altLang="zh-CN" sz="1600" kern="100" dirty="0">
              <a:latin typeface="Calibri" panose="020F0502020204030204"/>
              <a:ea typeface="宋体" panose="02010600030101010101" pitchFamily="2" charset="-122"/>
              <a:cs typeface="Times New Roman" panose="02020603050405020304"/>
            </a:endParaRPr>
          </a:p>
          <a:p>
            <a:pPr algn="just">
              <a:spcAft>
                <a:spcPts val="0"/>
              </a:spcAft>
            </a:pPr>
            <a:r>
              <a:rPr lang="en-US" altLang="zh-CN" sz="1600" kern="100" dirty="0">
                <a:latin typeface="Calibri" panose="020F0502020204030204"/>
                <a:ea typeface="宋体" panose="02010600030101010101" pitchFamily="2" charset="-122"/>
                <a:cs typeface="Times New Roman" panose="02020603050405020304"/>
              </a:rPr>
              <a:t>    </a:t>
            </a:r>
            <a:r>
              <a:rPr lang="en-US" altLang="zh-CN" sz="1600" kern="100" dirty="0" err="1">
                <a:latin typeface="Calibri" panose="020F0502020204030204"/>
                <a:ea typeface="宋体" panose="02010600030101010101" pitchFamily="2" charset="-122"/>
                <a:cs typeface="Times New Roman" panose="02020603050405020304"/>
              </a:rPr>
              <a:t>obv</a:t>
            </a:r>
            <a:r>
              <a:rPr lang="en-US" altLang="zh-CN" sz="1600" kern="100" dirty="0">
                <a:latin typeface="Calibri" panose="020F0502020204030204"/>
                <a:ea typeface="宋体" panose="02010600030101010101" pitchFamily="2" charset="-122"/>
                <a:cs typeface="Times New Roman" panose="02020603050405020304"/>
              </a:rPr>
              <a:t>=</a:t>
            </a:r>
            <a:r>
              <a:rPr lang="en-US" altLang="zh-CN" sz="1600" kern="100" dirty="0" err="1">
                <a:latin typeface="Calibri" panose="020F0502020204030204"/>
                <a:ea typeface="宋体" panose="02010600030101010101" pitchFamily="2" charset="-122"/>
                <a:cs typeface="Times New Roman" panose="02020603050405020304"/>
              </a:rPr>
              <a:t>np.zeros</a:t>
            </a:r>
            <a:r>
              <a:rPr lang="en-US" altLang="zh-CN" sz="1600" kern="100" dirty="0">
                <a:latin typeface="Calibri" panose="020F0502020204030204"/>
                <a:ea typeface="宋体" panose="02010600030101010101" pitchFamily="2" charset="-122"/>
                <a:cs typeface="Times New Roman" panose="02020603050405020304"/>
              </a:rPr>
              <a:t>((</a:t>
            </a:r>
            <a:r>
              <a:rPr lang="en-US" altLang="zh-CN" sz="1600" kern="100" dirty="0" err="1">
                <a:latin typeface="Calibri" panose="020F0502020204030204"/>
                <a:ea typeface="宋体" panose="02010600030101010101" pitchFamily="2" charset="-122"/>
                <a:cs typeface="Times New Roman" panose="02020603050405020304"/>
              </a:rPr>
              <a:t>len</a:t>
            </a:r>
            <a:r>
              <a:rPr lang="en-US" altLang="zh-CN" sz="1600" kern="100" dirty="0">
                <a:latin typeface="Calibri" panose="020F0502020204030204"/>
                <a:ea typeface="宋体" panose="02010600030101010101" pitchFamily="2" charset="-122"/>
                <a:cs typeface="Times New Roman" panose="02020603050405020304"/>
              </a:rPr>
              <a:t>(data)))</a:t>
            </a:r>
            <a:endParaRPr lang="zh-CN" altLang="zh-CN" sz="1600" kern="100" dirty="0">
              <a:latin typeface="Calibri" panose="020F0502020204030204"/>
              <a:ea typeface="宋体" panose="02010600030101010101" pitchFamily="2" charset="-122"/>
              <a:cs typeface="Times New Roman" panose="02020603050405020304"/>
            </a:endParaRPr>
          </a:p>
          <a:p>
            <a:pPr algn="just">
              <a:spcAft>
                <a:spcPts val="0"/>
              </a:spcAft>
            </a:pPr>
            <a:r>
              <a:rPr lang="en-US" altLang="zh-CN" sz="1600" kern="100" dirty="0">
                <a:latin typeface="Calibri" panose="020F0502020204030204"/>
                <a:ea typeface="宋体" panose="02010600030101010101" pitchFamily="2" charset="-122"/>
                <a:cs typeface="Times New Roman" panose="02020603050405020304"/>
              </a:rPr>
              <a:t>    for t in range(</a:t>
            </a:r>
            <a:r>
              <a:rPr lang="en-US" altLang="zh-CN" sz="1600" kern="100" dirty="0" err="1">
                <a:latin typeface="Calibri" panose="020F0502020204030204"/>
                <a:ea typeface="宋体" panose="02010600030101010101" pitchFamily="2" charset="-122"/>
                <a:cs typeface="Times New Roman" panose="02020603050405020304"/>
              </a:rPr>
              <a:t>len</a:t>
            </a:r>
            <a:r>
              <a:rPr lang="en-US" altLang="zh-CN" sz="1600" kern="100" dirty="0">
                <a:latin typeface="Calibri" panose="020F0502020204030204"/>
                <a:ea typeface="宋体" panose="02010600030101010101" pitchFamily="2" charset="-122"/>
                <a:cs typeface="Times New Roman" panose="02020603050405020304"/>
              </a:rPr>
              <a:t>(data)):</a:t>
            </a:r>
            <a:endParaRPr lang="zh-CN" altLang="zh-CN" sz="1600" kern="100" dirty="0">
              <a:latin typeface="Calibri" panose="020F0502020204030204"/>
              <a:ea typeface="宋体" panose="02010600030101010101" pitchFamily="2" charset="-122"/>
              <a:cs typeface="Times New Roman" panose="02020603050405020304"/>
            </a:endParaRPr>
          </a:p>
          <a:p>
            <a:pPr algn="just">
              <a:spcAft>
                <a:spcPts val="0"/>
              </a:spcAft>
            </a:pPr>
            <a:r>
              <a:rPr lang="en-US" altLang="zh-CN" sz="1600" kern="100" dirty="0">
                <a:latin typeface="Calibri" panose="020F0502020204030204"/>
                <a:ea typeface="宋体" panose="02010600030101010101" pitchFamily="2" charset="-122"/>
                <a:cs typeface="Times New Roman" panose="02020603050405020304"/>
              </a:rPr>
              <a:t>        if t==0:</a:t>
            </a:r>
            <a:endParaRPr lang="zh-CN" altLang="zh-CN" sz="1600" kern="100" dirty="0">
              <a:latin typeface="Calibri" panose="020F0502020204030204"/>
              <a:ea typeface="宋体" panose="02010600030101010101" pitchFamily="2" charset="-122"/>
              <a:cs typeface="Times New Roman" panose="02020603050405020304"/>
            </a:endParaRPr>
          </a:p>
          <a:p>
            <a:pPr algn="just">
              <a:spcAft>
                <a:spcPts val="0"/>
              </a:spcAft>
            </a:pPr>
            <a:r>
              <a:rPr lang="en-US" altLang="zh-CN" sz="1600" kern="100" dirty="0">
                <a:latin typeface="Calibri" panose="020F0502020204030204"/>
                <a:ea typeface="宋体" panose="02010600030101010101" pitchFamily="2" charset="-122"/>
                <a:cs typeface="Times New Roman" panose="02020603050405020304"/>
              </a:rPr>
              <a:t>            </a:t>
            </a:r>
            <a:r>
              <a:rPr lang="en-US" altLang="zh-CN" sz="1600" kern="100" dirty="0" err="1">
                <a:latin typeface="Calibri" panose="020F0502020204030204"/>
                <a:ea typeface="宋体" panose="02010600030101010101" pitchFamily="2" charset="-122"/>
                <a:cs typeface="Times New Roman" panose="02020603050405020304"/>
              </a:rPr>
              <a:t>obv</a:t>
            </a:r>
            <a:r>
              <a:rPr lang="en-US" altLang="zh-CN" sz="1600" kern="100" dirty="0">
                <a:latin typeface="Calibri" panose="020F0502020204030204"/>
                <a:ea typeface="宋体" panose="02010600030101010101" pitchFamily="2" charset="-122"/>
                <a:cs typeface="Times New Roman" panose="02020603050405020304"/>
              </a:rPr>
              <a:t>[t]=data['</a:t>
            </a:r>
            <a:r>
              <a:rPr lang="en-US" altLang="zh-CN" sz="1600" kern="100" dirty="0" err="1">
                <a:latin typeface="Calibri" panose="020F0502020204030204"/>
                <a:ea typeface="宋体" panose="02010600030101010101" pitchFamily="2" charset="-122"/>
                <a:cs typeface="Times New Roman" panose="02020603050405020304"/>
              </a:rPr>
              <a:t>Dnshrtrd</a:t>
            </a:r>
            <a:r>
              <a:rPr lang="en-US" altLang="zh-CN" sz="1600" kern="100" dirty="0">
                <a:latin typeface="Calibri" panose="020F0502020204030204"/>
                <a:ea typeface="宋体" panose="02010600030101010101" pitchFamily="2" charset="-122"/>
                <a:cs typeface="Times New Roman" panose="02020603050405020304"/>
              </a:rPr>
              <a:t>'].values[t]</a:t>
            </a:r>
            <a:endParaRPr lang="zh-CN" altLang="zh-CN" sz="1600" kern="100" dirty="0">
              <a:latin typeface="Calibri" panose="020F0502020204030204"/>
              <a:ea typeface="宋体" panose="02010600030101010101" pitchFamily="2" charset="-122"/>
              <a:cs typeface="Times New Roman" panose="02020603050405020304"/>
            </a:endParaRPr>
          </a:p>
          <a:p>
            <a:pPr algn="just">
              <a:spcAft>
                <a:spcPts val="0"/>
              </a:spcAft>
            </a:pPr>
            <a:r>
              <a:rPr lang="en-US" altLang="zh-CN" sz="1600" kern="100" dirty="0">
                <a:latin typeface="Calibri" panose="020F0502020204030204"/>
                <a:ea typeface="宋体" panose="02010600030101010101" pitchFamily="2" charset="-122"/>
                <a:cs typeface="Times New Roman" panose="02020603050405020304"/>
              </a:rPr>
              <a:t>        if t&gt;0:</a:t>
            </a:r>
            <a:endParaRPr lang="zh-CN" altLang="zh-CN" sz="1600" kern="100" dirty="0">
              <a:latin typeface="Calibri" panose="020F0502020204030204"/>
              <a:ea typeface="宋体" panose="02010600030101010101" pitchFamily="2" charset="-122"/>
              <a:cs typeface="Times New Roman" panose="02020603050405020304"/>
            </a:endParaRPr>
          </a:p>
          <a:p>
            <a:pPr algn="just">
              <a:spcAft>
                <a:spcPts val="0"/>
              </a:spcAft>
            </a:pPr>
            <a:r>
              <a:rPr lang="en-US" altLang="zh-CN" sz="1600" kern="100" dirty="0">
                <a:latin typeface="Calibri" panose="020F0502020204030204"/>
                <a:ea typeface="宋体" panose="02010600030101010101" pitchFamily="2" charset="-122"/>
                <a:cs typeface="Times New Roman" panose="02020603050405020304"/>
              </a:rPr>
              <a:t>            if data['</a:t>
            </a:r>
            <a:r>
              <a:rPr lang="en-US" altLang="zh-CN" sz="1600" kern="100" dirty="0" err="1">
                <a:latin typeface="Calibri" panose="020F0502020204030204"/>
                <a:ea typeface="宋体" panose="02010600030101010101" pitchFamily="2" charset="-122"/>
                <a:cs typeface="Times New Roman" panose="02020603050405020304"/>
              </a:rPr>
              <a:t>Clsprc</a:t>
            </a:r>
            <a:r>
              <a:rPr lang="en-US" altLang="zh-CN" sz="1600" kern="100" dirty="0">
                <a:latin typeface="Calibri" panose="020F0502020204030204"/>
                <a:ea typeface="宋体" panose="02010600030101010101" pitchFamily="2" charset="-122"/>
                <a:cs typeface="Times New Roman" panose="02020603050405020304"/>
              </a:rPr>
              <a:t>'].values[t]&gt;=data['</a:t>
            </a:r>
            <a:r>
              <a:rPr lang="en-US" altLang="zh-CN" sz="1600" kern="100" dirty="0" err="1">
                <a:latin typeface="Calibri" panose="020F0502020204030204"/>
                <a:ea typeface="宋体" panose="02010600030101010101" pitchFamily="2" charset="-122"/>
                <a:cs typeface="Times New Roman" panose="02020603050405020304"/>
              </a:rPr>
              <a:t>Clsprc</a:t>
            </a:r>
            <a:r>
              <a:rPr lang="en-US" altLang="zh-CN" sz="1600" kern="100" dirty="0">
                <a:latin typeface="Calibri" panose="020F0502020204030204"/>
                <a:ea typeface="宋体" panose="02010600030101010101" pitchFamily="2" charset="-122"/>
                <a:cs typeface="Times New Roman" panose="02020603050405020304"/>
              </a:rPr>
              <a:t>'].values[t-1]:</a:t>
            </a:r>
            <a:endParaRPr lang="zh-CN" altLang="zh-CN" sz="1600" kern="100" dirty="0">
              <a:latin typeface="Calibri" panose="020F0502020204030204"/>
              <a:ea typeface="宋体" panose="02010600030101010101" pitchFamily="2" charset="-122"/>
              <a:cs typeface="Times New Roman" panose="02020603050405020304"/>
            </a:endParaRPr>
          </a:p>
          <a:p>
            <a:pPr algn="just">
              <a:spcAft>
                <a:spcPts val="0"/>
              </a:spcAft>
            </a:pPr>
            <a:r>
              <a:rPr lang="en-US" altLang="zh-CN" sz="1600" kern="100" dirty="0">
                <a:latin typeface="Calibri" panose="020F0502020204030204"/>
                <a:ea typeface="宋体" panose="02010600030101010101" pitchFamily="2" charset="-122"/>
                <a:cs typeface="Times New Roman" panose="02020603050405020304"/>
              </a:rPr>
              <a:t>                </a:t>
            </a:r>
            <a:r>
              <a:rPr lang="en-US" altLang="zh-CN" sz="1600" kern="100" dirty="0" err="1">
                <a:latin typeface="Calibri" panose="020F0502020204030204"/>
                <a:ea typeface="宋体" panose="02010600030101010101" pitchFamily="2" charset="-122"/>
                <a:cs typeface="Times New Roman" panose="02020603050405020304"/>
              </a:rPr>
              <a:t>obv</a:t>
            </a:r>
            <a:r>
              <a:rPr lang="en-US" altLang="zh-CN" sz="1600" kern="100" dirty="0">
                <a:latin typeface="Calibri" panose="020F0502020204030204"/>
                <a:ea typeface="宋体" panose="02010600030101010101" pitchFamily="2" charset="-122"/>
                <a:cs typeface="Times New Roman" panose="02020603050405020304"/>
              </a:rPr>
              <a:t>[t]=</a:t>
            </a:r>
            <a:r>
              <a:rPr lang="en-US" altLang="zh-CN" sz="1600" kern="100" dirty="0" err="1">
                <a:latin typeface="Calibri" panose="020F0502020204030204"/>
                <a:ea typeface="宋体" panose="02010600030101010101" pitchFamily="2" charset="-122"/>
                <a:cs typeface="Times New Roman" panose="02020603050405020304"/>
              </a:rPr>
              <a:t>obv</a:t>
            </a:r>
            <a:r>
              <a:rPr lang="en-US" altLang="zh-CN" sz="1600" kern="100" dirty="0">
                <a:latin typeface="Calibri" panose="020F0502020204030204"/>
                <a:ea typeface="宋体" panose="02010600030101010101" pitchFamily="2" charset="-122"/>
                <a:cs typeface="Times New Roman" panose="02020603050405020304"/>
              </a:rPr>
              <a:t>[t-1]+data['</a:t>
            </a:r>
            <a:r>
              <a:rPr lang="en-US" altLang="zh-CN" sz="1600" kern="100" dirty="0" err="1">
                <a:latin typeface="Calibri" panose="020F0502020204030204"/>
                <a:ea typeface="宋体" panose="02010600030101010101" pitchFamily="2" charset="-122"/>
                <a:cs typeface="Times New Roman" panose="02020603050405020304"/>
              </a:rPr>
              <a:t>Dnshrtrd</a:t>
            </a:r>
            <a:r>
              <a:rPr lang="en-US" altLang="zh-CN" sz="1600" kern="100" dirty="0">
                <a:latin typeface="Calibri" panose="020F0502020204030204"/>
                <a:ea typeface="宋体" panose="02010600030101010101" pitchFamily="2" charset="-122"/>
                <a:cs typeface="Times New Roman" panose="02020603050405020304"/>
              </a:rPr>
              <a:t>'].values[t]</a:t>
            </a:r>
            <a:endParaRPr lang="zh-CN" altLang="zh-CN" sz="1600" kern="100" dirty="0">
              <a:latin typeface="Calibri" panose="020F0502020204030204"/>
              <a:ea typeface="宋体" panose="02010600030101010101" pitchFamily="2" charset="-122"/>
              <a:cs typeface="Times New Roman" panose="02020603050405020304"/>
            </a:endParaRPr>
          </a:p>
          <a:p>
            <a:pPr algn="just">
              <a:spcAft>
                <a:spcPts val="0"/>
              </a:spcAft>
            </a:pPr>
            <a:r>
              <a:rPr lang="en-US" altLang="zh-CN" sz="1600" kern="100" dirty="0">
                <a:latin typeface="Calibri" panose="020F0502020204030204"/>
                <a:ea typeface="宋体" panose="02010600030101010101" pitchFamily="2" charset="-122"/>
                <a:cs typeface="Times New Roman" panose="02020603050405020304"/>
              </a:rPr>
              <a:t>            if data['</a:t>
            </a:r>
            <a:r>
              <a:rPr lang="en-US" altLang="zh-CN" sz="1600" kern="100" dirty="0" err="1">
                <a:latin typeface="Calibri" panose="020F0502020204030204"/>
                <a:ea typeface="宋体" panose="02010600030101010101" pitchFamily="2" charset="-122"/>
                <a:cs typeface="Times New Roman" panose="02020603050405020304"/>
              </a:rPr>
              <a:t>Clsprc</a:t>
            </a:r>
            <a:r>
              <a:rPr lang="en-US" altLang="zh-CN" sz="1600" kern="100" dirty="0">
                <a:latin typeface="Calibri" panose="020F0502020204030204"/>
                <a:ea typeface="宋体" panose="02010600030101010101" pitchFamily="2" charset="-122"/>
                <a:cs typeface="Times New Roman" panose="02020603050405020304"/>
              </a:rPr>
              <a:t>'].values[t]&lt;data['</a:t>
            </a:r>
            <a:r>
              <a:rPr lang="en-US" altLang="zh-CN" sz="1600" kern="100" dirty="0" err="1">
                <a:latin typeface="Calibri" panose="020F0502020204030204"/>
                <a:ea typeface="宋体" panose="02010600030101010101" pitchFamily="2" charset="-122"/>
                <a:cs typeface="Times New Roman" panose="02020603050405020304"/>
              </a:rPr>
              <a:t>Clsprc</a:t>
            </a:r>
            <a:r>
              <a:rPr lang="en-US" altLang="zh-CN" sz="1600" kern="100" dirty="0">
                <a:latin typeface="Calibri" panose="020F0502020204030204"/>
                <a:ea typeface="宋体" panose="02010600030101010101" pitchFamily="2" charset="-122"/>
                <a:cs typeface="Times New Roman" panose="02020603050405020304"/>
              </a:rPr>
              <a:t>'].values[t-1]:</a:t>
            </a:r>
            <a:endParaRPr lang="zh-CN" altLang="zh-CN" sz="1600" kern="100" dirty="0">
              <a:latin typeface="Calibri" panose="020F0502020204030204"/>
              <a:ea typeface="宋体" panose="02010600030101010101" pitchFamily="2" charset="-122"/>
              <a:cs typeface="Times New Roman" panose="02020603050405020304"/>
            </a:endParaRPr>
          </a:p>
          <a:p>
            <a:pPr algn="just">
              <a:spcAft>
                <a:spcPts val="0"/>
              </a:spcAft>
            </a:pPr>
            <a:r>
              <a:rPr lang="en-US" altLang="zh-CN" sz="1600" kern="100" dirty="0">
                <a:latin typeface="Calibri" panose="020F0502020204030204"/>
                <a:ea typeface="宋体" panose="02010600030101010101" pitchFamily="2" charset="-122"/>
                <a:cs typeface="Times New Roman" panose="02020603050405020304"/>
              </a:rPr>
              <a:t>                </a:t>
            </a:r>
            <a:r>
              <a:rPr lang="en-US" altLang="zh-CN" sz="1600" kern="100" dirty="0" err="1">
                <a:latin typeface="Calibri" panose="020F0502020204030204"/>
                <a:ea typeface="宋体" panose="02010600030101010101" pitchFamily="2" charset="-122"/>
                <a:cs typeface="Times New Roman" panose="02020603050405020304"/>
              </a:rPr>
              <a:t>obv</a:t>
            </a:r>
            <a:r>
              <a:rPr lang="en-US" altLang="zh-CN" sz="1600" kern="100" dirty="0">
                <a:latin typeface="Calibri" panose="020F0502020204030204"/>
                <a:ea typeface="宋体" panose="02010600030101010101" pitchFamily="2" charset="-122"/>
                <a:cs typeface="Times New Roman" panose="02020603050405020304"/>
              </a:rPr>
              <a:t>[t]=</a:t>
            </a:r>
            <a:r>
              <a:rPr lang="en-US" altLang="zh-CN" sz="1600" kern="100" dirty="0" err="1">
                <a:latin typeface="Calibri" panose="020F0502020204030204"/>
                <a:ea typeface="宋体" panose="02010600030101010101" pitchFamily="2" charset="-122"/>
                <a:cs typeface="Times New Roman" panose="02020603050405020304"/>
              </a:rPr>
              <a:t>obv</a:t>
            </a:r>
            <a:r>
              <a:rPr lang="en-US" altLang="zh-CN" sz="1600" kern="100" dirty="0">
                <a:latin typeface="Calibri" panose="020F0502020204030204"/>
                <a:ea typeface="宋体" panose="02010600030101010101" pitchFamily="2" charset="-122"/>
                <a:cs typeface="Times New Roman" panose="02020603050405020304"/>
              </a:rPr>
              <a:t>[t-1]-data['</a:t>
            </a:r>
            <a:r>
              <a:rPr lang="en-US" altLang="zh-CN" sz="1600" kern="100" dirty="0" err="1">
                <a:latin typeface="Calibri" panose="020F0502020204030204"/>
                <a:ea typeface="宋体" panose="02010600030101010101" pitchFamily="2" charset="-122"/>
                <a:cs typeface="Times New Roman" panose="02020603050405020304"/>
              </a:rPr>
              <a:t>Dnshrtrd</a:t>
            </a:r>
            <a:r>
              <a:rPr lang="en-US" altLang="zh-CN" sz="1600" kern="100" dirty="0">
                <a:latin typeface="Calibri" panose="020F0502020204030204"/>
                <a:ea typeface="宋体" panose="02010600030101010101" pitchFamily="2" charset="-122"/>
                <a:cs typeface="Times New Roman" panose="02020603050405020304"/>
              </a:rPr>
              <a:t>'].values[t]</a:t>
            </a:r>
            <a:endParaRPr lang="zh-CN" altLang="zh-CN" sz="1600" kern="100" dirty="0">
              <a:latin typeface="Calibri" panose="020F0502020204030204"/>
              <a:ea typeface="宋体" panose="02010600030101010101" pitchFamily="2" charset="-122"/>
              <a:cs typeface="Times New Roman" panose="02020603050405020304"/>
            </a:endParaRPr>
          </a:p>
          <a:p>
            <a:pPr indent="266700" algn="just">
              <a:spcAft>
                <a:spcPts val="0"/>
              </a:spcAft>
            </a:pPr>
            <a:r>
              <a:rPr lang="en-US" altLang="zh-CN" sz="1600" kern="100" dirty="0">
                <a:latin typeface="Calibri" panose="020F0502020204030204"/>
                <a:ea typeface="宋体" panose="02010600030101010101" pitchFamily="2" charset="-122"/>
                <a:cs typeface="Times New Roman" panose="02020603050405020304"/>
              </a:rPr>
              <a:t>return </a:t>
            </a:r>
            <a:r>
              <a:rPr lang="en-US" altLang="zh-CN" sz="1600" kern="100" dirty="0" err="1" smtClean="0">
                <a:latin typeface="Calibri" panose="020F0502020204030204"/>
                <a:ea typeface="宋体" panose="02010600030101010101" pitchFamily="2" charset="-122"/>
                <a:cs typeface="Times New Roman" panose="02020603050405020304"/>
              </a:rPr>
              <a:t>obv</a:t>
            </a:r>
            <a:endParaRPr lang="en-US" altLang="zh-CN" sz="1600" dirty="0"/>
          </a:p>
          <a:p>
            <a:r>
              <a:rPr lang="en-US" altLang="zh-CN" sz="1600" dirty="0" smtClean="0"/>
              <a:t>#</a:t>
            </a:r>
            <a:r>
              <a:rPr lang="zh-CN" altLang="zh-CN" sz="1600" dirty="0"/>
              <a:t>涨跌趋势（分类指标</a:t>
            </a:r>
            <a:r>
              <a:rPr lang="en-US" altLang="zh-CN" sz="1600" dirty="0"/>
              <a:t>/</a:t>
            </a:r>
            <a:r>
              <a:rPr lang="zh-CN" altLang="zh-CN" sz="1600" dirty="0"/>
              <a:t>预测指标）的计算</a:t>
            </a:r>
            <a:endParaRPr lang="zh-CN" altLang="zh-CN" sz="1600" dirty="0"/>
          </a:p>
          <a:p>
            <a:r>
              <a:rPr lang="en-US" altLang="zh-CN" sz="1600" dirty="0" err="1"/>
              <a:t>def</a:t>
            </a:r>
            <a:r>
              <a:rPr lang="en-US" altLang="zh-CN" sz="1600" dirty="0"/>
              <a:t> </a:t>
            </a:r>
            <a:r>
              <a:rPr lang="en-US" altLang="zh-CN" sz="1600" dirty="0" err="1"/>
              <a:t>cla</a:t>
            </a:r>
            <a:r>
              <a:rPr lang="en-US" altLang="zh-CN" sz="1600" dirty="0"/>
              <a:t>(data):</a:t>
            </a:r>
            <a:endParaRPr lang="zh-CN" altLang="zh-CN" sz="1600" dirty="0"/>
          </a:p>
          <a:p>
            <a:r>
              <a:rPr lang="en-US" altLang="zh-CN" sz="1600" dirty="0"/>
              <a:t>    import </a:t>
            </a:r>
            <a:r>
              <a:rPr lang="en-US" altLang="zh-CN" sz="1600" dirty="0" err="1"/>
              <a:t>numpy</a:t>
            </a:r>
            <a:r>
              <a:rPr lang="en-US" altLang="zh-CN" sz="1600" dirty="0"/>
              <a:t> as </a:t>
            </a:r>
            <a:r>
              <a:rPr lang="en-US" altLang="zh-CN" sz="1600" dirty="0" err="1"/>
              <a:t>np</a:t>
            </a:r>
            <a:endParaRPr lang="zh-CN" altLang="zh-CN" sz="1600" dirty="0"/>
          </a:p>
          <a:p>
            <a:r>
              <a:rPr lang="en-US" altLang="zh-CN" sz="1600" dirty="0"/>
              <a:t>    y=</a:t>
            </a:r>
            <a:r>
              <a:rPr lang="en-US" altLang="zh-CN" sz="1600" dirty="0" err="1"/>
              <a:t>np.zeros</a:t>
            </a:r>
            <a:r>
              <a:rPr lang="en-US" altLang="zh-CN" sz="1600" dirty="0"/>
              <a:t>(</a:t>
            </a:r>
            <a:r>
              <a:rPr lang="en-US" altLang="zh-CN" sz="1600" dirty="0" err="1"/>
              <a:t>len</a:t>
            </a:r>
            <a:r>
              <a:rPr lang="en-US" altLang="zh-CN" sz="1600" dirty="0"/>
              <a:t>(data)) </a:t>
            </a:r>
            <a:endParaRPr lang="zh-CN" altLang="zh-CN" sz="1600" dirty="0"/>
          </a:p>
          <a:p>
            <a:r>
              <a:rPr lang="en-US" altLang="zh-CN" sz="1600" dirty="0"/>
              <a:t>    z=</a:t>
            </a:r>
            <a:r>
              <a:rPr lang="en-US" altLang="zh-CN" sz="1600" dirty="0" err="1"/>
              <a:t>np.zeros</a:t>
            </a:r>
            <a:r>
              <a:rPr lang="en-US" altLang="zh-CN" sz="1600" dirty="0"/>
              <a:t>(</a:t>
            </a:r>
            <a:r>
              <a:rPr lang="en-US" altLang="zh-CN" sz="1600" dirty="0" err="1"/>
              <a:t>len</a:t>
            </a:r>
            <a:r>
              <a:rPr lang="en-US" altLang="zh-CN" sz="1600" dirty="0"/>
              <a:t>(y)-1)</a:t>
            </a:r>
            <a:endParaRPr lang="zh-CN" altLang="zh-CN" sz="1600" dirty="0"/>
          </a:p>
          <a:p>
            <a:r>
              <a:rPr lang="en-US" altLang="zh-CN" sz="1600" dirty="0"/>
              <a:t>    for i in range(</a:t>
            </a:r>
            <a:r>
              <a:rPr lang="en-US" altLang="zh-CN" sz="1600" dirty="0" err="1"/>
              <a:t>len</a:t>
            </a:r>
            <a:r>
              <a:rPr lang="en-US" altLang="zh-CN" sz="1600" dirty="0"/>
              <a:t>(z)):</a:t>
            </a:r>
            <a:endParaRPr lang="zh-CN" altLang="zh-CN" sz="1600" dirty="0"/>
          </a:p>
          <a:p>
            <a:r>
              <a:rPr lang="en-US" altLang="zh-CN" sz="1600" dirty="0"/>
              <a:t>        </a:t>
            </a:r>
            <a:r>
              <a:rPr lang="zh-CN" altLang="en-US" sz="1600" dirty="0" smtClean="0"/>
              <a:t>　</a:t>
            </a:r>
            <a:r>
              <a:rPr lang="en-US" altLang="zh-CN" sz="1600" dirty="0" smtClean="0"/>
              <a:t>z[</a:t>
            </a:r>
            <a:r>
              <a:rPr lang="en-US" altLang="zh-CN" sz="1600" dirty="0" err="1" smtClean="0"/>
              <a:t>data.iloc</a:t>
            </a:r>
            <a:r>
              <a:rPr lang="en-US" altLang="zh-CN" sz="1600" dirty="0" smtClean="0"/>
              <a:t>[1</a:t>
            </a:r>
            <a:r>
              <a:rPr lang="en-US" altLang="zh-CN" sz="1600" dirty="0"/>
              <a:t>:,2].</a:t>
            </a:r>
            <a:r>
              <a:rPr lang="en-US" altLang="zh-CN" sz="1600" dirty="0" smtClean="0"/>
              <a:t>values-</a:t>
            </a:r>
            <a:r>
              <a:rPr lang="en-US" altLang="zh-CN" sz="1600" dirty="0" err="1" smtClean="0"/>
              <a:t>data.iloc</a:t>
            </a:r>
            <a:r>
              <a:rPr lang="en-US" altLang="zh-CN" sz="1600" dirty="0" smtClean="0"/>
              <a:t>[0:1,2</a:t>
            </a:r>
            <a:r>
              <a:rPr lang="en-US" altLang="zh-CN" sz="1600" dirty="0"/>
              <a:t>].values&gt;0]=1</a:t>
            </a:r>
            <a:endParaRPr lang="zh-CN" altLang="zh-CN" sz="1600" dirty="0"/>
          </a:p>
          <a:p>
            <a:r>
              <a:rPr lang="en-US" altLang="zh-CN" sz="1600" dirty="0"/>
              <a:t>        </a:t>
            </a:r>
            <a:r>
              <a:rPr lang="zh-CN" altLang="en-US" sz="1600" dirty="0" smtClean="0"/>
              <a:t>　</a:t>
            </a:r>
            <a:r>
              <a:rPr lang="en-US" altLang="zh-CN" sz="1600" dirty="0" smtClean="0"/>
              <a:t>z[</a:t>
            </a:r>
            <a:r>
              <a:rPr lang="en-US" altLang="zh-CN" sz="1600" dirty="0" err="1" smtClean="0"/>
              <a:t>data.iloc</a:t>
            </a:r>
            <a:r>
              <a:rPr lang="en-US" altLang="zh-CN" sz="1600" dirty="0" smtClean="0"/>
              <a:t>[1</a:t>
            </a:r>
            <a:r>
              <a:rPr lang="en-US" altLang="zh-CN" sz="1600" dirty="0"/>
              <a:t>:,2].</a:t>
            </a:r>
            <a:r>
              <a:rPr lang="en-US" altLang="zh-CN" sz="1600" dirty="0" smtClean="0"/>
              <a:t>values-</a:t>
            </a:r>
            <a:r>
              <a:rPr lang="en-US" altLang="zh-CN" sz="1600" dirty="0" err="1" smtClean="0"/>
              <a:t>data.iloc</a:t>
            </a:r>
            <a:r>
              <a:rPr lang="en-US" altLang="zh-CN" sz="1600" dirty="0" smtClean="0"/>
              <a:t>[0:-1,2</a:t>
            </a:r>
            <a:r>
              <a:rPr lang="en-US" altLang="zh-CN" sz="1600" dirty="0"/>
              <a:t>].values==0]=0</a:t>
            </a:r>
            <a:endParaRPr lang="zh-CN" altLang="zh-CN" sz="1600" dirty="0"/>
          </a:p>
          <a:p>
            <a:r>
              <a:rPr lang="en-US" altLang="zh-CN" sz="1600" dirty="0"/>
              <a:t>        </a:t>
            </a:r>
            <a:r>
              <a:rPr lang="zh-CN" altLang="en-US" sz="1600" dirty="0" smtClean="0"/>
              <a:t>　</a:t>
            </a:r>
            <a:r>
              <a:rPr lang="en-US" altLang="zh-CN" sz="1600" dirty="0" smtClean="0"/>
              <a:t>z[</a:t>
            </a:r>
            <a:r>
              <a:rPr lang="en-US" altLang="zh-CN" sz="1600" dirty="0" err="1" smtClean="0"/>
              <a:t>data.iloc</a:t>
            </a:r>
            <a:r>
              <a:rPr lang="en-US" altLang="zh-CN" sz="1600" dirty="0" smtClean="0"/>
              <a:t>[1</a:t>
            </a:r>
            <a:r>
              <a:rPr lang="en-US" altLang="zh-CN" sz="1600" dirty="0"/>
              <a:t>:,2].values-</a:t>
            </a:r>
            <a:r>
              <a:rPr lang="en-US" altLang="zh-CN" sz="1600" dirty="0" err="1"/>
              <a:t>data.iloc</a:t>
            </a:r>
            <a:r>
              <a:rPr lang="en-US" altLang="zh-CN" sz="1600" dirty="0"/>
              <a:t>[0:-1,2].values&lt;0]=-1</a:t>
            </a:r>
            <a:endParaRPr lang="zh-CN" altLang="zh-CN" sz="1600" dirty="0"/>
          </a:p>
          <a:p>
            <a:r>
              <a:rPr lang="en-US" altLang="zh-CN" sz="1600" dirty="0"/>
              <a:t>        </a:t>
            </a:r>
            <a:r>
              <a:rPr lang="zh-CN" altLang="en-US" sz="1600" dirty="0" smtClean="0"/>
              <a:t>　</a:t>
            </a:r>
            <a:r>
              <a:rPr lang="en-US" altLang="zh-CN" sz="1600" dirty="0" smtClean="0"/>
              <a:t>y[i</a:t>
            </a:r>
            <a:r>
              <a:rPr lang="en-US" altLang="zh-CN" sz="1600" dirty="0"/>
              <a:t>]=z[i]  </a:t>
            </a:r>
            <a:endParaRPr lang="zh-CN" altLang="zh-CN" sz="1600" dirty="0"/>
          </a:p>
          <a:p>
            <a:r>
              <a:rPr lang="en-US" altLang="zh-CN" sz="1600" dirty="0"/>
              <a:t>    return y</a:t>
            </a:r>
            <a:endParaRPr lang="zh-CN" altLang="zh-CN" sz="1600" dirty="0"/>
          </a:p>
        </p:txBody>
      </p:sp>
      <p:sp>
        <p:nvSpPr>
          <p:cNvPr id="4" name="矩形 3"/>
          <p:cNvSpPr/>
          <p:nvPr/>
        </p:nvSpPr>
        <p:spPr>
          <a:xfrm>
            <a:off x="7178501" y="2564904"/>
            <a:ext cx="3816424" cy="3970318"/>
          </a:xfrm>
          <a:prstGeom prst="rect">
            <a:avLst/>
          </a:prstGeom>
        </p:spPr>
        <p:txBody>
          <a:bodyPr wrap="square">
            <a:spAutoFit/>
          </a:bodyPr>
          <a:lstStyle/>
          <a:p>
            <a:pPr algn="just">
              <a:spcAft>
                <a:spcPts val="0"/>
              </a:spcAft>
            </a:pPr>
            <a:r>
              <a:rPr lang="en-US" altLang="zh-CN" kern="100" dirty="0">
                <a:latin typeface="Calibri" panose="020F0502020204030204"/>
                <a:ea typeface="宋体" panose="02010600030101010101" pitchFamily="2" charset="-122"/>
                <a:cs typeface="Times New Roman" panose="02020603050405020304"/>
              </a:rPr>
              <a:t>import </a:t>
            </a:r>
            <a:r>
              <a:rPr lang="en-US" altLang="zh-CN" kern="100" dirty="0" err="1">
                <a:latin typeface="Calibri" panose="020F0502020204030204"/>
                <a:ea typeface="宋体" panose="02010600030101010101" pitchFamily="2" charset="-122"/>
                <a:cs typeface="Times New Roman" panose="02020603050405020304"/>
              </a:rPr>
              <a:t>Ind</a:t>
            </a:r>
            <a:endParaRPr lang="zh-CN" altLang="zh-CN" kern="100" dirty="0">
              <a:latin typeface="Calibri" panose="020F0502020204030204"/>
              <a:ea typeface="宋体" panose="02010600030101010101" pitchFamily="2" charset="-122"/>
              <a:cs typeface="Times New Roman" panose="02020603050405020304"/>
            </a:endParaRPr>
          </a:p>
          <a:p>
            <a:pPr algn="just">
              <a:spcAft>
                <a:spcPts val="0"/>
              </a:spcAft>
            </a:pPr>
            <a:r>
              <a:rPr lang="en-US" altLang="zh-CN" kern="100" dirty="0">
                <a:latin typeface="Calibri" panose="020F0502020204030204"/>
                <a:ea typeface="宋体" panose="02010600030101010101" pitchFamily="2" charset="-122"/>
                <a:cs typeface="Times New Roman" panose="02020603050405020304"/>
              </a:rPr>
              <a:t>import pandas as </a:t>
            </a:r>
            <a:r>
              <a:rPr lang="en-US" altLang="zh-CN" kern="100" dirty="0" err="1">
                <a:latin typeface="Calibri" panose="020F0502020204030204"/>
                <a:ea typeface="宋体" panose="02010600030101010101" pitchFamily="2" charset="-122"/>
                <a:cs typeface="Times New Roman" panose="02020603050405020304"/>
              </a:rPr>
              <a:t>pd</a:t>
            </a:r>
            <a:endParaRPr lang="zh-CN" altLang="zh-CN" kern="100" dirty="0">
              <a:latin typeface="Calibri" panose="020F0502020204030204"/>
              <a:ea typeface="宋体" panose="02010600030101010101" pitchFamily="2" charset="-122"/>
              <a:cs typeface="Times New Roman" panose="02020603050405020304"/>
            </a:endParaRPr>
          </a:p>
          <a:p>
            <a:pPr algn="just">
              <a:spcAft>
                <a:spcPts val="0"/>
              </a:spcAft>
            </a:pPr>
            <a:r>
              <a:rPr lang="en-US" altLang="zh-CN" kern="100" dirty="0">
                <a:latin typeface="Calibri" panose="020F0502020204030204"/>
                <a:ea typeface="宋体" panose="02010600030101010101" pitchFamily="2" charset="-122"/>
                <a:cs typeface="Times New Roman" panose="02020603050405020304"/>
              </a:rPr>
              <a:t>data=</a:t>
            </a:r>
            <a:r>
              <a:rPr lang="en-US" altLang="zh-CN" kern="100" dirty="0" err="1">
                <a:latin typeface="Calibri" panose="020F0502020204030204"/>
                <a:ea typeface="宋体" panose="02010600030101010101" pitchFamily="2" charset="-122"/>
                <a:cs typeface="Times New Roman" panose="02020603050405020304"/>
              </a:rPr>
              <a:t>pd.read_excel</a:t>
            </a:r>
            <a:r>
              <a:rPr lang="en-US" altLang="zh-CN" kern="100" dirty="0">
                <a:latin typeface="Calibri" panose="020F0502020204030204"/>
                <a:ea typeface="宋体" panose="02010600030101010101" pitchFamily="2" charset="-122"/>
                <a:cs typeface="Times New Roman" panose="02020603050405020304"/>
              </a:rPr>
              <a:t>('data.xlsx')</a:t>
            </a:r>
            <a:endParaRPr lang="zh-CN" altLang="zh-CN" kern="100" dirty="0">
              <a:latin typeface="Calibri" panose="020F0502020204030204"/>
              <a:ea typeface="宋体" panose="02010600030101010101" pitchFamily="2" charset="-122"/>
              <a:cs typeface="Times New Roman" panose="02020603050405020304"/>
            </a:endParaRPr>
          </a:p>
          <a:p>
            <a:pPr algn="just">
              <a:spcAft>
                <a:spcPts val="0"/>
              </a:spcAft>
            </a:pPr>
            <a:r>
              <a:rPr lang="en-US" altLang="zh-CN" kern="100" dirty="0">
                <a:latin typeface="Calibri" panose="020F0502020204030204"/>
                <a:ea typeface="宋体" panose="02010600030101010101" pitchFamily="2" charset="-122"/>
                <a:cs typeface="Times New Roman" panose="02020603050405020304"/>
              </a:rPr>
              <a:t>MA= Ind.MA(data,5,10,20) </a:t>
            </a:r>
            <a:endParaRPr lang="zh-CN" altLang="zh-CN" kern="100" dirty="0">
              <a:latin typeface="Calibri" panose="020F0502020204030204"/>
              <a:ea typeface="宋体" panose="02010600030101010101" pitchFamily="2" charset="-122"/>
              <a:cs typeface="Times New Roman" panose="02020603050405020304"/>
            </a:endParaRPr>
          </a:p>
          <a:p>
            <a:pPr algn="just">
              <a:spcAft>
                <a:spcPts val="0"/>
              </a:spcAft>
            </a:pPr>
            <a:r>
              <a:rPr lang="en-US" altLang="zh-CN" kern="100" dirty="0" err="1">
                <a:latin typeface="Calibri" panose="020F0502020204030204"/>
                <a:ea typeface="宋体" panose="02010600030101010101" pitchFamily="2" charset="-122"/>
                <a:cs typeface="Times New Roman" panose="02020603050405020304"/>
              </a:rPr>
              <a:t>macd</a:t>
            </a:r>
            <a:r>
              <a:rPr lang="en-US" altLang="zh-CN" kern="100" dirty="0">
                <a:latin typeface="Calibri" panose="020F0502020204030204"/>
                <a:ea typeface="宋体" panose="02010600030101010101" pitchFamily="2" charset="-122"/>
                <a:cs typeface="Times New Roman" panose="02020603050405020304"/>
              </a:rPr>
              <a:t>=</a:t>
            </a:r>
            <a:r>
              <a:rPr lang="en-US" altLang="zh-CN" kern="100" dirty="0" err="1">
                <a:latin typeface="Calibri" panose="020F0502020204030204"/>
                <a:ea typeface="宋体" panose="02010600030101010101" pitchFamily="2" charset="-122"/>
                <a:cs typeface="Times New Roman" panose="02020603050405020304"/>
              </a:rPr>
              <a:t>Ind.MACD</a:t>
            </a:r>
            <a:r>
              <a:rPr lang="en-US" altLang="zh-CN" kern="100" dirty="0">
                <a:latin typeface="Calibri" panose="020F0502020204030204"/>
                <a:ea typeface="宋体" panose="02010600030101010101" pitchFamily="2" charset="-122"/>
                <a:cs typeface="Times New Roman" panose="02020603050405020304"/>
              </a:rPr>
              <a:t>(data)</a:t>
            </a:r>
            <a:endParaRPr lang="zh-CN" altLang="zh-CN" kern="100" dirty="0">
              <a:latin typeface="Calibri" panose="020F0502020204030204"/>
              <a:ea typeface="宋体" panose="02010600030101010101" pitchFamily="2" charset="-122"/>
              <a:cs typeface="Times New Roman" panose="02020603050405020304"/>
            </a:endParaRPr>
          </a:p>
          <a:p>
            <a:pPr algn="just">
              <a:spcAft>
                <a:spcPts val="0"/>
              </a:spcAft>
            </a:pPr>
            <a:r>
              <a:rPr lang="en-US" altLang="zh-CN" kern="100" dirty="0" err="1">
                <a:latin typeface="Calibri" panose="020F0502020204030204"/>
                <a:ea typeface="宋体" panose="02010600030101010101" pitchFamily="2" charset="-122"/>
                <a:cs typeface="Times New Roman" panose="02020603050405020304"/>
              </a:rPr>
              <a:t>kdj</a:t>
            </a:r>
            <a:r>
              <a:rPr lang="en-US" altLang="zh-CN" kern="100" dirty="0">
                <a:latin typeface="Calibri" panose="020F0502020204030204"/>
                <a:ea typeface="宋体" panose="02010600030101010101" pitchFamily="2" charset="-122"/>
                <a:cs typeface="Times New Roman" panose="02020603050405020304"/>
              </a:rPr>
              <a:t>=</a:t>
            </a:r>
            <a:r>
              <a:rPr lang="en-US" altLang="zh-CN" kern="100" dirty="0" err="1">
                <a:latin typeface="Calibri" panose="020F0502020204030204"/>
                <a:ea typeface="宋体" panose="02010600030101010101" pitchFamily="2" charset="-122"/>
                <a:cs typeface="Times New Roman" panose="02020603050405020304"/>
              </a:rPr>
              <a:t>Ind.KDJ</a:t>
            </a:r>
            <a:r>
              <a:rPr lang="en-US" altLang="zh-CN" kern="100" dirty="0">
                <a:latin typeface="Calibri" panose="020F0502020204030204"/>
                <a:ea typeface="宋体" panose="02010600030101010101" pitchFamily="2" charset="-122"/>
                <a:cs typeface="Times New Roman" panose="02020603050405020304"/>
              </a:rPr>
              <a:t>(data,9)</a:t>
            </a:r>
            <a:endParaRPr lang="zh-CN" altLang="zh-CN" kern="100" dirty="0">
              <a:latin typeface="Calibri" panose="020F0502020204030204"/>
              <a:ea typeface="宋体" panose="02010600030101010101" pitchFamily="2" charset="-122"/>
              <a:cs typeface="Times New Roman" panose="02020603050405020304"/>
            </a:endParaRPr>
          </a:p>
          <a:p>
            <a:pPr algn="just">
              <a:spcAft>
                <a:spcPts val="0"/>
              </a:spcAft>
            </a:pPr>
            <a:r>
              <a:rPr lang="en-US" altLang="zh-CN" kern="100" dirty="0">
                <a:latin typeface="Calibri" panose="020F0502020204030204"/>
                <a:ea typeface="宋体" panose="02010600030101010101" pitchFamily="2" charset="-122"/>
                <a:cs typeface="Times New Roman" panose="02020603050405020304"/>
              </a:rPr>
              <a:t>rsi6=</a:t>
            </a:r>
            <a:r>
              <a:rPr lang="en-US" altLang="zh-CN" kern="100" dirty="0" err="1">
                <a:latin typeface="Calibri" panose="020F0502020204030204"/>
                <a:ea typeface="宋体" panose="02010600030101010101" pitchFamily="2" charset="-122"/>
                <a:cs typeface="Times New Roman" panose="02020603050405020304"/>
              </a:rPr>
              <a:t>Ind.RSI</a:t>
            </a:r>
            <a:r>
              <a:rPr lang="en-US" altLang="zh-CN" kern="100" dirty="0">
                <a:latin typeface="Calibri" panose="020F0502020204030204"/>
                <a:ea typeface="宋体" panose="02010600030101010101" pitchFamily="2" charset="-122"/>
                <a:cs typeface="Times New Roman" panose="02020603050405020304"/>
              </a:rPr>
              <a:t>(data,6)</a:t>
            </a:r>
            <a:endParaRPr lang="zh-CN" altLang="zh-CN" kern="100" dirty="0">
              <a:latin typeface="Calibri" panose="020F0502020204030204"/>
              <a:ea typeface="宋体" panose="02010600030101010101" pitchFamily="2" charset="-122"/>
              <a:cs typeface="Times New Roman" panose="02020603050405020304"/>
            </a:endParaRPr>
          </a:p>
          <a:p>
            <a:pPr algn="just">
              <a:spcAft>
                <a:spcPts val="0"/>
              </a:spcAft>
            </a:pPr>
            <a:r>
              <a:rPr lang="en-US" altLang="zh-CN" kern="100" dirty="0">
                <a:latin typeface="Calibri" panose="020F0502020204030204"/>
                <a:ea typeface="宋体" panose="02010600030101010101" pitchFamily="2" charset="-122"/>
                <a:cs typeface="Times New Roman" panose="02020603050405020304"/>
              </a:rPr>
              <a:t>rsi12=</a:t>
            </a:r>
            <a:r>
              <a:rPr lang="en-US" altLang="zh-CN" kern="100" dirty="0" err="1">
                <a:latin typeface="Calibri" panose="020F0502020204030204"/>
                <a:ea typeface="宋体" panose="02010600030101010101" pitchFamily="2" charset="-122"/>
                <a:cs typeface="Times New Roman" panose="02020603050405020304"/>
              </a:rPr>
              <a:t>Ind.RSI</a:t>
            </a:r>
            <a:r>
              <a:rPr lang="en-US" altLang="zh-CN" kern="100" dirty="0">
                <a:latin typeface="Calibri" panose="020F0502020204030204"/>
                <a:ea typeface="宋体" panose="02010600030101010101" pitchFamily="2" charset="-122"/>
                <a:cs typeface="Times New Roman" panose="02020603050405020304"/>
              </a:rPr>
              <a:t>(data,12)</a:t>
            </a:r>
            <a:endParaRPr lang="zh-CN" altLang="zh-CN" kern="100" dirty="0">
              <a:latin typeface="Calibri" panose="020F0502020204030204"/>
              <a:ea typeface="宋体" panose="02010600030101010101" pitchFamily="2" charset="-122"/>
              <a:cs typeface="Times New Roman" panose="02020603050405020304"/>
            </a:endParaRPr>
          </a:p>
          <a:p>
            <a:pPr algn="just">
              <a:spcAft>
                <a:spcPts val="0"/>
              </a:spcAft>
            </a:pPr>
            <a:r>
              <a:rPr lang="en-US" altLang="zh-CN" kern="100" dirty="0">
                <a:latin typeface="Calibri" panose="020F0502020204030204"/>
                <a:ea typeface="宋体" panose="02010600030101010101" pitchFamily="2" charset="-122"/>
                <a:cs typeface="Times New Roman" panose="02020603050405020304"/>
              </a:rPr>
              <a:t>rsi24=</a:t>
            </a:r>
            <a:r>
              <a:rPr lang="en-US" altLang="zh-CN" kern="100" dirty="0" err="1">
                <a:latin typeface="Calibri" panose="020F0502020204030204"/>
                <a:ea typeface="宋体" panose="02010600030101010101" pitchFamily="2" charset="-122"/>
                <a:cs typeface="Times New Roman" panose="02020603050405020304"/>
              </a:rPr>
              <a:t>Ind.RSI</a:t>
            </a:r>
            <a:r>
              <a:rPr lang="en-US" altLang="zh-CN" kern="100" dirty="0">
                <a:latin typeface="Calibri" panose="020F0502020204030204"/>
                <a:ea typeface="宋体" panose="02010600030101010101" pitchFamily="2" charset="-122"/>
                <a:cs typeface="Times New Roman" panose="02020603050405020304"/>
              </a:rPr>
              <a:t>(data,24)</a:t>
            </a:r>
            <a:endParaRPr lang="zh-CN" altLang="zh-CN" kern="100" dirty="0">
              <a:latin typeface="Calibri" panose="020F0502020204030204"/>
              <a:ea typeface="宋体" panose="02010600030101010101" pitchFamily="2" charset="-122"/>
              <a:cs typeface="Times New Roman" panose="02020603050405020304"/>
            </a:endParaRPr>
          </a:p>
          <a:p>
            <a:pPr algn="just">
              <a:spcAft>
                <a:spcPts val="0"/>
              </a:spcAft>
            </a:pPr>
            <a:r>
              <a:rPr lang="en-US" altLang="zh-CN" kern="100" dirty="0">
                <a:latin typeface="Calibri" panose="020F0502020204030204"/>
                <a:ea typeface="宋体" panose="02010600030101010101" pitchFamily="2" charset="-122"/>
                <a:cs typeface="Times New Roman" panose="02020603050405020304"/>
              </a:rPr>
              <a:t>bias5=</a:t>
            </a:r>
            <a:r>
              <a:rPr lang="en-US" altLang="zh-CN" kern="100" dirty="0" err="1">
                <a:latin typeface="Calibri" panose="020F0502020204030204"/>
                <a:ea typeface="宋体" panose="02010600030101010101" pitchFamily="2" charset="-122"/>
                <a:cs typeface="Times New Roman" panose="02020603050405020304"/>
              </a:rPr>
              <a:t>Ind.BIAS</a:t>
            </a:r>
            <a:r>
              <a:rPr lang="en-US" altLang="zh-CN" kern="100" dirty="0">
                <a:latin typeface="Calibri" panose="020F0502020204030204"/>
                <a:ea typeface="宋体" panose="02010600030101010101" pitchFamily="2" charset="-122"/>
                <a:cs typeface="Times New Roman" panose="02020603050405020304"/>
              </a:rPr>
              <a:t>(data,5)</a:t>
            </a:r>
            <a:endParaRPr lang="zh-CN" altLang="zh-CN" kern="100" dirty="0">
              <a:latin typeface="Calibri" panose="020F0502020204030204"/>
              <a:ea typeface="宋体" panose="02010600030101010101" pitchFamily="2" charset="-122"/>
              <a:cs typeface="Times New Roman" panose="02020603050405020304"/>
            </a:endParaRPr>
          </a:p>
          <a:p>
            <a:pPr algn="just">
              <a:spcAft>
                <a:spcPts val="0"/>
              </a:spcAft>
            </a:pPr>
            <a:r>
              <a:rPr lang="en-US" altLang="zh-CN" kern="100" dirty="0">
                <a:latin typeface="Calibri" panose="020F0502020204030204"/>
                <a:ea typeface="宋体" panose="02010600030101010101" pitchFamily="2" charset="-122"/>
                <a:cs typeface="Times New Roman" panose="02020603050405020304"/>
              </a:rPr>
              <a:t>bias10=</a:t>
            </a:r>
            <a:r>
              <a:rPr lang="en-US" altLang="zh-CN" kern="100" dirty="0" err="1">
                <a:latin typeface="Calibri" panose="020F0502020204030204"/>
                <a:ea typeface="宋体" panose="02010600030101010101" pitchFamily="2" charset="-122"/>
                <a:cs typeface="Times New Roman" panose="02020603050405020304"/>
              </a:rPr>
              <a:t>Ind.BIAS</a:t>
            </a:r>
            <a:r>
              <a:rPr lang="en-US" altLang="zh-CN" kern="100" dirty="0">
                <a:latin typeface="Calibri" panose="020F0502020204030204"/>
                <a:ea typeface="宋体" panose="02010600030101010101" pitchFamily="2" charset="-122"/>
                <a:cs typeface="Times New Roman" panose="02020603050405020304"/>
              </a:rPr>
              <a:t>(data,10)</a:t>
            </a:r>
            <a:endParaRPr lang="zh-CN" altLang="zh-CN" kern="100" dirty="0">
              <a:latin typeface="Calibri" panose="020F0502020204030204"/>
              <a:ea typeface="宋体" panose="02010600030101010101" pitchFamily="2" charset="-122"/>
              <a:cs typeface="Times New Roman" panose="02020603050405020304"/>
            </a:endParaRPr>
          </a:p>
          <a:p>
            <a:pPr algn="just">
              <a:spcAft>
                <a:spcPts val="0"/>
              </a:spcAft>
            </a:pPr>
            <a:r>
              <a:rPr lang="en-US" altLang="zh-CN" kern="100" dirty="0">
                <a:latin typeface="Calibri" panose="020F0502020204030204"/>
                <a:ea typeface="宋体" panose="02010600030101010101" pitchFamily="2" charset="-122"/>
                <a:cs typeface="Times New Roman" panose="02020603050405020304"/>
              </a:rPr>
              <a:t>bias20=</a:t>
            </a:r>
            <a:r>
              <a:rPr lang="en-US" altLang="zh-CN" kern="100" dirty="0" err="1">
                <a:latin typeface="Calibri" panose="020F0502020204030204"/>
                <a:ea typeface="宋体" panose="02010600030101010101" pitchFamily="2" charset="-122"/>
                <a:cs typeface="Times New Roman" panose="02020603050405020304"/>
              </a:rPr>
              <a:t>Ind.BIAS</a:t>
            </a:r>
            <a:r>
              <a:rPr lang="en-US" altLang="zh-CN" kern="100" dirty="0">
                <a:latin typeface="Calibri" panose="020F0502020204030204"/>
                <a:ea typeface="宋体" panose="02010600030101010101" pitchFamily="2" charset="-122"/>
                <a:cs typeface="Times New Roman" panose="02020603050405020304"/>
              </a:rPr>
              <a:t>(data,20)</a:t>
            </a:r>
            <a:endParaRPr lang="zh-CN" altLang="zh-CN" kern="100" dirty="0">
              <a:latin typeface="Calibri" panose="020F0502020204030204"/>
              <a:ea typeface="宋体" panose="02010600030101010101" pitchFamily="2" charset="-122"/>
              <a:cs typeface="Times New Roman" panose="02020603050405020304"/>
            </a:endParaRPr>
          </a:p>
          <a:p>
            <a:pPr algn="just">
              <a:spcAft>
                <a:spcPts val="0"/>
              </a:spcAft>
            </a:pPr>
            <a:r>
              <a:rPr lang="en-US" altLang="zh-CN" kern="100" dirty="0" err="1">
                <a:latin typeface="Calibri" panose="020F0502020204030204"/>
                <a:ea typeface="宋体" panose="02010600030101010101" pitchFamily="2" charset="-122"/>
                <a:cs typeface="Times New Roman" panose="02020603050405020304"/>
              </a:rPr>
              <a:t>obv</a:t>
            </a:r>
            <a:r>
              <a:rPr lang="en-US" altLang="zh-CN" kern="100" dirty="0">
                <a:latin typeface="Calibri" panose="020F0502020204030204"/>
                <a:ea typeface="宋体" panose="02010600030101010101" pitchFamily="2" charset="-122"/>
                <a:cs typeface="Times New Roman" panose="02020603050405020304"/>
              </a:rPr>
              <a:t>=</a:t>
            </a:r>
            <a:r>
              <a:rPr lang="en-US" altLang="zh-CN" kern="100" dirty="0" err="1">
                <a:latin typeface="Calibri" panose="020F0502020204030204"/>
                <a:ea typeface="宋体" panose="02010600030101010101" pitchFamily="2" charset="-122"/>
                <a:cs typeface="Times New Roman" panose="02020603050405020304"/>
              </a:rPr>
              <a:t>Ind.OBV</a:t>
            </a:r>
            <a:r>
              <a:rPr lang="en-US" altLang="zh-CN" kern="100" dirty="0">
                <a:latin typeface="Calibri" panose="020F0502020204030204"/>
                <a:ea typeface="宋体" panose="02010600030101010101" pitchFamily="2" charset="-122"/>
                <a:cs typeface="Times New Roman" panose="02020603050405020304"/>
              </a:rPr>
              <a:t>(data) </a:t>
            </a:r>
            <a:endParaRPr lang="zh-CN" altLang="zh-CN" kern="100" dirty="0">
              <a:latin typeface="Calibri" panose="020F0502020204030204"/>
              <a:ea typeface="宋体" panose="02010600030101010101" pitchFamily="2" charset="-122"/>
              <a:cs typeface="Times New Roman" panose="02020603050405020304"/>
            </a:endParaRPr>
          </a:p>
          <a:p>
            <a:pPr algn="just">
              <a:spcAft>
                <a:spcPts val="0"/>
              </a:spcAft>
            </a:pPr>
            <a:r>
              <a:rPr lang="en-US" altLang="zh-CN" kern="100" dirty="0">
                <a:latin typeface="Calibri" panose="020F0502020204030204"/>
                <a:ea typeface="宋体" panose="02010600030101010101" pitchFamily="2" charset="-122"/>
                <a:cs typeface="Times New Roman" panose="02020603050405020304"/>
              </a:rPr>
              <a:t>y=</a:t>
            </a:r>
            <a:r>
              <a:rPr lang="en-US" altLang="zh-CN" kern="100" dirty="0" err="1">
                <a:latin typeface="Calibri" panose="020F0502020204030204"/>
                <a:ea typeface="宋体" panose="02010600030101010101" pitchFamily="2" charset="-122"/>
                <a:cs typeface="Times New Roman" panose="02020603050405020304"/>
              </a:rPr>
              <a:t>Ind.cla</a:t>
            </a:r>
            <a:r>
              <a:rPr lang="en-US" altLang="zh-CN" kern="100" dirty="0">
                <a:latin typeface="Calibri" panose="020F0502020204030204"/>
                <a:ea typeface="宋体" panose="02010600030101010101" pitchFamily="2" charset="-122"/>
                <a:cs typeface="Times New Roman" panose="02020603050405020304"/>
              </a:rPr>
              <a:t>(data)</a:t>
            </a:r>
            <a:endParaRPr lang="zh-CN" altLang="zh-CN" kern="100" dirty="0">
              <a:latin typeface="Calibri" panose="020F0502020204030204"/>
              <a:ea typeface="宋体" panose="02010600030101010101" pitchFamily="2" charset="-122"/>
              <a:cs typeface="Times New Roman" panose="02020603050405020304"/>
            </a:endParaRPr>
          </a:p>
        </p:txBody>
      </p:sp>
      <p:sp>
        <p:nvSpPr>
          <p:cNvPr id="8" name="矩形 10"/>
          <p:cNvSpPr>
            <a:spLocks noChangeArrowheads="1"/>
          </p:cNvSpPr>
          <p:nvPr/>
        </p:nvSpPr>
        <p:spPr bwMode="auto">
          <a:xfrm>
            <a:off x="6818461" y="567839"/>
            <a:ext cx="5378302" cy="1853049"/>
          </a:xfrm>
          <a:prstGeom prst="rect">
            <a:avLst/>
          </a:prstGeom>
          <a:solidFill>
            <a:schemeClr val="accent4">
              <a:lumMod val="20000"/>
              <a:lumOff val="80000"/>
              <a:alpha val="74117"/>
            </a:schemeClr>
          </a:solidFill>
          <a:ln w="9525">
            <a:solidFill>
              <a:schemeClr val="accent1"/>
            </a:solidFill>
            <a:round/>
          </a:ln>
        </p:spPr>
        <p:txBody>
          <a:bodyPr lIns="117221" tIns="58610" rIns="117221" bIns="58610" anchor="ctr"/>
          <a:lstStyle>
            <a:lvl1pPr>
              <a:lnSpc>
                <a:spcPct val="120000"/>
              </a:lnSpc>
              <a:spcBef>
                <a:spcPts val="1000"/>
              </a:spcBef>
              <a:buFont typeface="Arial" panose="020B0604020202020204" pitchFamily="34" charset="0"/>
              <a:buChar char="•"/>
              <a:defRPr kumimoji="1" sz="2400">
                <a:solidFill>
                  <a:srgbClr val="595959"/>
                </a:solidFill>
                <a:latin typeface="Arial" panose="020B0604020202020204" pitchFamily="34" charset="0"/>
                <a:ea typeface="微软雅黑" panose="020B0503020204020204" pitchFamily="34" charset="-122"/>
              </a:defRPr>
            </a:lvl1pPr>
            <a:lvl2pPr marL="742950" indent="-285750">
              <a:lnSpc>
                <a:spcPct val="120000"/>
              </a:lnSpc>
              <a:spcBef>
                <a:spcPts val="500"/>
              </a:spcBef>
              <a:buFont typeface="Arial" panose="020B0604020202020204" pitchFamily="34" charset="0"/>
              <a:buChar char="•"/>
              <a:defRPr kumimoji="1" sz="2000">
                <a:solidFill>
                  <a:srgbClr val="595959"/>
                </a:solidFill>
                <a:latin typeface="Arial" panose="020B0604020202020204" pitchFamily="34" charset="0"/>
                <a:ea typeface="微软雅黑" panose="020B0503020204020204" pitchFamily="34" charset="-122"/>
              </a:defRPr>
            </a:lvl2pPr>
            <a:lvl3pPr marL="1143000" indent="-228600">
              <a:lnSpc>
                <a:spcPct val="120000"/>
              </a:lnSpc>
              <a:spcBef>
                <a:spcPts val="500"/>
              </a:spcBef>
              <a:buFont typeface="Arial" panose="020B0604020202020204" pitchFamily="34" charset="0"/>
              <a:buChar char="•"/>
              <a:defRPr kumimoji="1">
                <a:solidFill>
                  <a:srgbClr val="595959"/>
                </a:solidFill>
                <a:latin typeface="Arial" panose="020B0604020202020204" pitchFamily="34" charset="0"/>
                <a:ea typeface="微软雅黑" panose="020B0503020204020204" pitchFamily="34" charset="-122"/>
              </a:defRPr>
            </a:lvl3pPr>
            <a:lvl4pPr marL="1600200" indent="-228600">
              <a:lnSpc>
                <a:spcPct val="120000"/>
              </a:lnSpc>
              <a:spcBef>
                <a:spcPts val="500"/>
              </a:spcBef>
              <a:buFont typeface="Arial" panose="020B0604020202020204" pitchFamily="34" charset="0"/>
              <a:buChar char="•"/>
              <a:defRPr kumimoji="1">
                <a:solidFill>
                  <a:srgbClr val="595959"/>
                </a:solidFill>
                <a:latin typeface="Arial" panose="020B0604020202020204" pitchFamily="34" charset="0"/>
                <a:ea typeface="微软雅黑" panose="020B0503020204020204" pitchFamily="34" charset="-122"/>
              </a:defRPr>
            </a:lvl4pPr>
            <a:lvl5pPr marL="2057400" indent="-228600">
              <a:lnSpc>
                <a:spcPct val="120000"/>
              </a:lnSpc>
              <a:spcBef>
                <a:spcPts val="500"/>
              </a:spcBef>
              <a:buFont typeface="Arial" panose="020B0604020202020204" pitchFamily="34" charset="0"/>
              <a:buChar char="•"/>
              <a:defRPr kumimoji="1">
                <a:solidFill>
                  <a:srgbClr val="595959"/>
                </a:solidFill>
                <a:latin typeface="Arial" panose="020B0604020202020204" pitchFamily="34" charset="0"/>
                <a:ea typeface="微软雅黑" panose="020B0503020204020204" pitchFamily="34" charset="-122"/>
              </a:defRPr>
            </a:lvl5pPr>
            <a:lvl6pPr marL="2514600" indent="-228600" eaLnBrk="0" fontAlgn="base" hangingPunct="0">
              <a:lnSpc>
                <a:spcPct val="120000"/>
              </a:lnSpc>
              <a:spcBef>
                <a:spcPts val="500"/>
              </a:spcBef>
              <a:spcAft>
                <a:spcPct val="0"/>
              </a:spcAft>
              <a:buFont typeface="Arial" panose="020B0604020202020204" pitchFamily="34" charset="0"/>
              <a:buChar char="•"/>
              <a:defRPr kumimoji="1">
                <a:solidFill>
                  <a:srgbClr val="595959"/>
                </a:solidFill>
                <a:latin typeface="Arial" panose="020B0604020202020204" pitchFamily="34" charset="0"/>
                <a:ea typeface="微软雅黑" panose="020B0503020204020204" pitchFamily="34" charset="-122"/>
              </a:defRPr>
            </a:lvl6pPr>
            <a:lvl7pPr marL="2971800" indent="-228600" eaLnBrk="0" fontAlgn="base" hangingPunct="0">
              <a:lnSpc>
                <a:spcPct val="120000"/>
              </a:lnSpc>
              <a:spcBef>
                <a:spcPts val="500"/>
              </a:spcBef>
              <a:spcAft>
                <a:spcPct val="0"/>
              </a:spcAft>
              <a:buFont typeface="Arial" panose="020B0604020202020204" pitchFamily="34" charset="0"/>
              <a:buChar char="•"/>
              <a:defRPr kumimoji="1">
                <a:solidFill>
                  <a:srgbClr val="595959"/>
                </a:solidFill>
                <a:latin typeface="Arial" panose="020B0604020202020204" pitchFamily="34" charset="0"/>
                <a:ea typeface="微软雅黑" panose="020B0503020204020204" pitchFamily="34" charset="-122"/>
              </a:defRPr>
            </a:lvl7pPr>
            <a:lvl8pPr marL="3429000" indent="-228600" eaLnBrk="0" fontAlgn="base" hangingPunct="0">
              <a:lnSpc>
                <a:spcPct val="120000"/>
              </a:lnSpc>
              <a:spcBef>
                <a:spcPts val="500"/>
              </a:spcBef>
              <a:spcAft>
                <a:spcPct val="0"/>
              </a:spcAft>
              <a:buFont typeface="Arial" panose="020B0604020202020204" pitchFamily="34" charset="0"/>
              <a:buChar char="•"/>
              <a:defRPr kumimoji="1">
                <a:solidFill>
                  <a:srgbClr val="595959"/>
                </a:solidFill>
                <a:latin typeface="Arial" panose="020B0604020202020204" pitchFamily="34" charset="0"/>
                <a:ea typeface="微软雅黑" panose="020B0503020204020204" pitchFamily="34" charset="-122"/>
              </a:defRPr>
            </a:lvl8pPr>
            <a:lvl9pPr marL="3886200" indent="-228600" eaLnBrk="0" fontAlgn="base" hangingPunct="0">
              <a:lnSpc>
                <a:spcPct val="120000"/>
              </a:lnSpc>
              <a:spcBef>
                <a:spcPts val="500"/>
              </a:spcBef>
              <a:spcAft>
                <a:spcPct val="0"/>
              </a:spcAft>
              <a:buFont typeface="Arial" panose="020B0604020202020204" pitchFamily="34" charset="0"/>
              <a:buChar char="•"/>
              <a:defRPr kumimoji="1">
                <a:solidFill>
                  <a:srgbClr val="595959"/>
                </a:solidFill>
                <a:latin typeface="Arial" panose="020B0604020202020204" pitchFamily="34" charset="0"/>
                <a:ea typeface="微软雅黑" panose="020B0503020204020204" pitchFamily="34" charset="-122"/>
              </a:defRPr>
            </a:lvl9pPr>
          </a:lstStyle>
          <a:p>
            <a:pPr algn="just">
              <a:spcAft>
                <a:spcPts val="0"/>
              </a:spcAft>
              <a:buNone/>
            </a:pPr>
            <a:r>
              <a:rPr lang="zh-CN" altLang="zh-CN" sz="2000" kern="100" dirty="0">
                <a:latin typeface="Calibri" panose="020F0502020204030204"/>
                <a:ea typeface="宋体" panose="02010600030101010101" pitchFamily="2" charset="-122"/>
                <a:cs typeface="Times New Roman" panose="02020603050405020304"/>
              </a:rPr>
              <a:t>下面我们将利用</a:t>
            </a:r>
            <a:r>
              <a:rPr lang="en-US" altLang="zh-CN" sz="2000" kern="100" dirty="0">
                <a:latin typeface="Calibri" panose="020F0502020204030204"/>
                <a:ea typeface="宋体" panose="02010600030101010101" pitchFamily="2" charset="-122"/>
                <a:cs typeface="Times New Roman" panose="02020603050405020304"/>
              </a:rPr>
              <a:t>Ind.py</a:t>
            </a:r>
            <a:r>
              <a:rPr lang="zh-CN" altLang="zh-CN" sz="2000" kern="100" dirty="0">
                <a:latin typeface="Calibri" panose="020F0502020204030204"/>
                <a:ea typeface="宋体" panose="02010600030101010101" pitchFamily="2" charset="-122"/>
                <a:cs typeface="Times New Roman" panose="02020603050405020304"/>
              </a:rPr>
              <a:t>文件中定义好的指标计算函数来计算上汽集团的指标。在计算的时候需要在计算文件夹中存放</a:t>
            </a:r>
            <a:r>
              <a:rPr lang="en-US" altLang="zh-CN" sz="2000" kern="100" dirty="0">
                <a:latin typeface="Calibri" panose="020F0502020204030204"/>
                <a:ea typeface="宋体" panose="02010600030101010101" pitchFamily="2" charset="-122"/>
                <a:cs typeface="Times New Roman" panose="02020603050405020304"/>
              </a:rPr>
              <a:t>Ind.py</a:t>
            </a:r>
            <a:r>
              <a:rPr lang="zh-CN" altLang="zh-CN" sz="2000" kern="100" dirty="0">
                <a:latin typeface="Calibri" panose="020F0502020204030204"/>
                <a:ea typeface="宋体" panose="02010600030101010101" pitchFamily="2" charset="-122"/>
                <a:cs typeface="Times New Roman" panose="02020603050405020304"/>
              </a:rPr>
              <a:t>文件，并在计算程序中导入该文件并调用指标计算函数即可完成计算。示例代码如下：</a:t>
            </a:r>
            <a:endParaRPr lang="zh-CN" altLang="zh-CN" sz="2000" kern="100" dirty="0">
              <a:latin typeface="Calibri" panose="020F0502020204030204"/>
              <a:ea typeface="宋体" panose="02010600030101010101" pitchFamily="2" charset="-122"/>
              <a:cs typeface="Times New Roman" panose="02020603050405020304"/>
            </a:endParaRPr>
          </a:p>
        </p:txBody>
      </p:sp>
    </p:spTree>
  </p:cSld>
  <p:clrMapOvr>
    <a:masterClrMapping/>
  </p:clrMapOvr>
  <mc:AlternateContent xmlns:mc="http://schemas.openxmlformats.org/markup-compatibility/2006">
    <mc:Choice xmlns:p14="http://schemas.microsoft.com/office/powerpoint/2010/main" Requires="p14">
      <p:transition p14:dur="10" advTm="9437"/>
    </mc:Choice>
    <mc:Fallback>
      <p:transition advTm="9437"/>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42" presetClass="entr" presetSubtype="0" fill="hold" grpId="0" nodeType="clickEffect">
                                  <p:stCondLst>
                                    <p:cond delay="0"/>
                                  </p:stCondLst>
                                  <p:childTnLst>
                                    <p:set>
                                      <p:cBhvr>
                                        <p:cTn id="12" dur="1" fill="hold">
                                          <p:stCondLst>
                                            <p:cond delay="0"/>
                                          </p:stCondLst>
                                        </p:cTn>
                                        <p:tgtEl>
                                          <p:spTgt spid="8"/>
                                        </p:tgtEl>
                                        <p:attrNameLst>
                                          <p:attrName>style.visibility</p:attrName>
                                        </p:attrNameLst>
                                      </p:cBhvr>
                                      <p:to>
                                        <p:strVal val="visible"/>
                                      </p:to>
                                    </p:set>
                                    <p:animEffect transition="in" filter="fade">
                                      <p:cBhvr>
                                        <p:cTn id="13" dur="1000"/>
                                        <p:tgtEl>
                                          <p:spTgt spid="8"/>
                                        </p:tgtEl>
                                      </p:cBhvr>
                                    </p:animEffect>
                                    <p:anim calcmode="lin" valueType="num">
                                      <p:cBhvr>
                                        <p:cTn id="14" dur="1000" fill="hold"/>
                                        <p:tgtEl>
                                          <p:spTgt spid="8"/>
                                        </p:tgtEl>
                                        <p:attrNameLst>
                                          <p:attrName>ppt_x</p:attrName>
                                        </p:attrNameLst>
                                      </p:cBhvr>
                                      <p:tavLst>
                                        <p:tav tm="0">
                                          <p:val>
                                            <p:strVal val="#ppt_x"/>
                                          </p:val>
                                        </p:tav>
                                        <p:tav tm="100000">
                                          <p:val>
                                            <p:strVal val="#ppt_x"/>
                                          </p:val>
                                        </p:tav>
                                      </p:tavLst>
                                    </p:anim>
                                    <p:anim calcmode="lin" valueType="num">
                                      <p:cBhvr>
                                        <p:cTn id="15"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16" fill="hold">
                      <p:stCondLst>
                        <p:cond delay="indefinite"/>
                      </p:stCondLst>
                      <p:childTnLst>
                        <p:par>
                          <p:cTn id="17" fill="hold">
                            <p:stCondLst>
                              <p:cond delay="0"/>
                            </p:stCondLst>
                            <p:childTnLst>
                              <p:par>
                                <p:cTn id="18" presetID="42" presetClass="entr" presetSubtype="0" fill="hold" grpId="0" nodeType="clickEffect">
                                  <p:stCondLst>
                                    <p:cond delay="0"/>
                                  </p:stCondLst>
                                  <p:childTnLst>
                                    <p:set>
                                      <p:cBhvr>
                                        <p:cTn id="19" dur="1" fill="hold">
                                          <p:stCondLst>
                                            <p:cond delay="0"/>
                                          </p:stCondLst>
                                        </p:cTn>
                                        <p:tgtEl>
                                          <p:spTgt spid="4"/>
                                        </p:tgtEl>
                                        <p:attrNameLst>
                                          <p:attrName>style.visibility</p:attrName>
                                        </p:attrNameLst>
                                      </p:cBhvr>
                                      <p:to>
                                        <p:strVal val="visible"/>
                                      </p:to>
                                    </p:set>
                                    <p:animEffect transition="in" filter="fade">
                                      <p:cBhvr>
                                        <p:cTn id="20" dur="1000"/>
                                        <p:tgtEl>
                                          <p:spTgt spid="4"/>
                                        </p:tgtEl>
                                      </p:cBhvr>
                                    </p:animEffect>
                                    <p:anim calcmode="lin" valueType="num">
                                      <p:cBhvr>
                                        <p:cTn id="21" dur="1000" fill="hold"/>
                                        <p:tgtEl>
                                          <p:spTgt spid="4"/>
                                        </p:tgtEl>
                                        <p:attrNameLst>
                                          <p:attrName>ppt_x</p:attrName>
                                        </p:attrNameLst>
                                      </p:cBhvr>
                                      <p:tavLst>
                                        <p:tav tm="0">
                                          <p:val>
                                            <p:strVal val="#ppt_x"/>
                                          </p:val>
                                        </p:tav>
                                        <p:tav tm="100000">
                                          <p:val>
                                            <p:strVal val="#ppt_x"/>
                                          </p:val>
                                        </p:tav>
                                      </p:tavLst>
                                    </p:anim>
                                    <p:anim calcmode="lin" valueType="num">
                                      <p:cBhvr>
                                        <p:cTn id="22" dur="100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4" grpId="0"/>
      <p:bldP spid="8"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 name="TextBox 54"/>
          <p:cNvSpPr txBox="1"/>
          <p:nvPr/>
        </p:nvSpPr>
        <p:spPr>
          <a:xfrm>
            <a:off x="1330765" y="44625"/>
            <a:ext cx="9520144" cy="523214"/>
          </a:xfrm>
          <a:prstGeom prst="rect">
            <a:avLst/>
          </a:prstGeom>
          <a:noFill/>
        </p:spPr>
        <p:txBody>
          <a:bodyPr wrap="square" lIns="91434" tIns="45717" rIns="91434" bIns="45717" rtlCol="0">
            <a:spAutoFit/>
          </a:bodyPr>
          <a:lstStyle>
            <a:defPPr>
              <a:defRPr lang="zh-CN"/>
            </a:defPPr>
            <a:lvl1pPr>
              <a:defRPr sz="3200">
                <a:solidFill>
                  <a:schemeClr val="tx1">
                    <a:lumMod val="75000"/>
                  </a:schemeClr>
                </a:solidFill>
                <a:latin typeface="方正卡通简体" pitchFamily="65" charset="-122"/>
                <a:ea typeface="方正卡通简体" pitchFamily="65" charset="-122"/>
              </a:defRPr>
            </a:lvl1pPr>
          </a:lstStyle>
          <a:p>
            <a:r>
              <a:rPr lang="en-US" altLang="zh-CN" sz="2800" dirty="0">
                <a:solidFill>
                  <a:schemeClr val="accent2"/>
                </a:solidFill>
                <a:latin typeface="微软雅黑" panose="020B0503020204020204" pitchFamily="34" charset="-122"/>
                <a:ea typeface="微软雅黑" panose="020B0503020204020204" pitchFamily="34" charset="-122"/>
              </a:rPr>
              <a:t>9.3.8 </a:t>
            </a:r>
            <a:r>
              <a:rPr lang="zh-CN" altLang="en-US" sz="2800" dirty="0">
                <a:solidFill>
                  <a:schemeClr val="accent2"/>
                </a:solidFill>
                <a:latin typeface="微软雅黑" panose="020B0503020204020204" pitchFamily="34" charset="-122"/>
                <a:ea typeface="微软雅黑" panose="020B0503020204020204" pitchFamily="34" charset="-122"/>
              </a:rPr>
              <a:t>计算举例</a:t>
            </a:r>
            <a:endParaRPr lang="zh-CN" altLang="en-US" sz="2800" dirty="0">
              <a:solidFill>
                <a:schemeClr val="accent2"/>
              </a:solidFill>
              <a:latin typeface="微软雅黑" panose="020B0503020204020204" pitchFamily="34" charset="-122"/>
              <a:ea typeface="微软雅黑" panose="020B0503020204020204" pitchFamily="34" charset="-122"/>
            </a:endParaRPr>
          </a:p>
        </p:txBody>
      </p:sp>
      <p:sp>
        <p:nvSpPr>
          <p:cNvPr id="56" name="TextBox 55"/>
          <p:cNvSpPr txBox="1"/>
          <p:nvPr/>
        </p:nvSpPr>
        <p:spPr>
          <a:xfrm>
            <a:off x="140263" y="106179"/>
            <a:ext cx="1064260" cy="400103"/>
          </a:xfrm>
          <a:prstGeom prst="rect">
            <a:avLst/>
          </a:prstGeom>
          <a:noFill/>
        </p:spPr>
        <p:txBody>
          <a:bodyPr wrap="square" lIns="91434" tIns="45717" rIns="91434" bIns="45717" rtlCol="0">
            <a:spAutoFit/>
          </a:bodyPr>
          <a:lstStyle/>
          <a:p>
            <a:pPr algn="r"/>
            <a:r>
              <a:rPr lang="en-US" altLang="zh-CN" sz="2000" dirty="0">
                <a:solidFill>
                  <a:schemeClr val="accent2"/>
                </a:solidFill>
              </a:rPr>
              <a:t>Part 9</a:t>
            </a:r>
            <a:endParaRPr lang="zh-CN" altLang="en-US" sz="2000" dirty="0">
              <a:solidFill>
                <a:schemeClr val="accent2"/>
              </a:solidFill>
            </a:endParaRPr>
          </a:p>
        </p:txBody>
      </p:sp>
      <p:sp>
        <p:nvSpPr>
          <p:cNvPr id="4" name="TextBox 3"/>
          <p:cNvSpPr txBox="1"/>
          <p:nvPr/>
        </p:nvSpPr>
        <p:spPr>
          <a:xfrm>
            <a:off x="337741" y="567839"/>
            <a:ext cx="4536504" cy="6186309"/>
          </a:xfrm>
          <a:prstGeom prst="rect">
            <a:avLst/>
          </a:prstGeom>
          <a:noFill/>
        </p:spPr>
        <p:txBody>
          <a:bodyPr wrap="square" rtlCol="0">
            <a:spAutoFit/>
          </a:bodyPr>
          <a:lstStyle/>
          <a:p>
            <a:pPr algn="just">
              <a:spcAft>
                <a:spcPts val="0"/>
              </a:spcAft>
            </a:pPr>
            <a:r>
              <a:rPr lang="en-US" altLang="zh-CN" kern="100" dirty="0">
                <a:latin typeface="Calibri" panose="020F0502020204030204"/>
                <a:ea typeface="宋体" panose="02010600030101010101" pitchFamily="2" charset="-122"/>
                <a:cs typeface="Times New Roman" panose="02020603050405020304"/>
              </a:rPr>
              <a:t>#</a:t>
            </a:r>
            <a:r>
              <a:rPr lang="zh-CN" altLang="zh-CN" kern="100" dirty="0">
                <a:latin typeface="Calibri" panose="020F0502020204030204"/>
                <a:ea typeface="宋体" panose="02010600030101010101" pitchFamily="2" charset="-122"/>
                <a:cs typeface="Times New Roman" panose="02020603050405020304"/>
              </a:rPr>
              <a:t>将计算出的技术指标与交易日期以及股价的涨跌趋势利用字典整合在一起</a:t>
            </a:r>
            <a:endParaRPr lang="zh-CN" altLang="zh-CN" kern="100" dirty="0">
              <a:latin typeface="Calibri" panose="020F0502020204030204"/>
              <a:ea typeface="宋体" panose="02010600030101010101" pitchFamily="2" charset="-122"/>
              <a:cs typeface="Times New Roman" panose="02020603050405020304"/>
            </a:endParaRPr>
          </a:p>
          <a:p>
            <a:pPr algn="just">
              <a:spcAft>
                <a:spcPts val="0"/>
              </a:spcAft>
            </a:pPr>
            <a:r>
              <a:rPr lang="en-US" altLang="zh-CN" kern="100" dirty="0">
                <a:latin typeface="Calibri" panose="020F0502020204030204"/>
                <a:ea typeface="宋体" panose="02010600030101010101" pitchFamily="2" charset="-122"/>
                <a:cs typeface="Times New Roman" panose="02020603050405020304"/>
              </a:rPr>
              <a:t>pm={'</a:t>
            </a:r>
            <a:r>
              <a:rPr lang="zh-CN" altLang="zh-CN" kern="100" dirty="0">
                <a:latin typeface="Calibri" panose="020F0502020204030204"/>
                <a:ea typeface="宋体" panose="02010600030101010101" pitchFamily="2" charset="-122"/>
                <a:cs typeface="Times New Roman" panose="02020603050405020304"/>
              </a:rPr>
              <a:t>交易日期</a:t>
            </a:r>
            <a:r>
              <a:rPr lang="en-US" altLang="zh-CN" kern="100" dirty="0">
                <a:latin typeface="Calibri" panose="020F0502020204030204"/>
                <a:ea typeface="宋体" panose="02010600030101010101" pitchFamily="2" charset="-122"/>
                <a:cs typeface="Times New Roman" panose="02020603050405020304"/>
              </a:rPr>
              <a:t>':data['</a:t>
            </a:r>
            <a:r>
              <a:rPr lang="en-US" altLang="zh-CN" kern="100" dirty="0" err="1">
                <a:latin typeface="Calibri" panose="020F0502020204030204"/>
                <a:ea typeface="宋体" panose="02010600030101010101" pitchFamily="2" charset="-122"/>
                <a:cs typeface="Times New Roman" panose="02020603050405020304"/>
              </a:rPr>
              <a:t>Trddt</a:t>
            </a:r>
            <a:r>
              <a:rPr lang="en-US" altLang="zh-CN" kern="100" dirty="0">
                <a:latin typeface="Calibri" panose="020F0502020204030204"/>
                <a:ea typeface="宋体" panose="02010600030101010101" pitchFamily="2" charset="-122"/>
                <a:cs typeface="Times New Roman" panose="02020603050405020304"/>
              </a:rPr>
              <a:t>'].values}</a:t>
            </a:r>
            <a:endParaRPr lang="zh-CN" altLang="zh-CN" kern="100" dirty="0">
              <a:latin typeface="Calibri" panose="020F0502020204030204"/>
              <a:ea typeface="宋体" panose="02010600030101010101" pitchFamily="2" charset="-122"/>
              <a:cs typeface="Times New Roman" panose="02020603050405020304"/>
            </a:endParaRPr>
          </a:p>
          <a:p>
            <a:pPr algn="just">
              <a:spcAft>
                <a:spcPts val="0"/>
              </a:spcAft>
            </a:pPr>
            <a:r>
              <a:rPr lang="en-US" altLang="zh-CN" kern="100" dirty="0">
                <a:latin typeface="Calibri" panose="020F0502020204030204"/>
                <a:ea typeface="宋体" panose="02010600030101010101" pitchFamily="2" charset="-122"/>
                <a:cs typeface="Times New Roman" panose="02020603050405020304"/>
              </a:rPr>
              <a:t>PM=</a:t>
            </a:r>
            <a:r>
              <a:rPr lang="en-US" altLang="zh-CN" kern="100" dirty="0" err="1">
                <a:latin typeface="Calibri" panose="020F0502020204030204"/>
                <a:ea typeface="宋体" panose="02010600030101010101" pitchFamily="2" charset="-122"/>
                <a:cs typeface="Times New Roman" panose="02020603050405020304"/>
              </a:rPr>
              <a:t>pd.DataFrame</a:t>
            </a:r>
            <a:r>
              <a:rPr lang="en-US" altLang="zh-CN" kern="100" dirty="0">
                <a:latin typeface="Calibri" panose="020F0502020204030204"/>
                <a:ea typeface="宋体" panose="02010600030101010101" pitchFamily="2" charset="-122"/>
                <a:cs typeface="Times New Roman" panose="02020603050405020304"/>
              </a:rPr>
              <a:t>(pm)</a:t>
            </a:r>
            <a:endParaRPr lang="zh-CN" altLang="zh-CN" kern="100" dirty="0">
              <a:latin typeface="Calibri" panose="020F0502020204030204"/>
              <a:ea typeface="宋体" panose="02010600030101010101" pitchFamily="2" charset="-122"/>
              <a:cs typeface="Times New Roman" panose="02020603050405020304"/>
            </a:endParaRPr>
          </a:p>
          <a:p>
            <a:pPr algn="just">
              <a:spcAft>
                <a:spcPts val="0"/>
              </a:spcAft>
            </a:pPr>
            <a:r>
              <a:rPr lang="en-US" altLang="zh-CN" kern="100" dirty="0">
                <a:latin typeface="Calibri" panose="020F0502020204030204"/>
                <a:ea typeface="宋体" panose="02010600030101010101" pitchFamily="2" charset="-122"/>
                <a:cs typeface="Times New Roman" panose="02020603050405020304"/>
              </a:rPr>
              <a:t>DF={'MA5':MA[0],'MA10':MA[1],'MA20':MA[2],'MACD':</a:t>
            </a:r>
            <a:r>
              <a:rPr lang="en-US" altLang="zh-CN" kern="100" dirty="0" err="1">
                <a:latin typeface="Calibri" panose="020F0502020204030204"/>
                <a:ea typeface="宋体" panose="02010600030101010101" pitchFamily="2" charset="-122"/>
                <a:cs typeface="Times New Roman" panose="02020603050405020304"/>
              </a:rPr>
              <a:t>macd</a:t>
            </a:r>
            <a:r>
              <a:rPr lang="en-US" altLang="zh-CN" kern="100" dirty="0">
                <a:latin typeface="Calibri" panose="020F0502020204030204"/>
                <a:ea typeface="宋体" panose="02010600030101010101" pitchFamily="2" charset="-122"/>
                <a:cs typeface="Times New Roman" panose="02020603050405020304"/>
              </a:rPr>
              <a:t>,</a:t>
            </a:r>
            <a:endParaRPr lang="zh-CN" altLang="zh-CN" kern="100" dirty="0">
              <a:latin typeface="Calibri" panose="020F0502020204030204"/>
              <a:ea typeface="宋体" panose="02010600030101010101" pitchFamily="2" charset="-122"/>
              <a:cs typeface="Times New Roman" panose="02020603050405020304"/>
            </a:endParaRPr>
          </a:p>
          <a:p>
            <a:pPr algn="just">
              <a:spcAft>
                <a:spcPts val="0"/>
              </a:spcAft>
            </a:pPr>
            <a:r>
              <a:rPr lang="en-US" altLang="zh-CN" kern="100" dirty="0">
                <a:latin typeface="Calibri" panose="020F0502020204030204"/>
                <a:ea typeface="宋体" panose="02010600030101010101" pitchFamily="2" charset="-122"/>
                <a:cs typeface="Times New Roman" panose="02020603050405020304"/>
              </a:rPr>
              <a:t>    'K':</a:t>
            </a:r>
            <a:r>
              <a:rPr lang="en-US" altLang="zh-CN" kern="100" dirty="0" err="1">
                <a:latin typeface="Calibri" panose="020F0502020204030204"/>
                <a:ea typeface="宋体" panose="02010600030101010101" pitchFamily="2" charset="-122"/>
                <a:cs typeface="Times New Roman" panose="02020603050405020304"/>
              </a:rPr>
              <a:t>kdj</a:t>
            </a:r>
            <a:r>
              <a:rPr lang="en-US" altLang="zh-CN" kern="100" dirty="0">
                <a:latin typeface="Calibri" panose="020F0502020204030204"/>
                <a:ea typeface="宋体" panose="02010600030101010101" pitchFamily="2" charset="-122"/>
                <a:cs typeface="Times New Roman" panose="02020603050405020304"/>
              </a:rPr>
              <a:t>[0],'D':</a:t>
            </a:r>
            <a:r>
              <a:rPr lang="en-US" altLang="zh-CN" kern="100" dirty="0" err="1">
                <a:latin typeface="Calibri" panose="020F0502020204030204"/>
                <a:ea typeface="宋体" panose="02010600030101010101" pitchFamily="2" charset="-122"/>
                <a:cs typeface="Times New Roman" panose="02020603050405020304"/>
              </a:rPr>
              <a:t>kdj</a:t>
            </a:r>
            <a:r>
              <a:rPr lang="en-US" altLang="zh-CN" kern="100" dirty="0">
                <a:latin typeface="Calibri" panose="020F0502020204030204"/>
                <a:ea typeface="宋体" panose="02010600030101010101" pitchFamily="2" charset="-122"/>
                <a:cs typeface="Times New Roman" panose="02020603050405020304"/>
              </a:rPr>
              <a:t>[1],'J':</a:t>
            </a:r>
            <a:r>
              <a:rPr lang="en-US" altLang="zh-CN" kern="100" dirty="0" err="1">
                <a:latin typeface="Calibri" panose="020F0502020204030204"/>
                <a:ea typeface="宋体" panose="02010600030101010101" pitchFamily="2" charset="-122"/>
                <a:cs typeface="Times New Roman" panose="02020603050405020304"/>
              </a:rPr>
              <a:t>kdj</a:t>
            </a:r>
            <a:r>
              <a:rPr lang="en-US" altLang="zh-CN" kern="100" dirty="0">
                <a:latin typeface="Calibri" panose="020F0502020204030204"/>
                <a:ea typeface="宋体" panose="02010600030101010101" pitchFamily="2" charset="-122"/>
                <a:cs typeface="Times New Roman" panose="02020603050405020304"/>
              </a:rPr>
              <a:t>[2],'RSI6':rsi6,'RSI12':rsi12,</a:t>
            </a:r>
            <a:endParaRPr lang="zh-CN" altLang="zh-CN" kern="100" dirty="0">
              <a:latin typeface="Calibri" panose="020F0502020204030204"/>
              <a:ea typeface="宋体" panose="02010600030101010101" pitchFamily="2" charset="-122"/>
              <a:cs typeface="Times New Roman" panose="02020603050405020304"/>
            </a:endParaRPr>
          </a:p>
          <a:p>
            <a:pPr algn="just">
              <a:spcAft>
                <a:spcPts val="0"/>
              </a:spcAft>
            </a:pPr>
            <a:r>
              <a:rPr lang="en-US" altLang="zh-CN" kern="100" dirty="0">
                <a:latin typeface="Calibri" panose="020F0502020204030204"/>
                <a:ea typeface="宋体" panose="02010600030101010101" pitchFamily="2" charset="-122"/>
                <a:cs typeface="Times New Roman" panose="02020603050405020304"/>
              </a:rPr>
              <a:t>    'RSI24':rsi24,'BIAS5':bias5,'BIAS10':bias10,'BIAS20':bias20,'OBV':obv}</a:t>
            </a:r>
            <a:endParaRPr lang="zh-CN" altLang="zh-CN" kern="100" dirty="0">
              <a:latin typeface="Calibri" panose="020F0502020204030204"/>
              <a:ea typeface="宋体" panose="02010600030101010101" pitchFamily="2" charset="-122"/>
              <a:cs typeface="Times New Roman" panose="02020603050405020304"/>
            </a:endParaRPr>
          </a:p>
          <a:p>
            <a:pPr algn="just">
              <a:spcAft>
                <a:spcPts val="0"/>
              </a:spcAft>
            </a:pPr>
            <a:r>
              <a:rPr lang="en-US" altLang="zh-CN" kern="100" dirty="0">
                <a:latin typeface="Calibri" panose="020F0502020204030204"/>
                <a:ea typeface="宋体" panose="02010600030101010101" pitchFamily="2" charset="-122"/>
                <a:cs typeface="Times New Roman" panose="02020603050405020304"/>
              </a:rPr>
              <a:t>DF=</a:t>
            </a:r>
            <a:r>
              <a:rPr lang="en-US" altLang="zh-CN" kern="100" dirty="0" err="1">
                <a:latin typeface="Calibri" panose="020F0502020204030204"/>
                <a:ea typeface="宋体" panose="02010600030101010101" pitchFamily="2" charset="-122"/>
                <a:cs typeface="Times New Roman" panose="02020603050405020304"/>
              </a:rPr>
              <a:t>pd.DataFrame</a:t>
            </a:r>
            <a:r>
              <a:rPr lang="en-US" altLang="zh-CN" kern="100" dirty="0">
                <a:latin typeface="Calibri" panose="020F0502020204030204"/>
                <a:ea typeface="宋体" panose="02010600030101010101" pitchFamily="2" charset="-122"/>
                <a:cs typeface="Times New Roman" panose="02020603050405020304"/>
              </a:rPr>
              <a:t>(DF)</a:t>
            </a:r>
            <a:endParaRPr lang="zh-CN" altLang="zh-CN" kern="100" dirty="0">
              <a:latin typeface="Calibri" panose="020F0502020204030204"/>
              <a:ea typeface="宋体" panose="02010600030101010101" pitchFamily="2" charset="-122"/>
              <a:cs typeface="Times New Roman" panose="02020603050405020304"/>
            </a:endParaRPr>
          </a:p>
          <a:p>
            <a:pPr algn="just">
              <a:spcAft>
                <a:spcPts val="0"/>
              </a:spcAft>
            </a:pPr>
            <a:r>
              <a:rPr lang="en-US" altLang="zh-CN" kern="100" dirty="0">
                <a:latin typeface="Calibri" panose="020F0502020204030204"/>
                <a:ea typeface="宋体" panose="02010600030101010101" pitchFamily="2" charset="-122"/>
                <a:cs typeface="Times New Roman" panose="02020603050405020304"/>
              </a:rPr>
              <a:t>s1=</a:t>
            </a:r>
            <a:r>
              <a:rPr lang="en-US" altLang="zh-CN" kern="100" dirty="0" err="1">
                <a:latin typeface="Calibri" panose="020F0502020204030204"/>
                <a:ea typeface="宋体" panose="02010600030101010101" pitchFamily="2" charset="-122"/>
                <a:cs typeface="Times New Roman" panose="02020603050405020304"/>
              </a:rPr>
              <a:t>PM.join</a:t>
            </a:r>
            <a:r>
              <a:rPr lang="en-US" altLang="zh-CN" kern="100" dirty="0">
                <a:latin typeface="Calibri" panose="020F0502020204030204"/>
                <a:ea typeface="宋体" panose="02010600030101010101" pitchFamily="2" charset="-122"/>
                <a:cs typeface="Times New Roman" panose="02020603050405020304"/>
              </a:rPr>
              <a:t>(DF)</a:t>
            </a:r>
            <a:endParaRPr lang="zh-CN" altLang="zh-CN" kern="100" dirty="0">
              <a:latin typeface="Calibri" panose="020F0502020204030204"/>
              <a:ea typeface="宋体" panose="02010600030101010101" pitchFamily="2" charset="-122"/>
              <a:cs typeface="Times New Roman" panose="02020603050405020304"/>
            </a:endParaRPr>
          </a:p>
          <a:p>
            <a:pPr algn="just">
              <a:spcAft>
                <a:spcPts val="0"/>
              </a:spcAft>
            </a:pPr>
            <a:r>
              <a:rPr lang="en-US" altLang="zh-CN" kern="100" dirty="0">
                <a:latin typeface="Calibri" panose="020F0502020204030204"/>
                <a:ea typeface="宋体" panose="02010600030101010101" pitchFamily="2" charset="-122"/>
                <a:cs typeface="Times New Roman" panose="02020603050405020304"/>
              </a:rPr>
              <a:t>y1={'</a:t>
            </a:r>
            <a:r>
              <a:rPr lang="zh-CN" altLang="zh-CN" kern="100" dirty="0">
                <a:latin typeface="Calibri" panose="020F0502020204030204"/>
                <a:ea typeface="宋体" panose="02010600030101010101" pitchFamily="2" charset="-122"/>
                <a:cs typeface="Times New Roman" panose="02020603050405020304"/>
              </a:rPr>
              <a:t>涨跌趋势</a:t>
            </a:r>
            <a:r>
              <a:rPr lang="en-US" altLang="zh-CN" kern="100" dirty="0">
                <a:latin typeface="Calibri" panose="020F0502020204030204"/>
                <a:ea typeface="宋体" panose="02010600030101010101" pitchFamily="2" charset="-122"/>
                <a:cs typeface="Times New Roman" panose="02020603050405020304"/>
              </a:rPr>
              <a:t>':y}</a:t>
            </a:r>
            <a:endParaRPr lang="zh-CN" altLang="zh-CN" kern="100" dirty="0">
              <a:latin typeface="Calibri" panose="020F0502020204030204"/>
              <a:ea typeface="宋体" panose="02010600030101010101" pitchFamily="2" charset="-122"/>
              <a:cs typeface="Times New Roman" panose="02020603050405020304"/>
            </a:endParaRPr>
          </a:p>
          <a:p>
            <a:pPr algn="just">
              <a:spcAft>
                <a:spcPts val="0"/>
              </a:spcAft>
            </a:pPr>
            <a:r>
              <a:rPr lang="en-US" altLang="zh-CN" kern="100" dirty="0">
                <a:latin typeface="Calibri" panose="020F0502020204030204"/>
                <a:ea typeface="宋体" panose="02010600030101010101" pitchFamily="2" charset="-122"/>
                <a:cs typeface="Times New Roman" panose="02020603050405020304"/>
              </a:rPr>
              <a:t>ZZ=</a:t>
            </a:r>
            <a:r>
              <a:rPr lang="en-US" altLang="zh-CN" kern="100" dirty="0" err="1">
                <a:latin typeface="Calibri" panose="020F0502020204030204"/>
                <a:ea typeface="宋体" panose="02010600030101010101" pitchFamily="2" charset="-122"/>
                <a:cs typeface="Times New Roman" panose="02020603050405020304"/>
              </a:rPr>
              <a:t>pd.DataFrame</a:t>
            </a:r>
            <a:r>
              <a:rPr lang="en-US" altLang="zh-CN" kern="100" dirty="0">
                <a:latin typeface="Calibri" panose="020F0502020204030204"/>
                <a:ea typeface="宋体" panose="02010600030101010101" pitchFamily="2" charset="-122"/>
                <a:cs typeface="Times New Roman" panose="02020603050405020304"/>
              </a:rPr>
              <a:t>(y1)</a:t>
            </a:r>
            <a:endParaRPr lang="zh-CN" altLang="zh-CN" kern="100" dirty="0">
              <a:latin typeface="Calibri" panose="020F0502020204030204"/>
              <a:ea typeface="宋体" panose="02010600030101010101" pitchFamily="2" charset="-122"/>
              <a:cs typeface="Times New Roman" panose="02020603050405020304"/>
            </a:endParaRPr>
          </a:p>
          <a:p>
            <a:pPr algn="just">
              <a:spcAft>
                <a:spcPts val="0"/>
              </a:spcAft>
            </a:pPr>
            <a:r>
              <a:rPr lang="en-US" altLang="zh-CN" kern="100" dirty="0">
                <a:latin typeface="Calibri" panose="020F0502020204030204"/>
                <a:ea typeface="宋体" panose="02010600030101010101" pitchFamily="2" charset="-122"/>
                <a:cs typeface="Times New Roman" panose="02020603050405020304"/>
              </a:rPr>
              <a:t>s2=s1.join(ZZ)</a:t>
            </a:r>
            <a:endParaRPr lang="zh-CN" altLang="zh-CN" kern="100" dirty="0">
              <a:latin typeface="Calibri" panose="020F0502020204030204"/>
              <a:ea typeface="宋体" panose="02010600030101010101" pitchFamily="2" charset="-122"/>
              <a:cs typeface="Times New Roman" panose="02020603050405020304"/>
            </a:endParaRPr>
          </a:p>
          <a:p>
            <a:pPr algn="just">
              <a:spcAft>
                <a:spcPts val="0"/>
              </a:spcAft>
            </a:pPr>
            <a:r>
              <a:rPr lang="en-US" altLang="zh-CN" kern="100" dirty="0">
                <a:latin typeface="Calibri" panose="020F0502020204030204"/>
                <a:ea typeface="宋体" panose="02010600030101010101" pitchFamily="2" charset="-122"/>
                <a:cs typeface="Times New Roman" panose="02020603050405020304"/>
              </a:rPr>
              <a:t>#</a:t>
            </a:r>
            <a:r>
              <a:rPr lang="zh-CN" altLang="zh-CN" kern="100" dirty="0">
                <a:latin typeface="Calibri" panose="020F0502020204030204"/>
                <a:ea typeface="宋体" panose="02010600030101010101" pitchFamily="2" charset="-122"/>
                <a:cs typeface="Times New Roman" panose="02020603050405020304"/>
              </a:rPr>
              <a:t>去掉空值</a:t>
            </a:r>
            <a:endParaRPr lang="zh-CN" altLang="zh-CN" kern="100" dirty="0">
              <a:latin typeface="Calibri" panose="020F0502020204030204"/>
              <a:ea typeface="宋体" panose="02010600030101010101" pitchFamily="2" charset="-122"/>
              <a:cs typeface="Times New Roman" panose="02020603050405020304"/>
            </a:endParaRPr>
          </a:p>
          <a:p>
            <a:pPr algn="just">
              <a:spcAft>
                <a:spcPts val="0"/>
              </a:spcAft>
            </a:pPr>
            <a:r>
              <a:rPr lang="en-US" altLang="zh-CN" kern="100" dirty="0" err="1">
                <a:latin typeface="Calibri" panose="020F0502020204030204"/>
                <a:ea typeface="宋体" panose="02010600030101010101" pitchFamily="2" charset="-122"/>
                <a:cs typeface="Times New Roman" panose="02020603050405020304"/>
              </a:rPr>
              <a:t>ss</a:t>
            </a:r>
            <a:r>
              <a:rPr lang="en-US" altLang="zh-CN" kern="100" dirty="0">
                <a:latin typeface="Calibri" panose="020F0502020204030204"/>
                <a:ea typeface="宋体" panose="02010600030101010101" pitchFamily="2" charset="-122"/>
                <a:cs typeface="Times New Roman" panose="02020603050405020304"/>
              </a:rPr>
              <a:t>=s2.dropna()</a:t>
            </a:r>
            <a:endParaRPr lang="zh-CN" altLang="zh-CN" kern="100" dirty="0">
              <a:latin typeface="Calibri" panose="020F0502020204030204"/>
              <a:ea typeface="宋体" panose="02010600030101010101" pitchFamily="2" charset="-122"/>
              <a:cs typeface="Times New Roman" panose="02020603050405020304"/>
            </a:endParaRPr>
          </a:p>
          <a:p>
            <a:pPr algn="just">
              <a:spcAft>
                <a:spcPts val="0"/>
              </a:spcAft>
            </a:pPr>
            <a:r>
              <a:rPr lang="en-US" altLang="zh-CN" kern="100" dirty="0">
                <a:latin typeface="Calibri" panose="020F0502020204030204"/>
                <a:ea typeface="宋体" panose="02010600030101010101" pitchFamily="2" charset="-122"/>
                <a:cs typeface="Times New Roman" panose="02020603050405020304"/>
              </a:rPr>
              <a:t>#</a:t>
            </a:r>
            <a:r>
              <a:rPr lang="zh-CN" altLang="zh-CN" kern="100" dirty="0">
                <a:latin typeface="Calibri" panose="020F0502020204030204"/>
                <a:ea typeface="宋体" panose="02010600030101010101" pitchFamily="2" charset="-122"/>
                <a:cs typeface="Times New Roman" panose="02020603050405020304"/>
              </a:rPr>
              <a:t>将</a:t>
            </a:r>
            <a:r>
              <a:rPr lang="en-US" altLang="zh-CN" kern="100" dirty="0" err="1">
                <a:latin typeface="Calibri" panose="020F0502020204030204"/>
                <a:ea typeface="宋体" panose="02010600030101010101" pitchFamily="2" charset="-122"/>
                <a:cs typeface="Times New Roman" panose="02020603050405020304"/>
              </a:rPr>
              <a:t>ss</a:t>
            </a:r>
            <a:r>
              <a:rPr lang="zh-CN" altLang="zh-CN" kern="100" dirty="0">
                <a:latin typeface="Calibri" panose="020F0502020204030204"/>
                <a:ea typeface="宋体" panose="02010600030101010101" pitchFamily="2" charset="-122"/>
                <a:cs typeface="Times New Roman" panose="02020603050405020304"/>
              </a:rPr>
              <a:t>中第</a:t>
            </a:r>
            <a:r>
              <a:rPr lang="en-US" altLang="zh-CN" kern="100" dirty="0">
                <a:latin typeface="Calibri" panose="020F0502020204030204"/>
                <a:ea typeface="宋体" panose="02010600030101010101" pitchFamily="2" charset="-122"/>
                <a:cs typeface="Times New Roman" panose="02020603050405020304"/>
              </a:rPr>
              <a:t>6</a:t>
            </a:r>
            <a:r>
              <a:rPr lang="zh-CN" altLang="zh-CN" kern="100" dirty="0">
                <a:latin typeface="Calibri" panose="020F0502020204030204"/>
                <a:ea typeface="宋体" panose="02010600030101010101" pitchFamily="2" charset="-122"/>
                <a:cs typeface="Times New Roman" panose="02020603050405020304"/>
              </a:rPr>
              <a:t>列不为</a:t>
            </a:r>
            <a:r>
              <a:rPr lang="en-US" altLang="zh-CN" kern="100" dirty="0">
                <a:latin typeface="Calibri" panose="020F0502020204030204"/>
                <a:ea typeface="宋体" panose="02010600030101010101" pitchFamily="2" charset="-122"/>
                <a:cs typeface="Times New Roman" panose="02020603050405020304"/>
              </a:rPr>
              <a:t>0</a:t>
            </a:r>
            <a:r>
              <a:rPr lang="zh-CN" altLang="zh-CN" kern="100" dirty="0">
                <a:latin typeface="Calibri" panose="020F0502020204030204"/>
                <a:ea typeface="宋体" panose="02010600030101010101" pitchFamily="2" charset="-122"/>
                <a:cs typeface="Times New Roman" panose="02020603050405020304"/>
              </a:rPr>
              <a:t>的值提取出来，存放到</a:t>
            </a:r>
            <a:r>
              <a:rPr lang="en-US" altLang="zh-CN" kern="100" dirty="0">
                <a:latin typeface="Calibri" panose="020F0502020204030204"/>
                <a:ea typeface="宋体" panose="02010600030101010101" pitchFamily="2" charset="-122"/>
                <a:cs typeface="Times New Roman" panose="02020603050405020304"/>
              </a:rPr>
              <a:t>Data</a:t>
            </a:r>
            <a:r>
              <a:rPr lang="zh-CN" altLang="zh-CN" kern="100" dirty="0">
                <a:latin typeface="Calibri" panose="020F0502020204030204"/>
                <a:ea typeface="宋体" panose="02010600030101010101" pitchFamily="2" charset="-122"/>
                <a:cs typeface="Times New Roman" panose="02020603050405020304"/>
              </a:rPr>
              <a:t>中</a:t>
            </a:r>
            <a:endParaRPr lang="zh-CN" altLang="zh-CN" kern="100" dirty="0">
              <a:latin typeface="Calibri" panose="020F0502020204030204"/>
              <a:ea typeface="宋体" panose="02010600030101010101" pitchFamily="2" charset="-122"/>
              <a:cs typeface="Times New Roman" panose="02020603050405020304"/>
            </a:endParaRPr>
          </a:p>
          <a:p>
            <a:pPr algn="just">
              <a:spcAft>
                <a:spcPts val="0"/>
              </a:spcAft>
            </a:pPr>
            <a:r>
              <a:rPr lang="en-US" altLang="zh-CN" kern="100" dirty="0">
                <a:latin typeface="Calibri" panose="020F0502020204030204"/>
                <a:ea typeface="宋体" panose="02010600030101010101" pitchFamily="2" charset="-122"/>
                <a:cs typeface="Times New Roman" panose="02020603050405020304"/>
              </a:rPr>
              <a:t>Data=</a:t>
            </a:r>
            <a:r>
              <a:rPr lang="en-US" altLang="zh-CN" kern="100" dirty="0" err="1">
                <a:latin typeface="Calibri" panose="020F0502020204030204"/>
                <a:ea typeface="宋体" panose="02010600030101010101" pitchFamily="2" charset="-122"/>
                <a:cs typeface="Times New Roman" panose="02020603050405020304"/>
              </a:rPr>
              <a:t>ss</a:t>
            </a:r>
            <a:r>
              <a:rPr lang="en-US" altLang="zh-CN" kern="100" dirty="0">
                <a:latin typeface="Calibri" panose="020F0502020204030204"/>
                <a:ea typeface="宋体" panose="02010600030101010101" pitchFamily="2" charset="-122"/>
                <a:cs typeface="Times New Roman" panose="02020603050405020304"/>
              </a:rPr>
              <a:t>[</a:t>
            </a:r>
            <a:r>
              <a:rPr lang="en-US" altLang="zh-CN" kern="100" dirty="0" err="1">
                <a:latin typeface="Calibri" panose="020F0502020204030204"/>
                <a:ea typeface="宋体" panose="02010600030101010101" pitchFamily="2" charset="-122"/>
                <a:cs typeface="Times New Roman" panose="02020603050405020304"/>
              </a:rPr>
              <a:t>ss.iloc</a:t>
            </a:r>
            <a:r>
              <a:rPr lang="en-US" altLang="zh-CN" kern="100" dirty="0">
                <a:latin typeface="Calibri" panose="020F0502020204030204"/>
                <a:ea typeface="宋体" panose="02010600030101010101" pitchFamily="2" charset="-122"/>
                <a:cs typeface="Times New Roman" panose="02020603050405020304"/>
              </a:rPr>
              <a:t>[:,6].values!=0]</a:t>
            </a:r>
            <a:endParaRPr lang="zh-CN" altLang="en-US" dirty="0"/>
          </a:p>
        </p:txBody>
      </p:sp>
      <p:sp>
        <p:nvSpPr>
          <p:cNvPr id="6" name="右箭头 5"/>
          <p:cNvSpPr/>
          <p:nvPr/>
        </p:nvSpPr>
        <p:spPr bwMode="auto">
          <a:xfrm rot="5400000">
            <a:off x="8448105" y="2246269"/>
            <a:ext cx="597712" cy="370886"/>
          </a:xfrm>
          <a:prstGeom prst="rightArrow">
            <a:avLst/>
          </a:prstGeom>
          <a:solidFill>
            <a:schemeClr val="bg2">
              <a:lumMod val="20000"/>
              <a:lumOff val="80000"/>
            </a:schemeClr>
          </a:solidFill>
          <a:ln w="9525" cap="flat" cmpd="sng" algn="ctr">
            <a:solidFill>
              <a:schemeClr val="tx1"/>
            </a:solidFill>
            <a:prstDash val="solid"/>
            <a:round/>
            <a:headEnd type="none" w="med" len="med"/>
            <a:tailEnd type="none" w="med" len="med"/>
          </a:ln>
        </p:spPr>
        <p:txBody>
          <a:bodyPr vert="horz" wrap="square" lIns="91440" tIns="45720" rIns="91440" bIns="45720" numCol="1" rtlCol="0" anchor="t" anchorCtr="0" compatLnSpc="1"/>
          <a:lstStyle/>
          <a:p>
            <a:pPr marL="0" marR="0" indent="0" algn="l" defTabSz="914400" rtl="0" eaLnBrk="1" fontAlgn="base" latinLnBrk="0" hangingPunct="1">
              <a:spcBef>
                <a:spcPct val="0"/>
              </a:spcBef>
              <a:spcAft>
                <a:spcPct val="0"/>
              </a:spcAft>
              <a:buClrTx/>
              <a:buSzTx/>
              <a:buFont typeface="Arial" panose="020B0604020202020204" pitchFamily="34" charset="0"/>
              <a:buNone/>
            </a:pPr>
            <a:endParaRPr kumimoji="0" lang="zh-CN" alt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p:txBody>
      </p:sp>
      <p:sp>
        <p:nvSpPr>
          <p:cNvPr id="7" name="文本框 7"/>
          <p:cNvSpPr txBox="1">
            <a:spLocks noChangeArrowheads="1"/>
          </p:cNvSpPr>
          <p:nvPr/>
        </p:nvSpPr>
        <p:spPr bwMode="auto">
          <a:xfrm>
            <a:off x="6269899" y="673649"/>
            <a:ext cx="5760640" cy="1421928"/>
          </a:xfrm>
          <a:prstGeom prst="rect">
            <a:avLst/>
          </a:prstGeom>
          <a:solidFill>
            <a:schemeClr val="bg2">
              <a:lumMod val="20000"/>
              <a:lumOff val="80000"/>
            </a:schemeClr>
          </a:solidFill>
          <a:ln>
            <a:noFill/>
          </a:ln>
        </p:spPr>
        <p:txBody>
          <a:bodyPr wrap="square">
            <a:spAutoFit/>
          </a:bodyPr>
          <a:lstStyle>
            <a:lvl1pPr>
              <a:lnSpc>
                <a:spcPct val="120000"/>
              </a:lnSpc>
              <a:spcBef>
                <a:spcPts val="1000"/>
              </a:spcBef>
              <a:buFont typeface="Arial" panose="020B0604020202020204" pitchFamily="34" charset="0"/>
              <a:buChar char="•"/>
              <a:defRPr kumimoji="1" sz="2400">
                <a:solidFill>
                  <a:srgbClr val="595959"/>
                </a:solidFill>
                <a:latin typeface="Arial" panose="020B0604020202020204" pitchFamily="34" charset="0"/>
                <a:ea typeface="微软雅黑" panose="020B0503020204020204" pitchFamily="34" charset="-122"/>
              </a:defRPr>
            </a:lvl1pPr>
            <a:lvl2pPr marL="742950" indent="-285750">
              <a:lnSpc>
                <a:spcPct val="120000"/>
              </a:lnSpc>
              <a:spcBef>
                <a:spcPts val="500"/>
              </a:spcBef>
              <a:buFont typeface="Arial" panose="020B0604020202020204" pitchFamily="34" charset="0"/>
              <a:buChar char="•"/>
              <a:defRPr kumimoji="1" sz="2000">
                <a:solidFill>
                  <a:srgbClr val="595959"/>
                </a:solidFill>
                <a:latin typeface="Arial" panose="020B0604020202020204" pitchFamily="34" charset="0"/>
                <a:ea typeface="微软雅黑" panose="020B0503020204020204" pitchFamily="34" charset="-122"/>
              </a:defRPr>
            </a:lvl2pPr>
            <a:lvl3pPr marL="1143000" indent="-228600">
              <a:lnSpc>
                <a:spcPct val="120000"/>
              </a:lnSpc>
              <a:spcBef>
                <a:spcPts val="500"/>
              </a:spcBef>
              <a:buFont typeface="Arial" panose="020B0604020202020204" pitchFamily="34" charset="0"/>
              <a:buChar char="•"/>
              <a:defRPr kumimoji="1">
                <a:solidFill>
                  <a:srgbClr val="595959"/>
                </a:solidFill>
                <a:latin typeface="Arial" panose="020B0604020202020204" pitchFamily="34" charset="0"/>
                <a:ea typeface="微软雅黑" panose="020B0503020204020204" pitchFamily="34" charset="-122"/>
              </a:defRPr>
            </a:lvl3pPr>
            <a:lvl4pPr marL="1600200" indent="-228600">
              <a:lnSpc>
                <a:spcPct val="120000"/>
              </a:lnSpc>
              <a:spcBef>
                <a:spcPts val="500"/>
              </a:spcBef>
              <a:buFont typeface="Arial" panose="020B0604020202020204" pitchFamily="34" charset="0"/>
              <a:buChar char="•"/>
              <a:defRPr kumimoji="1">
                <a:solidFill>
                  <a:srgbClr val="595959"/>
                </a:solidFill>
                <a:latin typeface="Arial" panose="020B0604020202020204" pitchFamily="34" charset="0"/>
                <a:ea typeface="微软雅黑" panose="020B0503020204020204" pitchFamily="34" charset="-122"/>
              </a:defRPr>
            </a:lvl4pPr>
            <a:lvl5pPr marL="2057400" indent="-228600">
              <a:lnSpc>
                <a:spcPct val="120000"/>
              </a:lnSpc>
              <a:spcBef>
                <a:spcPts val="500"/>
              </a:spcBef>
              <a:buFont typeface="Arial" panose="020B0604020202020204" pitchFamily="34" charset="0"/>
              <a:buChar char="•"/>
              <a:defRPr kumimoji="1">
                <a:solidFill>
                  <a:srgbClr val="595959"/>
                </a:solidFill>
                <a:latin typeface="Arial" panose="020B0604020202020204" pitchFamily="34" charset="0"/>
                <a:ea typeface="微软雅黑" panose="020B0503020204020204" pitchFamily="34" charset="-122"/>
              </a:defRPr>
            </a:lvl5pPr>
            <a:lvl6pPr marL="2514600" indent="-228600" eaLnBrk="0" fontAlgn="base" hangingPunct="0">
              <a:lnSpc>
                <a:spcPct val="120000"/>
              </a:lnSpc>
              <a:spcBef>
                <a:spcPts val="500"/>
              </a:spcBef>
              <a:spcAft>
                <a:spcPct val="0"/>
              </a:spcAft>
              <a:buFont typeface="Arial" panose="020B0604020202020204" pitchFamily="34" charset="0"/>
              <a:buChar char="•"/>
              <a:defRPr kumimoji="1">
                <a:solidFill>
                  <a:srgbClr val="595959"/>
                </a:solidFill>
                <a:latin typeface="Arial" panose="020B0604020202020204" pitchFamily="34" charset="0"/>
                <a:ea typeface="微软雅黑" panose="020B0503020204020204" pitchFamily="34" charset="-122"/>
              </a:defRPr>
            </a:lvl6pPr>
            <a:lvl7pPr marL="2971800" indent="-228600" eaLnBrk="0" fontAlgn="base" hangingPunct="0">
              <a:lnSpc>
                <a:spcPct val="120000"/>
              </a:lnSpc>
              <a:spcBef>
                <a:spcPts val="500"/>
              </a:spcBef>
              <a:spcAft>
                <a:spcPct val="0"/>
              </a:spcAft>
              <a:buFont typeface="Arial" panose="020B0604020202020204" pitchFamily="34" charset="0"/>
              <a:buChar char="•"/>
              <a:defRPr kumimoji="1">
                <a:solidFill>
                  <a:srgbClr val="595959"/>
                </a:solidFill>
                <a:latin typeface="Arial" panose="020B0604020202020204" pitchFamily="34" charset="0"/>
                <a:ea typeface="微软雅黑" panose="020B0503020204020204" pitchFamily="34" charset="-122"/>
              </a:defRPr>
            </a:lvl7pPr>
            <a:lvl8pPr marL="3429000" indent="-228600" eaLnBrk="0" fontAlgn="base" hangingPunct="0">
              <a:lnSpc>
                <a:spcPct val="120000"/>
              </a:lnSpc>
              <a:spcBef>
                <a:spcPts val="500"/>
              </a:spcBef>
              <a:spcAft>
                <a:spcPct val="0"/>
              </a:spcAft>
              <a:buFont typeface="Arial" panose="020B0604020202020204" pitchFamily="34" charset="0"/>
              <a:buChar char="•"/>
              <a:defRPr kumimoji="1">
                <a:solidFill>
                  <a:srgbClr val="595959"/>
                </a:solidFill>
                <a:latin typeface="Arial" panose="020B0604020202020204" pitchFamily="34" charset="0"/>
                <a:ea typeface="微软雅黑" panose="020B0503020204020204" pitchFamily="34" charset="-122"/>
              </a:defRPr>
            </a:lvl8pPr>
            <a:lvl9pPr marL="3886200" indent="-228600" eaLnBrk="0" fontAlgn="base" hangingPunct="0">
              <a:lnSpc>
                <a:spcPct val="120000"/>
              </a:lnSpc>
              <a:spcBef>
                <a:spcPts val="500"/>
              </a:spcBef>
              <a:spcAft>
                <a:spcPct val="0"/>
              </a:spcAft>
              <a:buFont typeface="Arial" panose="020B0604020202020204" pitchFamily="34" charset="0"/>
              <a:buChar char="•"/>
              <a:defRPr kumimoji="1">
                <a:solidFill>
                  <a:srgbClr val="595959"/>
                </a:solidFill>
                <a:latin typeface="Arial" panose="020B0604020202020204" pitchFamily="34" charset="0"/>
                <a:ea typeface="微软雅黑" panose="020B0503020204020204" pitchFamily="34" charset="-122"/>
              </a:defRPr>
            </a:lvl9pPr>
          </a:lstStyle>
          <a:p>
            <a:pPr algn="just">
              <a:spcAft>
                <a:spcPts val="0"/>
              </a:spcAft>
              <a:buNone/>
            </a:pPr>
            <a:r>
              <a:rPr lang="zh-CN" altLang="zh-CN" kern="100" dirty="0">
                <a:latin typeface="Calibri" panose="020F0502020204030204"/>
                <a:ea typeface="宋体" panose="02010600030101010101" pitchFamily="2" charset="-122"/>
                <a:cs typeface="Times New Roman" panose="02020603050405020304"/>
              </a:rPr>
              <a:t>执行以上示例代码最终得到上汽集团的指标数据集</a:t>
            </a:r>
            <a:r>
              <a:rPr lang="en-US" altLang="zh-CN" kern="100" dirty="0">
                <a:latin typeface="Calibri" panose="020F0502020204030204"/>
                <a:ea typeface="宋体" panose="02010600030101010101" pitchFamily="2" charset="-122"/>
                <a:cs typeface="Times New Roman" panose="02020603050405020304"/>
              </a:rPr>
              <a:t>Data</a:t>
            </a:r>
            <a:r>
              <a:rPr lang="zh-CN" altLang="zh-CN" kern="100" dirty="0">
                <a:latin typeface="Calibri" panose="020F0502020204030204"/>
                <a:ea typeface="宋体" panose="02010600030101010101" pitchFamily="2" charset="-122"/>
                <a:cs typeface="Times New Roman" panose="02020603050405020304"/>
              </a:rPr>
              <a:t>，其执行结果（部分）如</a:t>
            </a:r>
            <a:r>
              <a:rPr lang="zh-CN" altLang="zh-CN" kern="100" dirty="0" smtClean="0">
                <a:latin typeface="Calibri" panose="020F0502020204030204"/>
                <a:ea typeface="宋体" panose="02010600030101010101" pitchFamily="2" charset="-122"/>
                <a:cs typeface="Times New Roman" panose="02020603050405020304"/>
              </a:rPr>
              <a:t>图</a:t>
            </a:r>
            <a:r>
              <a:rPr lang="en-US" altLang="zh-CN" kern="100" dirty="0" smtClean="0">
                <a:latin typeface="Calibri" panose="020F0502020204030204"/>
                <a:ea typeface="宋体" panose="02010600030101010101" pitchFamily="2" charset="-122"/>
                <a:cs typeface="Times New Roman" panose="02020603050405020304"/>
              </a:rPr>
              <a:t>9-1</a:t>
            </a:r>
            <a:r>
              <a:rPr lang="zh-CN" altLang="zh-CN" kern="100" dirty="0" smtClean="0">
                <a:latin typeface="Calibri" panose="020F0502020204030204"/>
                <a:ea typeface="宋体" panose="02010600030101010101" pitchFamily="2" charset="-122"/>
                <a:cs typeface="Times New Roman" panose="02020603050405020304"/>
              </a:rPr>
              <a:t>所</a:t>
            </a:r>
            <a:r>
              <a:rPr lang="zh-CN" altLang="zh-CN" kern="100" dirty="0">
                <a:latin typeface="Calibri" panose="020F0502020204030204"/>
                <a:ea typeface="宋体" panose="02010600030101010101" pitchFamily="2" charset="-122"/>
                <a:cs typeface="Times New Roman" panose="02020603050405020304"/>
              </a:rPr>
              <a:t>示。</a:t>
            </a:r>
            <a:endParaRPr lang="zh-CN" altLang="zh-CN" kern="100" dirty="0">
              <a:latin typeface="Calibri" panose="020F0502020204030204"/>
              <a:ea typeface="宋体" panose="02010600030101010101" pitchFamily="2" charset="-122"/>
              <a:cs typeface="Times New Roman" panose="02020603050405020304"/>
            </a:endParaRPr>
          </a:p>
        </p:txBody>
      </p:sp>
      <p:pic>
        <p:nvPicPr>
          <p:cNvPr id="8" name="图片 7"/>
          <p:cNvPicPr/>
          <p:nvPr/>
        </p:nvPicPr>
        <p:blipFill>
          <a:blip r:embed="rId1" cstate="print"/>
          <a:stretch>
            <a:fillRect/>
          </a:stretch>
        </p:blipFill>
        <p:spPr>
          <a:xfrm>
            <a:off x="6175076" y="2752640"/>
            <a:ext cx="5760640" cy="3584431"/>
          </a:xfrm>
          <a:prstGeom prst="rect">
            <a:avLst/>
          </a:prstGeom>
        </p:spPr>
      </p:pic>
      <p:sp>
        <p:nvSpPr>
          <p:cNvPr id="2" name="TextBox 1"/>
          <p:cNvSpPr txBox="1"/>
          <p:nvPr/>
        </p:nvSpPr>
        <p:spPr>
          <a:xfrm>
            <a:off x="8055142" y="6412686"/>
            <a:ext cx="2000508" cy="369332"/>
          </a:xfrm>
          <a:prstGeom prst="rect">
            <a:avLst/>
          </a:prstGeom>
          <a:noFill/>
        </p:spPr>
        <p:txBody>
          <a:bodyPr wrap="square" rtlCol="0">
            <a:spAutoFit/>
          </a:bodyPr>
          <a:lstStyle/>
          <a:p>
            <a:pPr algn="ctr"/>
            <a:r>
              <a:rPr lang="zh-CN" altLang="en-US" dirty="0" smtClean="0"/>
              <a:t>图</a:t>
            </a:r>
            <a:r>
              <a:rPr lang="en-US" altLang="zh-CN" dirty="0" smtClean="0"/>
              <a:t>9-1</a:t>
            </a:r>
            <a:endParaRPr lang="zh-CN" altLang="en-US" dirty="0"/>
          </a:p>
        </p:txBody>
      </p:sp>
    </p:spTree>
  </p:cSld>
  <p:clrMapOvr>
    <a:masterClrMapping/>
  </p:clrMapOvr>
  <mc:AlternateContent xmlns:mc="http://schemas.openxmlformats.org/markup-compatibility/2006">
    <mc:Choice xmlns:p14="http://schemas.microsoft.com/office/powerpoint/2010/main" Requires="p14">
      <p:transition p14:dur="10" advTm="9437"/>
    </mc:Choice>
    <mc:Fallback>
      <p:transition advTm="9437"/>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1000"/>
                                        <p:tgtEl>
                                          <p:spTgt spid="4"/>
                                        </p:tgtEl>
                                      </p:cBhvr>
                                    </p:animEffect>
                                    <p:anim calcmode="lin" valueType="num">
                                      <p:cBhvr>
                                        <p:cTn id="8" dur="1000" fill="hold"/>
                                        <p:tgtEl>
                                          <p:spTgt spid="4"/>
                                        </p:tgtEl>
                                        <p:attrNameLst>
                                          <p:attrName>ppt_x</p:attrName>
                                        </p:attrNameLst>
                                      </p:cBhvr>
                                      <p:tavLst>
                                        <p:tav tm="0">
                                          <p:val>
                                            <p:strVal val="#ppt_x"/>
                                          </p:val>
                                        </p:tav>
                                        <p:tav tm="100000">
                                          <p:val>
                                            <p:strVal val="#ppt_x"/>
                                          </p:val>
                                        </p:tav>
                                      </p:tavLst>
                                    </p:anim>
                                    <p:anim calcmode="lin" valueType="num">
                                      <p:cBhvr>
                                        <p:cTn id="9" dur="1000" fill="hold"/>
                                        <p:tgtEl>
                                          <p:spTgt spid="4"/>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6"/>
                                        </p:tgtEl>
                                        <p:attrNameLst>
                                          <p:attrName>style.visibility</p:attrName>
                                        </p:attrNameLst>
                                      </p:cBhvr>
                                      <p:to>
                                        <p:strVal val="visible"/>
                                      </p:to>
                                    </p:set>
                                    <p:animEffect transition="in" filter="fade">
                                      <p:cBhvr>
                                        <p:cTn id="21" dur="1000"/>
                                        <p:tgtEl>
                                          <p:spTgt spid="6"/>
                                        </p:tgtEl>
                                      </p:cBhvr>
                                    </p:animEffect>
                                    <p:anim calcmode="lin" valueType="num">
                                      <p:cBhvr>
                                        <p:cTn id="22" dur="1000" fill="hold"/>
                                        <p:tgtEl>
                                          <p:spTgt spid="6"/>
                                        </p:tgtEl>
                                        <p:attrNameLst>
                                          <p:attrName>ppt_x</p:attrName>
                                        </p:attrNameLst>
                                      </p:cBhvr>
                                      <p:tavLst>
                                        <p:tav tm="0">
                                          <p:val>
                                            <p:strVal val="#ppt_x"/>
                                          </p:val>
                                        </p:tav>
                                        <p:tav tm="100000">
                                          <p:val>
                                            <p:strVal val="#ppt_x"/>
                                          </p:val>
                                        </p:tav>
                                      </p:tavLst>
                                    </p:anim>
                                    <p:anim calcmode="lin" valueType="num">
                                      <p:cBhvr>
                                        <p:cTn id="23" dur="10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nodeType="clickEffect">
                                  <p:stCondLst>
                                    <p:cond delay="0"/>
                                  </p:stCondLst>
                                  <p:childTnLst>
                                    <p:set>
                                      <p:cBhvr>
                                        <p:cTn id="27" dur="1" fill="hold">
                                          <p:stCondLst>
                                            <p:cond delay="0"/>
                                          </p:stCondLst>
                                        </p:cTn>
                                        <p:tgtEl>
                                          <p:spTgt spid="8"/>
                                        </p:tgtEl>
                                        <p:attrNameLst>
                                          <p:attrName>style.visibility</p:attrName>
                                        </p:attrNameLst>
                                      </p:cBhvr>
                                      <p:to>
                                        <p:strVal val="visible"/>
                                      </p:to>
                                    </p:set>
                                    <p:animEffect transition="in" filter="fade">
                                      <p:cBhvr>
                                        <p:cTn id="28" dur="1000"/>
                                        <p:tgtEl>
                                          <p:spTgt spid="8"/>
                                        </p:tgtEl>
                                      </p:cBhvr>
                                    </p:animEffect>
                                    <p:anim calcmode="lin" valueType="num">
                                      <p:cBhvr>
                                        <p:cTn id="29" dur="1000" fill="hold"/>
                                        <p:tgtEl>
                                          <p:spTgt spid="8"/>
                                        </p:tgtEl>
                                        <p:attrNameLst>
                                          <p:attrName>ppt_x</p:attrName>
                                        </p:attrNameLst>
                                      </p:cBhvr>
                                      <p:tavLst>
                                        <p:tav tm="0">
                                          <p:val>
                                            <p:strVal val="#ppt_x"/>
                                          </p:val>
                                        </p:tav>
                                        <p:tav tm="100000">
                                          <p:val>
                                            <p:strVal val="#ppt_x"/>
                                          </p:val>
                                        </p:tav>
                                      </p:tavLst>
                                    </p:anim>
                                    <p:anim calcmode="lin" valueType="num">
                                      <p:cBhvr>
                                        <p:cTn id="30"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6" grpId="0" animBg="1"/>
      <p:bldP spid="7"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 name="TextBox 54"/>
          <p:cNvSpPr txBox="1"/>
          <p:nvPr/>
        </p:nvSpPr>
        <p:spPr>
          <a:xfrm>
            <a:off x="1330765" y="44625"/>
            <a:ext cx="9520144" cy="523214"/>
          </a:xfrm>
          <a:prstGeom prst="rect">
            <a:avLst/>
          </a:prstGeom>
          <a:noFill/>
        </p:spPr>
        <p:txBody>
          <a:bodyPr wrap="square" lIns="91434" tIns="45717" rIns="91434" bIns="45717" rtlCol="0">
            <a:spAutoFit/>
          </a:bodyPr>
          <a:lstStyle>
            <a:defPPr>
              <a:defRPr lang="zh-CN"/>
            </a:defPPr>
            <a:lvl1pPr>
              <a:defRPr sz="3200">
                <a:solidFill>
                  <a:schemeClr val="tx1">
                    <a:lumMod val="75000"/>
                  </a:schemeClr>
                </a:solidFill>
                <a:latin typeface="方正卡通简体" pitchFamily="65" charset="-122"/>
                <a:ea typeface="方正卡通简体" pitchFamily="65" charset="-122"/>
              </a:defRPr>
            </a:lvl1pPr>
          </a:lstStyle>
          <a:p>
            <a:r>
              <a:rPr lang="en-US" altLang="zh-CN" sz="2800" dirty="0">
                <a:solidFill>
                  <a:srgbClr val="FFFFFF"/>
                </a:solidFill>
                <a:latin typeface="微软雅黑" panose="020B0503020204020204" pitchFamily="34" charset="-122"/>
                <a:ea typeface="微软雅黑" panose="020B0503020204020204" pitchFamily="34" charset="-122"/>
              </a:rPr>
              <a:t>9.3.8 </a:t>
            </a:r>
            <a:r>
              <a:rPr lang="zh-CN" altLang="en-US" sz="2800" dirty="0">
                <a:solidFill>
                  <a:srgbClr val="FFFFFF"/>
                </a:solidFill>
                <a:latin typeface="微软雅黑" panose="020B0503020204020204" pitchFamily="34" charset="-122"/>
                <a:ea typeface="微软雅黑" panose="020B0503020204020204" pitchFamily="34" charset="-122"/>
              </a:rPr>
              <a:t>计算</a:t>
            </a:r>
            <a:r>
              <a:rPr lang="zh-CN" altLang="en-US" sz="2800" dirty="0" smtClean="0">
                <a:solidFill>
                  <a:srgbClr val="FFFFFF"/>
                </a:solidFill>
                <a:latin typeface="微软雅黑" panose="020B0503020204020204" pitchFamily="34" charset="-122"/>
                <a:ea typeface="微软雅黑" panose="020B0503020204020204" pitchFamily="34" charset="-122"/>
              </a:rPr>
              <a:t>举例（结果图）</a:t>
            </a:r>
            <a:endParaRPr lang="zh-CN" altLang="en-US" sz="2800" dirty="0">
              <a:solidFill>
                <a:srgbClr val="FFFFFF"/>
              </a:solidFill>
              <a:latin typeface="微软雅黑" panose="020B0503020204020204" pitchFamily="34" charset="-122"/>
              <a:ea typeface="微软雅黑" panose="020B0503020204020204" pitchFamily="34" charset="-122"/>
            </a:endParaRPr>
          </a:p>
        </p:txBody>
      </p:sp>
      <p:sp>
        <p:nvSpPr>
          <p:cNvPr id="56" name="TextBox 55"/>
          <p:cNvSpPr txBox="1"/>
          <p:nvPr/>
        </p:nvSpPr>
        <p:spPr>
          <a:xfrm>
            <a:off x="140263" y="106179"/>
            <a:ext cx="1064260" cy="677102"/>
          </a:xfrm>
          <a:prstGeom prst="rect">
            <a:avLst/>
          </a:prstGeom>
          <a:noFill/>
        </p:spPr>
        <p:txBody>
          <a:bodyPr wrap="square" lIns="91434" tIns="45717" rIns="91434" bIns="45717" rtlCol="0">
            <a:spAutoFit/>
          </a:bodyPr>
          <a:lstStyle/>
          <a:p>
            <a:pPr algn="r"/>
            <a:r>
              <a:rPr lang="en-US" altLang="zh-CN" sz="2000" dirty="0">
                <a:solidFill>
                  <a:srgbClr val="FFFFFF"/>
                </a:solidFill>
              </a:rPr>
              <a:t>Part 9</a:t>
            </a:r>
            <a:endParaRPr lang="zh-CN" altLang="en-US" sz="2000" dirty="0">
              <a:solidFill>
                <a:srgbClr val="FFFFFF"/>
              </a:solidFill>
            </a:endParaRPr>
          </a:p>
          <a:p>
            <a:pPr algn="r"/>
            <a:r>
              <a:rPr lang="en-US" altLang="zh-CN" dirty="0" smtClean="0">
                <a:solidFill>
                  <a:srgbClr val="FFFFFF"/>
                </a:solidFill>
              </a:rPr>
              <a:t> </a:t>
            </a:r>
            <a:endParaRPr lang="zh-CN" altLang="en-US" dirty="0">
              <a:solidFill>
                <a:srgbClr val="FFFFFF"/>
              </a:solidFill>
            </a:endParaRPr>
          </a:p>
        </p:txBody>
      </p:sp>
      <p:pic>
        <p:nvPicPr>
          <p:cNvPr id="7" name="图片 6"/>
          <p:cNvPicPr/>
          <p:nvPr/>
        </p:nvPicPr>
        <p:blipFill>
          <a:blip r:embed="rId1" cstate="print"/>
          <a:stretch>
            <a:fillRect/>
          </a:stretch>
        </p:blipFill>
        <p:spPr>
          <a:xfrm>
            <a:off x="672393" y="1556792"/>
            <a:ext cx="6264732" cy="4392488"/>
          </a:xfrm>
          <a:prstGeom prst="rect">
            <a:avLst/>
          </a:prstGeom>
        </p:spPr>
      </p:pic>
      <p:sp>
        <p:nvSpPr>
          <p:cNvPr id="3" name="线形标注 1 2"/>
          <p:cNvSpPr/>
          <p:nvPr/>
        </p:nvSpPr>
        <p:spPr bwMode="auto">
          <a:xfrm>
            <a:off x="8186613" y="3114492"/>
            <a:ext cx="3168352" cy="1296144"/>
          </a:xfrm>
          <a:prstGeom prst="borderCallout1">
            <a:avLst/>
          </a:prstGeom>
          <a:solidFill>
            <a:schemeClr val="bg2">
              <a:lumMod val="20000"/>
              <a:lumOff val="80000"/>
            </a:schemeClr>
          </a:solidFill>
          <a:ln w="9525" cap="flat" cmpd="sng" algn="ctr">
            <a:solidFill>
              <a:schemeClr val="tx1"/>
            </a:solidFill>
            <a:prstDash val="solid"/>
            <a:round/>
            <a:headEnd type="none" w="med" len="med"/>
            <a:tailEnd type="none" w="med" len="med"/>
          </a:ln>
        </p:spPr>
        <p:txBody>
          <a:bodyPr vert="horz" wrap="square" lIns="91440" tIns="45720" rIns="91440" bIns="45720" numCol="1" rtlCol="0" anchor="t" anchorCtr="0" compatLnSpc="1"/>
          <a:lstStyle/>
          <a:p>
            <a:pPr algn="just">
              <a:spcAft>
                <a:spcPts val="0"/>
              </a:spcAft>
              <a:buNone/>
            </a:pPr>
            <a:r>
              <a:rPr lang="zh-CN" altLang="zh-CN" kern="100" dirty="0">
                <a:latin typeface="Calibri" panose="020F0502020204030204"/>
                <a:ea typeface="宋体" panose="02010600030101010101" pitchFamily="2" charset="-122"/>
                <a:cs typeface="Times New Roman" panose="02020603050405020304"/>
              </a:rPr>
              <a:t>执行以上示例代码最终得到上汽集团的指标数据集</a:t>
            </a:r>
            <a:r>
              <a:rPr lang="en-US" altLang="zh-CN" kern="100" dirty="0">
                <a:latin typeface="Calibri" panose="020F0502020204030204"/>
                <a:ea typeface="宋体" panose="02010600030101010101" pitchFamily="2" charset="-122"/>
                <a:cs typeface="Times New Roman" panose="02020603050405020304"/>
              </a:rPr>
              <a:t>Data</a:t>
            </a:r>
            <a:r>
              <a:rPr lang="zh-CN" altLang="zh-CN" kern="100" dirty="0">
                <a:latin typeface="Calibri" panose="020F0502020204030204"/>
                <a:ea typeface="宋体" panose="02010600030101010101" pitchFamily="2" charset="-122"/>
                <a:cs typeface="Times New Roman" panose="02020603050405020304"/>
              </a:rPr>
              <a:t>，其执行结果（部分）如</a:t>
            </a:r>
            <a:r>
              <a:rPr lang="zh-CN" altLang="zh-CN" kern="100" dirty="0" smtClean="0">
                <a:latin typeface="Calibri" panose="020F0502020204030204"/>
                <a:ea typeface="宋体" panose="02010600030101010101" pitchFamily="2" charset="-122"/>
                <a:cs typeface="Times New Roman" panose="02020603050405020304"/>
              </a:rPr>
              <a:t>图</a:t>
            </a:r>
            <a:r>
              <a:rPr lang="en-US" altLang="zh-CN" kern="100" dirty="0" smtClean="0">
                <a:latin typeface="Calibri" panose="020F0502020204030204"/>
                <a:ea typeface="宋体" panose="02010600030101010101" pitchFamily="2" charset="-122"/>
                <a:cs typeface="Times New Roman" panose="02020603050405020304"/>
              </a:rPr>
              <a:t>9-2</a:t>
            </a:r>
            <a:r>
              <a:rPr lang="zh-CN" altLang="zh-CN" kern="100" dirty="0" smtClean="0">
                <a:latin typeface="Calibri" panose="020F0502020204030204"/>
                <a:ea typeface="宋体" panose="02010600030101010101" pitchFamily="2" charset="-122"/>
                <a:cs typeface="Times New Roman" panose="02020603050405020304"/>
              </a:rPr>
              <a:t>所</a:t>
            </a:r>
            <a:r>
              <a:rPr lang="zh-CN" altLang="zh-CN" kern="100" dirty="0">
                <a:latin typeface="Calibri" panose="020F0502020204030204"/>
                <a:ea typeface="宋体" panose="02010600030101010101" pitchFamily="2" charset="-122"/>
                <a:cs typeface="Times New Roman" panose="02020603050405020304"/>
              </a:rPr>
              <a:t>示。</a:t>
            </a:r>
            <a:endParaRPr lang="zh-CN" altLang="zh-CN" kern="100" dirty="0">
              <a:latin typeface="Calibri" panose="020F0502020204030204"/>
              <a:ea typeface="宋体" panose="02010600030101010101" pitchFamily="2" charset="-122"/>
              <a:cs typeface="Times New Roman" panose="02020603050405020304"/>
            </a:endParaRPr>
          </a:p>
        </p:txBody>
      </p:sp>
      <p:sp>
        <p:nvSpPr>
          <p:cNvPr id="5" name="矩形 4"/>
          <p:cNvSpPr/>
          <p:nvPr/>
        </p:nvSpPr>
        <p:spPr>
          <a:xfrm>
            <a:off x="2714005" y="6021288"/>
            <a:ext cx="748923" cy="369332"/>
          </a:xfrm>
          <a:prstGeom prst="rect">
            <a:avLst/>
          </a:prstGeom>
        </p:spPr>
        <p:txBody>
          <a:bodyPr wrap="none">
            <a:spAutoFit/>
          </a:bodyPr>
          <a:lstStyle/>
          <a:p>
            <a:pPr algn="ctr"/>
            <a:r>
              <a:rPr lang="zh-CN" altLang="en-US" dirty="0"/>
              <a:t>图</a:t>
            </a:r>
            <a:r>
              <a:rPr lang="en-US" altLang="zh-CN" dirty="0" smtClean="0"/>
              <a:t>9-2</a:t>
            </a:r>
            <a:endParaRPr lang="zh-CN" altLang="en-US" dirty="0"/>
          </a:p>
        </p:txBody>
      </p:sp>
    </p:spTree>
  </p:cSld>
  <p:clrMapOvr>
    <a:masterClrMapping/>
  </p:clrMapOvr>
  <mc:AlternateContent xmlns:mc="http://schemas.openxmlformats.org/markup-compatibility/2006">
    <mc:Choice xmlns:p14="http://schemas.microsoft.com/office/powerpoint/2010/main" Requires="p14">
      <p:transition p14:dur="10" advTm="9437"/>
    </mc:Choice>
    <mc:Fallback>
      <p:transition advTm="9437"/>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barn(inVertical)">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fade">
                                      <p:cBhvr>
                                        <p:cTn id="12" dur="1000"/>
                                        <p:tgtEl>
                                          <p:spTgt spid="7"/>
                                        </p:tgtEl>
                                      </p:cBhvr>
                                    </p:animEffect>
                                    <p:anim calcmode="lin" valueType="num">
                                      <p:cBhvr>
                                        <p:cTn id="13" dur="1000" fill="hold"/>
                                        <p:tgtEl>
                                          <p:spTgt spid="7"/>
                                        </p:tgtEl>
                                        <p:attrNameLst>
                                          <p:attrName>ppt_x</p:attrName>
                                        </p:attrNameLst>
                                      </p:cBhvr>
                                      <p:tavLst>
                                        <p:tav tm="0">
                                          <p:val>
                                            <p:strVal val="#ppt_x"/>
                                          </p:val>
                                        </p:tav>
                                        <p:tav tm="100000">
                                          <p:val>
                                            <p:strVal val="#ppt_x"/>
                                          </p:val>
                                        </p:tav>
                                      </p:tavLst>
                                    </p:anim>
                                    <p:anim calcmode="lin" valueType="num">
                                      <p:cBhvr>
                                        <p:cTn id="14"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grpId="0" nodeType="clickEffect">
                                  <p:stCondLst>
                                    <p:cond delay="0"/>
                                  </p:stCondLst>
                                  <p:childTnLst>
                                    <p:set>
                                      <p:cBhvr>
                                        <p:cTn id="18" dur="1" fill="hold">
                                          <p:stCondLst>
                                            <p:cond delay="0"/>
                                          </p:stCondLst>
                                        </p:cTn>
                                        <p:tgtEl>
                                          <p:spTgt spid="5"/>
                                        </p:tgtEl>
                                        <p:attrNameLst>
                                          <p:attrName>style.visibility</p:attrName>
                                        </p:attrNameLst>
                                      </p:cBhvr>
                                      <p:to>
                                        <p:strVal val="visible"/>
                                      </p:to>
                                    </p:set>
                                    <p:animEffect transition="in" filter="fade">
                                      <p:cBhvr>
                                        <p:cTn id="19" dur="1000"/>
                                        <p:tgtEl>
                                          <p:spTgt spid="5"/>
                                        </p:tgtEl>
                                      </p:cBhvr>
                                    </p:animEffect>
                                    <p:anim calcmode="lin" valueType="num">
                                      <p:cBhvr>
                                        <p:cTn id="20" dur="1000" fill="hold"/>
                                        <p:tgtEl>
                                          <p:spTgt spid="5"/>
                                        </p:tgtEl>
                                        <p:attrNameLst>
                                          <p:attrName>ppt_x</p:attrName>
                                        </p:attrNameLst>
                                      </p:cBhvr>
                                      <p:tavLst>
                                        <p:tav tm="0">
                                          <p:val>
                                            <p:strVal val="#ppt_x"/>
                                          </p:val>
                                        </p:tav>
                                        <p:tav tm="100000">
                                          <p:val>
                                            <p:strVal val="#ppt_x"/>
                                          </p:val>
                                        </p:tav>
                                      </p:tavLst>
                                    </p:anim>
                                    <p:anim calcmode="lin" valueType="num">
                                      <p:cBhvr>
                                        <p:cTn id="21" dur="1000" fill="hold"/>
                                        <p:tgtEl>
                                          <p:spTgt spid="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5" grpId="0"/>
    </p:bldLst>
  </p:timing>
</p:sld>
</file>

<file path=ppt/tags/tag1.xml><?xml version="1.0" encoding="utf-8"?>
<p:tagLst xmlns:p="http://schemas.openxmlformats.org/presentationml/2006/main">
  <p:tag name="KSO_WM_TEMPLATE_CATEGORY" val="custom"/>
  <p:tag name="KSO_WM_TEMPLATE_INDEX" val="20184561"/>
  <p:tag name="KSO_WM_TAG_VERSION" val="1.0"/>
  <p:tag name="KSO_WM_BEAUTIFY_FLAG" val="#wm#"/>
  <p:tag name="KSO_WM_UNIT_TYPE" val="l_h_f"/>
  <p:tag name="KSO_WM_UNIT_INDEX" val="1_1_1"/>
  <p:tag name="KSO_WM_UNIT_LAYERLEVEL" val="1_1_1"/>
  <p:tag name="KSO_WM_UNIT_VALUE" val="18"/>
  <p:tag name="KSO_WM_UNIT_HIGHLIGHT" val="0"/>
  <p:tag name="KSO_WM_UNIT_COMPATIBLE" val="0"/>
  <p:tag name="KSO_WM_UNIT_CLEAR" val="0"/>
  <p:tag name="KSO_WM_DIAGRAM_GROUP_CODE" val="l1-1"/>
  <p:tag name="KSO_WM_UNIT_ID" val="custom20184561_6*l_h_f*1_1_1"/>
  <p:tag name="KSO_WM_UNIT_PRESET_TEXT" val="Lorem ipsum dolor sit amet, consectetur,"/>
  <p:tag name="KSO_WM_UNIT_TEXT_FILL_FORE_SCHEMECOLOR_INDEX" val="14"/>
  <p:tag name="KSO_WM_UNIT_TEXT_FILL_TYPE" val="1"/>
  <p:tag name="KSO_WM_UNIT_USESOURCEFORMAT_APPLY" val="1"/>
</p:tagLst>
</file>

<file path=ppt/theme/theme1.xml><?xml version="1.0" encoding="utf-8"?>
<a:theme xmlns:a="http://schemas.openxmlformats.org/drawingml/2006/main" name="第一PPT，www.1ppt.com">
  <a:themeElements>
    <a:clrScheme name="155">
      <a:dk1>
        <a:srgbClr val="294A5A"/>
      </a:dk1>
      <a:lt1>
        <a:srgbClr val="99CC39"/>
      </a:lt1>
      <a:dk2>
        <a:srgbClr val="F9C900"/>
      </a:dk2>
      <a:lt2>
        <a:srgbClr val="ED5A00"/>
      </a:lt2>
      <a:accent1>
        <a:srgbClr val="484849"/>
      </a:accent1>
      <a:accent2>
        <a:srgbClr val="FFFFFF"/>
      </a:accent2>
      <a:accent3>
        <a:srgbClr val="969696"/>
      </a:accent3>
      <a:accent4>
        <a:srgbClr val="00AAA2"/>
      </a:accent4>
      <a:accent5>
        <a:srgbClr val="99CC39"/>
      </a:accent5>
      <a:accent6>
        <a:srgbClr val="F9C900"/>
      </a:accent6>
      <a:hlink>
        <a:srgbClr val="ED5A00"/>
      </a:hlink>
      <a:folHlink>
        <a:srgbClr val="484849"/>
      </a:folHlink>
    </a:clrScheme>
    <a:fontScheme name="默认设计模板">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spcBef>
            <a:spcPct val="0"/>
          </a:spcBef>
          <a:spcAft>
            <a:spcPct val="0"/>
          </a:spcAft>
          <a:buClrTx/>
          <a:buSzTx/>
          <a:buFont typeface="Arial" panose="020B0604020202020204" pitchFamily="34" charset="0"/>
          <a:buNone/>
          <a:defRPr kumimoji="0" 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spcBef>
            <a:spcPct val="0"/>
          </a:spcBef>
          <a:spcAft>
            <a:spcPct val="0"/>
          </a:spcAft>
          <a:buClrTx/>
          <a:buSzTx/>
          <a:buFont typeface="Arial" panose="020B0604020202020204" pitchFamily="34" charset="0"/>
          <a:buNone/>
          <a:defRPr kumimoji="0" 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objectDefaults>
  <a:extraClrSchemeLst>
    <a:extraClrScheme>
      <a:clrScheme name="默认设计模板 1">
        <a:dk1>
          <a:srgbClr val="000000"/>
        </a:dk1>
        <a:lt1>
          <a:srgbClr val="FFFFFF"/>
        </a:lt1>
        <a:dk2>
          <a:srgbClr val="000000"/>
        </a:dk2>
        <a:lt2>
          <a:srgbClr val="808080"/>
        </a:lt2>
        <a:accent1>
          <a:srgbClr val="CFDEF3"/>
        </a:accent1>
        <a:accent2>
          <a:srgbClr val="333399"/>
        </a:accent2>
        <a:accent3>
          <a:srgbClr val="FFFFFF"/>
        </a:accent3>
        <a:accent4>
          <a:srgbClr val="000000"/>
        </a:accent4>
        <a:accent5>
          <a:srgbClr val="E4ECF8"/>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默认设计模板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默认设计模板 3">
        <a:dk1>
          <a:srgbClr val="000000"/>
        </a:dk1>
        <a:lt1>
          <a:srgbClr val="FFFFFF"/>
        </a:lt1>
        <a:dk2>
          <a:srgbClr val="000000"/>
        </a:dk2>
        <a:lt2>
          <a:srgbClr val="808080"/>
        </a:lt2>
        <a:accent1>
          <a:srgbClr val="97CCFF"/>
        </a:accent1>
        <a:accent2>
          <a:srgbClr val="CCCCFF"/>
        </a:accent2>
        <a:accent3>
          <a:srgbClr val="FFFFFF"/>
        </a:accent3>
        <a:accent4>
          <a:srgbClr val="000000"/>
        </a:accent4>
        <a:accent5>
          <a:srgbClr val="C9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默认设计模板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默认设计模板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默认设计模板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默认设计模板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默认设计模板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默认设计模板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默认设计模板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默认设计模板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默认设计模板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
      <a:clrScheme name="默认设计模板 13">
        <a:dk1>
          <a:srgbClr val="000000"/>
        </a:dk1>
        <a:lt1>
          <a:srgbClr val="FFFFD9"/>
        </a:lt1>
        <a:dk2>
          <a:srgbClr val="2B2E30"/>
        </a:dk2>
        <a:lt2>
          <a:srgbClr val="777777"/>
        </a:lt2>
        <a:accent1>
          <a:srgbClr val="7FBA00"/>
        </a:accent1>
        <a:accent2>
          <a:srgbClr val="FCDB00"/>
        </a:accent2>
        <a:accent3>
          <a:srgbClr val="FFFFE9"/>
        </a:accent3>
        <a:accent4>
          <a:srgbClr val="000000"/>
        </a:accent4>
        <a:accent5>
          <a:srgbClr val="C0D9AA"/>
        </a:accent5>
        <a:accent6>
          <a:srgbClr val="E4C600"/>
        </a:accent6>
        <a:hlink>
          <a:srgbClr val="21A3D0"/>
        </a:hlink>
        <a:folHlink>
          <a:srgbClr val="DA251D"/>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第一PPT，www.1ppt.com">
  <a:themeElements>
    <a:clrScheme name="155">
      <a:dk1>
        <a:srgbClr val="294A5A"/>
      </a:dk1>
      <a:lt1>
        <a:srgbClr val="99CC39"/>
      </a:lt1>
      <a:dk2>
        <a:srgbClr val="F9C900"/>
      </a:dk2>
      <a:lt2>
        <a:srgbClr val="ED5A00"/>
      </a:lt2>
      <a:accent1>
        <a:srgbClr val="484849"/>
      </a:accent1>
      <a:accent2>
        <a:srgbClr val="FFFFFF"/>
      </a:accent2>
      <a:accent3>
        <a:srgbClr val="969696"/>
      </a:accent3>
      <a:accent4>
        <a:srgbClr val="00AAA2"/>
      </a:accent4>
      <a:accent5>
        <a:srgbClr val="99CC39"/>
      </a:accent5>
      <a:accent6>
        <a:srgbClr val="F9C900"/>
      </a:accent6>
      <a:hlink>
        <a:srgbClr val="ED5A00"/>
      </a:hlink>
      <a:folHlink>
        <a:srgbClr val="484849"/>
      </a:folHlink>
    </a:clrScheme>
    <a:fontScheme name="默认设计模板">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spcBef>
            <a:spcPct val="0"/>
          </a:spcBef>
          <a:spcAft>
            <a:spcPct val="0"/>
          </a:spcAft>
          <a:buClrTx/>
          <a:buSzTx/>
          <a:buFont typeface="Arial" panose="020B0604020202020204" pitchFamily="34" charset="0"/>
          <a:buNone/>
          <a:defRPr kumimoji="0" 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spcBef>
            <a:spcPct val="0"/>
          </a:spcBef>
          <a:spcAft>
            <a:spcPct val="0"/>
          </a:spcAft>
          <a:buClrTx/>
          <a:buSzTx/>
          <a:buFont typeface="Arial" panose="020B0604020202020204" pitchFamily="34" charset="0"/>
          <a:buNone/>
          <a:defRPr kumimoji="0" 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objectDefaults>
  <a:extraClrSchemeLst>
    <a:extraClrScheme>
      <a:clrScheme name="默认设计模板 1">
        <a:dk1>
          <a:srgbClr val="000000"/>
        </a:dk1>
        <a:lt1>
          <a:srgbClr val="FFFFFF"/>
        </a:lt1>
        <a:dk2>
          <a:srgbClr val="000000"/>
        </a:dk2>
        <a:lt2>
          <a:srgbClr val="808080"/>
        </a:lt2>
        <a:accent1>
          <a:srgbClr val="CFDEF3"/>
        </a:accent1>
        <a:accent2>
          <a:srgbClr val="333399"/>
        </a:accent2>
        <a:accent3>
          <a:srgbClr val="FFFFFF"/>
        </a:accent3>
        <a:accent4>
          <a:srgbClr val="000000"/>
        </a:accent4>
        <a:accent5>
          <a:srgbClr val="E4ECF8"/>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默认设计模板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默认设计模板 3">
        <a:dk1>
          <a:srgbClr val="000000"/>
        </a:dk1>
        <a:lt1>
          <a:srgbClr val="FFFFFF"/>
        </a:lt1>
        <a:dk2>
          <a:srgbClr val="000000"/>
        </a:dk2>
        <a:lt2>
          <a:srgbClr val="808080"/>
        </a:lt2>
        <a:accent1>
          <a:srgbClr val="97CCFF"/>
        </a:accent1>
        <a:accent2>
          <a:srgbClr val="CCCCFF"/>
        </a:accent2>
        <a:accent3>
          <a:srgbClr val="FFFFFF"/>
        </a:accent3>
        <a:accent4>
          <a:srgbClr val="000000"/>
        </a:accent4>
        <a:accent5>
          <a:srgbClr val="C9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默认设计模板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默认设计模板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默认设计模板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默认设计模板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默认设计模板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默认设计模板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默认设计模板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默认设计模板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默认设计模板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
      <a:clrScheme name="默认设计模板 13">
        <a:dk1>
          <a:srgbClr val="000000"/>
        </a:dk1>
        <a:lt1>
          <a:srgbClr val="FFFFD9"/>
        </a:lt1>
        <a:dk2>
          <a:srgbClr val="2B2E30"/>
        </a:dk2>
        <a:lt2>
          <a:srgbClr val="777777"/>
        </a:lt2>
        <a:accent1>
          <a:srgbClr val="7FBA00"/>
        </a:accent1>
        <a:accent2>
          <a:srgbClr val="FCDB00"/>
        </a:accent2>
        <a:accent3>
          <a:srgbClr val="FFFFE9"/>
        </a:accent3>
        <a:accent4>
          <a:srgbClr val="000000"/>
        </a:accent4>
        <a:accent5>
          <a:srgbClr val="C0D9AA"/>
        </a:accent5>
        <a:accent6>
          <a:srgbClr val="E4C600"/>
        </a:accent6>
        <a:hlink>
          <a:srgbClr val="21A3D0"/>
        </a:hlink>
        <a:folHlink>
          <a:srgbClr val="DA251D"/>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4_第一PPT，www.1ppt.com">
  <a:themeElements>
    <a:clrScheme name="155">
      <a:dk1>
        <a:srgbClr val="294A5A"/>
      </a:dk1>
      <a:lt1>
        <a:srgbClr val="99CC39"/>
      </a:lt1>
      <a:dk2>
        <a:srgbClr val="F9C900"/>
      </a:dk2>
      <a:lt2>
        <a:srgbClr val="ED5A00"/>
      </a:lt2>
      <a:accent1>
        <a:srgbClr val="484849"/>
      </a:accent1>
      <a:accent2>
        <a:srgbClr val="FFFFFF"/>
      </a:accent2>
      <a:accent3>
        <a:srgbClr val="969696"/>
      </a:accent3>
      <a:accent4>
        <a:srgbClr val="00AAA2"/>
      </a:accent4>
      <a:accent5>
        <a:srgbClr val="99CC39"/>
      </a:accent5>
      <a:accent6>
        <a:srgbClr val="F9C900"/>
      </a:accent6>
      <a:hlink>
        <a:srgbClr val="ED5A00"/>
      </a:hlink>
      <a:folHlink>
        <a:srgbClr val="484849"/>
      </a:folHlink>
    </a:clrScheme>
    <a:fontScheme name="默认设计模板">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spcBef>
            <a:spcPct val="0"/>
          </a:spcBef>
          <a:spcAft>
            <a:spcPct val="0"/>
          </a:spcAft>
          <a:buClrTx/>
          <a:buSzTx/>
          <a:buFont typeface="Arial" panose="020B0604020202020204" pitchFamily="34" charset="0"/>
          <a:buNone/>
          <a:defRPr kumimoji="0" 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spcBef>
            <a:spcPct val="0"/>
          </a:spcBef>
          <a:spcAft>
            <a:spcPct val="0"/>
          </a:spcAft>
          <a:buClrTx/>
          <a:buSzTx/>
          <a:buFont typeface="Arial" panose="020B0604020202020204" pitchFamily="34" charset="0"/>
          <a:buNone/>
          <a:defRPr kumimoji="0" 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objectDefaults>
  <a:extraClrSchemeLst>
    <a:extraClrScheme>
      <a:clrScheme name="默认设计模板 1">
        <a:dk1>
          <a:srgbClr val="000000"/>
        </a:dk1>
        <a:lt1>
          <a:srgbClr val="FFFFFF"/>
        </a:lt1>
        <a:dk2>
          <a:srgbClr val="000000"/>
        </a:dk2>
        <a:lt2>
          <a:srgbClr val="808080"/>
        </a:lt2>
        <a:accent1>
          <a:srgbClr val="CFDEF3"/>
        </a:accent1>
        <a:accent2>
          <a:srgbClr val="333399"/>
        </a:accent2>
        <a:accent3>
          <a:srgbClr val="FFFFFF"/>
        </a:accent3>
        <a:accent4>
          <a:srgbClr val="000000"/>
        </a:accent4>
        <a:accent5>
          <a:srgbClr val="E4ECF8"/>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默认设计模板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默认设计模板 3">
        <a:dk1>
          <a:srgbClr val="000000"/>
        </a:dk1>
        <a:lt1>
          <a:srgbClr val="FFFFFF"/>
        </a:lt1>
        <a:dk2>
          <a:srgbClr val="000000"/>
        </a:dk2>
        <a:lt2>
          <a:srgbClr val="808080"/>
        </a:lt2>
        <a:accent1>
          <a:srgbClr val="97CCFF"/>
        </a:accent1>
        <a:accent2>
          <a:srgbClr val="CCCCFF"/>
        </a:accent2>
        <a:accent3>
          <a:srgbClr val="FFFFFF"/>
        </a:accent3>
        <a:accent4>
          <a:srgbClr val="000000"/>
        </a:accent4>
        <a:accent5>
          <a:srgbClr val="C9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默认设计模板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默认设计模板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默认设计模板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默认设计模板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默认设计模板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默认设计模板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默认设计模板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默认设计模板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默认设计模板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
      <a:clrScheme name="默认设计模板 13">
        <a:dk1>
          <a:srgbClr val="000000"/>
        </a:dk1>
        <a:lt1>
          <a:srgbClr val="FFFFD9"/>
        </a:lt1>
        <a:dk2>
          <a:srgbClr val="2B2E30"/>
        </a:dk2>
        <a:lt2>
          <a:srgbClr val="777777"/>
        </a:lt2>
        <a:accent1>
          <a:srgbClr val="7FBA00"/>
        </a:accent1>
        <a:accent2>
          <a:srgbClr val="FCDB00"/>
        </a:accent2>
        <a:accent3>
          <a:srgbClr val="FFFFE9"/>
        </a:accent3>
        <a:accent4>
          <a:srgbClr val="000000"/>
        </a:accent4>
        <a:accent5>
          <a:srgbClr val="C0D9AA"/>
        </a:accent5>
        <a:accent6>
          <a:srgbClr val="E4C600"/>
        </a:accent6>
        <a:hlink>
          <a:srgbClr val="21A3D0"/>
        </a:hlink>
        <a:folHlink>
          <a:srgbClr val="DA251D"/>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3_第一PPT，www.1ppt.com">
  <a:themeElements>
    <a:clrScheme name="155">
      <a:dk1>
        <a:srgbClr val="294A5A"/>
      </a:dk1>
      <a:lt1>
        <a:srgbClr val="99CC39"/>
      </a:lt1>
      <a:dk2>
        <a:srgbClr val="F9C900"/>
      </a:dk2>
      <a:lt2>
        <a:srgbClr val="ED5A00"/>
      </a:lt2>
      <a:accent1>
        <a:srgbClr val="484849"/>
      </a:accent1>
      <a:accent2>
        <a:srgbClr val="FFFFFF"/>
      </a:accent2>
      <a:accent3>
        <a:srgbClr val="969696"/>
      </a:accent3>
      <a:accent4>
        <a:srgbClr val="00AAA2"/>
      </a:accent4>
      <a:accent5>
        <a:srgbClr val="99CC39"/>
      </a:accent5>
      <a:accent6>
        <a:srgbClr val="F9C900"/>
      </a:accent6>
      <a:hlink>
        <a:srgbClr val="ED5A00"/>
      </a:hlink>
      <a:folHlink>
        <a:srgbClr val="484849"/>
      </a:folHlink>
    </a:clrScheme>
    <a:fontScheme name="默认设计模板">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spcBef>
            <a:spcPct val="0"/>
          </a:spcBef>
          <a:spcAft>
            <a:spcPct val="0"/>
          </a:spcAft>
          <a:buClrTx/>
          <a:buSzTx/>
          <a:buFont typeface="Arial" panose="020B0604020202020204" pitchFamily="34" charset="0"/>
          <a:buNone/>
          <a:defRPr kumimoji="0" 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spcBef>
            <a:spcPct val="0"/>
          </a:spcBef>
          <a:spcAft>
            <a:spcPct val="0"/>
          </a:spcAft>
          <a:buClrTx/>
          <a:buSzTx/>
          <a:buFont typeface="Arial" panose="020B0604020202020204" pitchFamily="34" charset="0"/>
          <a:buNone/>
          <a:defRPr kumimoji="0" 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objectDefaults>
  <a:extraClrSchemeLst>
    <a:extraClrScheme>
      <a:clrScheme name="默认设计模板 1">
        <a:dk1>
          <a:srgbClr val="000000"/>
        </a:dk1>
        <a:lt1>
          <a:srgbClr val="FFFFFF"/>
        </a:lt1>
        <a:dk2>
          <a:srgbClr val="000000"/>
        </a:dk2>
        <a:lt2>
          <a:srgbClr val="808080"/>
        </a:lt2>
        <a:accent1>
          <a:srgbClr val="CFDEF3"/>
        </a:accent1>
        <a:accent2>
          <a:srgbClr val="333399"/>
        </a:accent2>
        <a:accent3>
          <a:srgbClr val="FFFFFF"/>
        </a:accent3>
        <a:accent4>
          <a:srgbClr val="000000"/>
        </a:accent4>
        <a:accent5>
          <a:srgbClr val="E4ECF8"/>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默认设计模板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默认设计模板 3">
        <a:dk1>
          <a:srgbClr val="000000"/>
        </a:dk1>
        <a:lt1>
          <a:srgbClr val="FFFFFF"/>
        </a:lt1>
        <a:dk2>
          <a:srgbClr val="000000"/>
        </a:dk2>
        <a:lt2>
          <a:srgbClr val="808080"/>
        </a:lt2>
        <a:accent1>
          <a:srgbClr val="97CCFF"/>
        </a:accent1>
        <a:accent2>
          <a:srgbClr val="CCCCFF"/>
        </a:accent2>
        <a:accent3>
          <a:srgbClr val="FFFFFF"/>
        </a:accent3>
        <a:accent4>
          <a:srgbClr val="000000"/>
        </a:accent4>
        <a:accent5>
          <a:srgbClr val="C9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默认设计模板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默认设计模板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默认设计模板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默认设计模板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默认设计模板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默认设计模板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默认设计模板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默认设计模板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默认设计模板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
      <a:clrScheme name="默认设计模板 13">
        <a:dk1>
          <a:srgbClr val="000000"/>
        </a:dk1>
        <a:lt1>
          <a:srgbClr val="FFFFD9"/>
        </a:lt1>
        <a:dk2>
          <a:srgbClr val="2B2E30"/>
        </a:dk2>
        <a:lt2>
          <a:srgbClr val="777777"/>
        </a:lt2>
        <a:accent1>
          <a:srgbClr val="7FBA00"/>
        </a:accent1>
        <a:accent2>
          <a:srgbClr val="FCDB00"/>
        </a:accent2>
        <a:accent3>
          <a:srgbClr val="FFFFE9"/>
        </a:accent3>
        <a:accent4>
          <a:srgbClr val="000000"/>
        </a:accent4>
        <a:accent5>
          <a:srgbClr val="C0D9AA"/>
        </a:accent5>
        <a:accent6>
          <a:srgbClr val="E4C600"/>
        </a:accent6>
        <a:hlink>
          <a:srgbClr val="21A3D0"/>
        </a:hlink>
        <a:folHlink>
          <a:srgbClr val="DA251D"/>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7912</Words>
  <Application>WPS 演示</Application>
  <PresentationFormat>自定义</PresentationFormat>
  <Paragraphs>509</Paragraphs>
  <Slides>20</Slides>
  <Notes>20</Notes>
  <HiddenSlides>0</HiddenSlides>
  <MMClips>0</MMClips>
  <ScaleCrop>false</ScaleCrop>
  <HeadingPairs>
    <vt:vector size="8" baseType="variant">
      <vt:variant>
        <vt:lpstr>已用的字体</vt:lpstr>
      </vt:variant>
      <vt:variant>
        <vt:i4>11</vt:i4>
      </vt:variant>
      <vt:variant>
        <vt:lpstr>主题</vt:lpstr>
      </vt:variant>
      <vt:variant>
        <vt:i4>4</vt:i4>
      </vt:variant>
      <vt:variant>
        <vt:lpstr>嵌入 OLE 服务器</vt:lpstr>
      </vt:variant>
      <vt:variant>
        <vt:i4>1</vt:i4>
      </vt:variant>
      <vt:variant>
        <vt:lpstr>幻灯片标题</vt:lpstr>
      </vt:variant>
      <vt:variant>
        <vt:i4>20</vt:i4>
      </vt:variant>
    </vt:vector>
  </HeadingPairs>
  <TitlesOfParts>
    <vt:vector size="36" baseType="lpstr">
      <vt:lpstr>Arial</vt:lpstr>
      <vt:lpstr>宋体</vt:lpstr>
      <vt:lpstr>Wingdings</vt:lpstr>
      <vt:lpstr>微软雅黑</vt:lpstr>
      <vt:lpstr>仿宋_GB2312</vt:lpstr>
      <vt:lpstr>Calibri</vt:lpstr>
      <vt:lpstr>Calibri</vt:lpstr>
      <vt:lpstr>方正卡通简体</vt:lpstr>
      <vt:lpstr>Times New Roman</vt:lpstr>
      <vt:lpstr>Arial Unicode MS</vt:lpstr>
      <vt:lpstr>仿宋</vt:lpstr>
      <vt:lpstr>第一PPT，www.1ppt.com</vt:lpstr>
      <vt:lpstr>1_第一PPT，www.1ppt.com</vt:lpstr>
      <vt:lpstr>4_第一PPT，www.1ppt.com</vt:lpstr>
      <vt:lpstr>3_第一PPT，www.1ppt.com</vt:lpstr>
      <vt:lpstr>Equation.DSMT4</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商业融资计划书</dc:title>
  <dc:creator>第一PPT</dc:creator>
  <cp:keywords>www.1ppt.com</cp:keywords>
  <cp:lastModifiedBy>Administrator</cp:lastModifiedBy>
  <cp:revision>1641</cp:revision>
  <dcterms:created xsi:type="dcterms:W3CDTF">2013-01-25T01:44:00Z</dcterms:created>
  <dcterms:modified xsi:type="dcterms:W3CDTF">2020-01-12T13:09:50Z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2052-11.1.0.9339</vt:lpwstr>
  </property>
</Properties>
</file>